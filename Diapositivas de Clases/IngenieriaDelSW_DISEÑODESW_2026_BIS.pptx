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1" r:id="rId17"/>
    <p:sldId id="273" r:id="rId18"/>
    <p:sldId id="274" r:id="rId19"/>
    <p:sldId id="275" r:id="rId20"/>
    <p:sldId id="276" r:id="rId21"/>
    <p:sldId id="277" r:id="rId22"/>
    <p:sldId id="278" r:id="rId23"/>
    <p:sldId id="280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74054-A6EE-4C9D-B4A4-6AB24E9B3B48}" v="7" dt="2026-08-31T16:40:55.6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din Susana" userId="2c74af54-c002-48af-b3bf-5dff488933ac" providerId="ADAL" clId="{A2770BA1-008E-4455-AF84-315BCFDA5CCC}"/>
    <pc:docChg chg="custSel addSld modSld">
      <pc:chgData name="Daldin Susana" userId="2c74af54-c002-48af-b3bf-5dff488933ac" providerId="ADAL" clId="{A2770BA1-008E-4455-AF84-315BCFDA5CCC}" dt="2026-08-31T16:40:34.738" v="70"/>
      <pc:docMkLst>
        <pc:docMk/>
      </pc:docMkLst>
      <pc:sldChg chg="modSp mod">
        <pc:chgData name="Daldin Susana" userId="2c74af54-c002-48af-b3bf-5dff488933ac" providerId="ADAL" clId="{A2770BA1-008E-4455-AF84-315BCFDA5CCC}" dt="2026-08-31T16:26:52.488" v="31" actId="2710"/>
        <pc:sldMkLst>
          <pc:docMk/>
          <pc:sldMk cId="0" sldId="272"/>
        </pc:sldMkLst>
        <pc:spChg chg="mod">
          <ac:chgData name="Daldin Susana" userId="2c74af54-c002-48af-b3bf-5dff488933ac" providerId="ADAL" clId="{A2770BA1-008E-4455-AF84-315BCFDA5CCC}" dt="2026-08-31T16:26:52.488" v="31" actId="2710"/>
          <ac:spMkLst>
            <pc:docMk/>
            <pc:sldMk cId="0" sldId="272"/>
            <ac:spMk id="5" creationId="{00000000-0000-0000-0000-000000000000}"/>
          </ac:spMkLst>
        </pc:spChg>
        <pc:picChg chg="mod">
          <ac:chgData name="Daldin Susana" userId="2c74af54-c002-48af-b3bf-5dff488933ac" providerId="ADAL" clId="{A2770BA1-008E-4455-AF84-315BCFDA5CCC}" dt="2026-08-31T16:26:12.572" v="12" actId="1076"/>
          <ac:picMkLst>
            <pc:docMk/>
            <pc:sldMk cId="0" sldId="272"/>
            <ac:picMk id="4" creationId="{00000000-0000-0000-0000-000000000000}"/>
          </ac:picMkLst>
        </pc:picChg>
      </pc:sldChg>
      <pc:sldChg chg="addSp delSp modSp new mod modClrScheme chgLayout">
        <pc:chgData name="Daldin Susana" userId="2c74af54-c002-48af-b3bf-5dff488933ac" providerId="ADAL" clId="{A2770BA1-008E-4455-AF84-315BCFDA5CCC}" dt="2026-08-31T16:40:34.738" v="70"/>
        <pc:sldMkLst>
          <pc:docMk/>
          <pc:sldMk cId="557666016" sldId="281"/>
        </pc:sldMkLst>
        <pc:spChg chg="del">
          <ac:chgData name="Daldin Susana" userId="2c74af54-c002-48af-b3bf-5dff488933ac" providerId="ADAL" clId="{A2770BA1-008E-4455-AF84-315BCFDA5CCC}" dt="2026-08-31T16:27:57.899" v="34" actId="26606"/>
          <ac:spMkLst>
            <pc:docMk/>
            <pc:sldMk cId="557666016" sldId="281"/>
            <ac:spMk id="2" creationId="{E5A0780E-EC9E-1FB2-A733-D27C9E5B4326}"/>
          </ac:spMkLst>
        </pc:spChg>
        <pc:spChg chg="del">
          <ac:chgData name="Daldin Susana" userId="2c74af54-c002-48af-b3bf-5dff488933ac" providerId="ADAL" clId="{A2770BA1-008E-4455-AF84-315BCFDA5CCC}" dt="2026-08-31T16:27:57.899" v="34" actId="26606"/>
          <ac:spMkLst>
            <pc:docMk/>
            <pc:sldMk cId="557666016" sldId="281"/>
            <ac:spMk id="3" creationId="{A8E74B32-F84E-2DD3-7662-8CEFAD661D52}"/>
          </ac:spMkLst>
        </pc:spChg>
        <pc:spChg chg="add mod">
          <ac:chgData name="Daldin Susana" userId="2c74af54-c002-48af-b3bf-5dff488933ac" providerId="ADAL" clId="{A2770BA1-008E-4455-AF84-315BCFDA5CCC}" dt="2026-08-31T16:40:34.738" v="70"/>
          <ac:spMkLst>
            <pc:docMk/>
            <pc:sldMk cId="557666016" sldId="281"/>
            <ac:spMk id="10" creationId="{9E53A501-864A-3C52-3DA7-4A4591B12534}"/>
          </ac:spMkLst>
        </pc:spChg>
        <pc:spChg chg="add mod">
          <ac:chgData name="Daldin Susana" userId="2c74af54-c002-48af-b3bf-5dff488933ac" providerId="ADAL" clId="{A2770BA1-008E-4455-AF84-315BCFDA5CCC}" dt="2026-08-31T16:28:59.371" v="69" actId="1076"/>
          <ac:spMkLst>
            <pc:docMk/>
            <pc:sldMk cId="557666016" sldId="281"/>
            <ac:spMk id="12" creationId="{97833B06-5154-A329-119C-2F43DD00E5CD}"/>
          </ac:spMkLst>
        </pc:spChg>
        <pc:graphicFrameChg chg="add mod">
          <ac:chgData name="Daldin Susana" userId="2c74af54-c002-48af-b3bf-5dff488933ac" providerId="ADAL" clId="{A2770BA1-008E-4455-AF84-315BCFDA5CCC}" dt="2026-08-31T16:27:39.829" v="32"/>
          <ac:graphicFrameMkLst>
            <pc:docMk/>
            <pc:sldMk cId="557666016" sldId="281"/>
            <ac:graphicFrameMk id="4" creationId="{D8D71EEB-61D6-E04B-D31B-99CE576C84CA}"/>
          </ac:graphicFrameMkLst>
        </pc:graphicFrameChg>
        <pc:graphicFrameChg chg="add mod modGraphic">
          <ac:chgData name="Daldin Susana" userId="2c74af54-c002-48af-b3bf-5dff488933ac" providerId="ADAL" clId="{A2770BA1-008E-4455-AF84-315BCFDA5CCC}" dt="2026-08-31T16:27:57.899" v="34" actId="26606"/>
          <ac:graphicFrameMkLst>
            <pc:docMk/>
            <pc:sldMk cId="557666016" sldId="281"/>
            <ac:graphicFrameMk id="5" creationId="{A9462FE2-8A40-AAF3-6F9A-4376B7D5D8F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3F7ED-F0E4-48F5-B6AF-B9451D1543E8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EEB07-7ECA-4A83-AFCA-DE40313108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601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28FB4-600E-4CD6-BBC2-EF00A8D9FCDD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5D9EA-13D5-4744-8EDF-7A8A935F000F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54603-0ED2-48BC-AF71-22E191F1E551}" type="datetime1">
              <a:rPr lang="en-US" smtClean="0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E86E1-9970-4FA4-8578-7472F80C2120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02E02-B73D-44F1-8251-B072D8B3848B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1950" y="0"/>
            <a:ext cx="1183005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1327" y="597788"/>
            <a:ext cx="11269344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4019" y="1841880"/>
            <a:ext cx="5254625" cy="4055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8664C-FE83-4927-A94A-BF6460F9D5FB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49"/>
            <a:ext cx="12192000" cy="6629397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EBF5436-EA67-4385-862D-4F35336119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</a:t>
            </a:fld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30"/>
              </a:spcBef>
            </a:pPr>
            <a:r>
              <a:rPr dirty="0"/>
              <a:t>Temas</a:t>
            </a:r>
            <a:r>
              <a:rPr spc="25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spc="-10" dirty="0"/>
              <a:t>desarrollar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1885950"/>
            <a:ext cx="133350" cy="4457700"/>
            <a:chOff x="600075" y="1885950"/>
            <a:chExt cx="133350" cy="4457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5" y="1885950"/>
              <a:ext cx="133350" cy="1333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075" y="2609850"/>
              <a:ext cx="133350" cy="1238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075" y="3295650"/>
              <a:ext cx="133350" cy="1333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075" y="4057650"/>
              <a:ext cx="133350" cy="1333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075" y="4772025"/>
              <a:ext cx="133350" cy="1333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075" y="5495925"/>
              <a:ext cx="133350" cy="1238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075" y="6210300"/>
              <a:ext cx="133350" cy="1333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38872" y="1410589"/>
            <a:ext cx="6675120" cy="5074285"/>
          </a:xfrm>
          <a:prstGeom prst="rect">
            <a:avLst/>
          </a:prstGeom>
        </p:spPr>
        <p:txBody>
          <a:bodyPr vert="horz" wrap="square" lIns="0" tIns="245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Introducción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47900"/>
              </a:lnSpc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Ciclo</a:t>
            </a:r>
            <a:r>
              <a:rPr sz="3200" b="1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vida</a:t>
            </a:r>
            <a:r>
              <a:rPr sz="3200" b="1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del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desarrollo</a:t>
            </a:r>
            <a:r>
              <a:rPr sz="3200" b="1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software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Programación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3200" b="1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3200" b="1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ciclo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7E7E7E"/>
                </a:solidFill>
                <a:latin typeface="Calibri"/>
                <a:cs typeface="Calibri"/>
              </a:rPr>
              <a:t>vida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Técnicas</a:t>
            </a:r>
            <a:r>
              <a:rPr sz="3200" b="1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programación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Herramientas</a:t>
            </a:r>
            <a:r>
              <a:rPr sz="3200" b="1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programación</a:t>
            </a:r>
            <a:endParaRPr sz="3200">
              <a:latin typeface="Calibri"/>
              <a:cs typeface="Calibri"/>
            </a:endParaRPr>
          </a:p>
          <a:p>
            <a:pPr marL="12700" marR="3663950">
              <a:lnSpc>
                <a:spcPts val="5680"/>
              </a:lnSpc>
              <a:spcBef>
                <a:spcPts val="295"/>
              </a:spcBef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Calidad</a:t>
            </a:r>
            <a:r>
              <a:rPr sz="3200" b="1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y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pruebas Síntesis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460BD776-A5B4-D43B-9494-AEFAF0BF23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</a:t>
            </a:fld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Definición</a:t>
            </a:r>
            <a:r>
              <a:rPr spc="30" dirty="0"/>
              <a:t> </a:t>
            </a:r>
            <a:r>
              <a:rPr dirty="0"/>
              <a:t>de</a:t>
            </a:r>
            <a:r>
              <a:rPr spc="90" dirty="0"/>
              <a:t> </a:t>
            </a:r>
            <a:r>
              <a:rPr spc="-10" dirty="0"/>
              <a:t>programación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9600" y="2286000"/>
            <a:ext cx="4714875" cy="3429000"/>
            <a:chOff x="609600" y="2286000"/>
            <a:chExt cx="4714875" cy="3429000"/>
          </a:xfrm>
        </p:grpSpPr>
        <p:sp>
          <p:nvSpPr>
            <p:cNvPr id="4" name="object 4"/>
            <p:cNvSpPr/>
            <p:nvPr/>
          </p:nvSpPr>
          <p:spPr>
            <a:xfrm>
              <a:off x="614362" y="2290762"/>
              <a:ext cx="4705350" cy="3419475"/>
            </a:xfrm>
            <a:custGeom>
              <a:avLst/>
              <a:gdLst/>
              <a:ahLst/>
              <a:cxnLst/>
              <a:rect l="l" t="t" r="r" b="b"/>
              <a:pathLst>
                <a:path w="4705350" h="3419475">
                  <a:moveTo>
                    <a:pt x="4705350" y="0"/>
                  </a:moveTo>
                  <a:lnTo>
                    <a:pt x="0" y="0"/>
                  </a:lnTo>
                  <a:lnTo>
                    <a:pt x="0" y="3419475"/>
                  </a:lnTo>
                  <a:lnTo>
                    <a:pt x="4705350" y="3419475"/>
                  </a:lnTo>
                  <a:lnTo>
                    <a:pt x="4705350" y="0"/>
                  </a:lnTo>
                  <a:close/>
                </a:path>
              </a:pathLst>
            </a:custGeom>
            <a:solidFill>
              <a:srgbClr val="DDE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362" y="2290762"/>
              <a:ext cx="4705350" cy="3419475"/>
            </a:xfrm>
            <a:custGeom>
              <a:avLst/>
              <a:gdLst/>
              <a:ahLst/>
              <a:cxnLst/>
              <a:rect l="l" t="t" r="r" b="b"/>
              <a:pathLst>
                <a:path w="4705350" h="3419475">
                  <a:moveTo>
                    <a:pt x="0" y="3419475"/>
                  </a:moveTo>
                  <a:lnTo>
                    <a:pt x="4705350" y="3419475"/>
                  </a:lnTo>
                  <a:lnTo>
                    <a:pt x="4705350" y="0"/>
                  </a:lnTo>
                  <a:lnTo>
                    <a:pt x="0" y="0"/>
                  </a:lnTo>
                  <a:lnTo>
                    <a:pt x="0" y="3419475"/>
                  </a:lnTo>
                  <a:close/>
                </a:path>
              </a:pathLst>
            </a:custGeom>
            <a:ln w="9525">
              <a:solidFill>
                <a:srgbClr val="5387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5802" y="2306256"/>
            <a:ext cx="4538980" cy="222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99"/>
              </a:lnSpc>
              <a:spcBef>
                <a:spcPts val="100"/>
              </a:spcBef>
            </a:pP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Proceso</a:t>
            </a:r>
            <a:r>
              <a:rPr sz="2400" spc="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5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diseñar,</a:t>
            </a:r>
            <a:r>
              <a:rPr sz="2400" spc="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escribir,</a:t>
            </a:r>
            <a:r>
              <a:rPr sz="2400" spc="6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probar,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depurar</a:t>
            </a:r>
            <a:r>
              <a:rPr sz="2400" spc="7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mantener</a:t>
            </a:r>
            <a:r>
              <a:rPr sz="2400" spc="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400" spc="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código</a:t>
            </a:r>
            <a:r>
              <a:rPr sz="2400" spc="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484746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2400" spc="480" dirty="0">
                <a:solidFill>
                  <a:srgbClr val="484746"/>
                </a:solidFill>
                <a:latin typeface="Calibri"/>
                <a:cs typeface="Calibri"/>
              </a:rPr>
              <a:t> 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480" dirty="0">
                <a:solidFill>
                  <a:srgbClr val="484746"/>
                </a:solidFill>
                <a:latin typeface="Calibri"/>
                <a:cs typeface="Calibri"/>
              </a:rPr>
              <a:t> 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400" spc="475" dirty="0">
                <a:solidFill>
                  <a:srgbClr val="484746"/>
                </a:solidFill>
                <a:latin typeface="Calibri"/>
                <a:cs typeface="Calibri"/>
              </a:rPr>
              <a:t>    </a:t>
            </a: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programa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informático.</a:t>
            </a:r>
            <a:r>
              <a:rPr sz="2400" spc="5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Implica</a:t>
            </a:r>
            <a:r>
              <a:rPr sz="2400" spc="53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400" spc="5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uso</a:t>
            </a:r>
            <a:r>
              <a:rPr sz="2400" spc="56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484746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lenguajes</a:t>
            </a:r>
            <a:r>
              <a:rPr sz="2400" spc="40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400" spc="3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programación</a:t>
            </a:r>
            <a:r>
              <a:rPr sz="2400" spc="3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20" dirty="0">
                <a:solidFill>
                  <a:srgbClr val="484746"/>
                </a:solidFill>
                <a:latin typeface="Calibri"/>
                <a:cs typeface="Calibri"/>
              </a:rPr>
              <a:t>para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comunicar</a:t>
            </a:r>
            <a:r>
              <a:rPr sz="2400" spc="265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instrucciones</a:t>
            </a:r>
            <a:r>
              <a:rPr sz="2400" spc="29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a</a:t>
            </a:r>
            <a:r>
              <a:rPr sz="2400" spc="28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spc="-25" dirty="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0760" y="4499610"/>
            <a:ext cx="9302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ejecuta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7459" y="4872037"/>
            <a:ext cx="929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realizar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5802" y="4499610"/>
            <a:ext cx="3385185" cy="1127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just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computadora,</a:t>
            </a:r>
            <a:r>
              <a:rPr sz="2400" spc="34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34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luego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esas</a:t>
            </a:r>
            <a:r>
              <a:rPr sz="2400" spc="5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instrucciones</a:t>
            </a:r>
            <a:r>
              <a:rPr sz="2400" spc="5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400" spc="-20" dirty="0">
                <a:solidFill>
                  <a:srgbClr val="484746"/>
                </a:solidFill>
                <a:latin typeface="Calibri"/>
                <a:cs typeface="Calibri"/>
              </a:rPr>
              <a:t>para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tareas</a:t>
            </a:r>
            <a:r>
              <a:rPr sz="2400" spc="-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específicas.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 descr="Desarrollo de aplicaciones de escritorio y teléfonos inteligent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6160" y="2800350"/>
            <a:ext cx="3328289" cy="2705100"/>
          </a:xfrm>
          <a:prstGeom prst="rect">
            <a:avLst/>
          </a:prstGeom>
        </p:spPr>
      </p:pic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11730CDE-2D70-39E7-F708-436AFF382E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3</a:t>
            </a:fld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Definición</a:t>
            </a:r>
            <a:r>
              <a:rPr spc="30" dirty="0"/>
              <a:t> </a:t>
            </a:r>
            <a:r>
              <a:rPr dirty="0"/>
              <a:t>de</a:t>
            </a:r>
            <a:r>
              <a:rPr spc="90" dirty="0"/>
              <a:t> </a:t>
            </a:r>
            <a:r>
              <a:rPr spc="-10" dirty="0"/>
              <a:t>programación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1644" y="4956746"/>
            <a:ext cx="8580120" cy="1126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2400" spc="50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400" spc="50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habilidad</a:t>
            </a:r>
            <a:r>
              <a:rPr sz="2400" spc="56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fundamental</a:t>
            </a:r>
            <a:r>
              <a:rPr sz="2400" spc="5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400" spc="5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400" spc="5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ingeniería</a:t>
            </a:r>
            <a:r>
              <a:rPr sz="2400" spc="5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2400" spc="5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2400" spc="5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5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84746"/>
                </a:solidFill>
                <a:latin typeface="Calibri"/>
                <a:cs typeface="Calibri"/>
              </a:rPr>
              <a:t>es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esencial</a:t>
            </a:r>
            <a:r>
              <a:rPr sz="2400" spc="254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2400" spc="28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crear</a:t>
            </a:r>
            <a:r>
              <a:rPr sz="2400" spc="27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aplicaciones,</a:t>
            </a:r>
            <a:r>
              <a:rPr sz="2400" spc="27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sistemas</a:t>
            </a:r>
            <a:r>
              <a:rPr sz="2400" spc="27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27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herramientas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informáticos</a:t>
            </a:r>
            <a:r>
              <a:rPr sz="2400" spc="-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-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transformen</a:t>
            </a:r>
            <a:r>
              <a:rPr sz="2400" spc="-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400" spc="-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forma</a:t>
            </a:r>
            <a:r>
              <a:rPr sz="2400" spc="-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400" spc="-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400" spc="-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vivimos</a:t>
            </a:r>
            <a:r>
              <a:rPr sz="2400" spc="-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400" spc="-5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84746"/>
                </a:solidFill>
                <a:latin typeface="Calibri"/>
                <a:cs typeface="Calibri"/>
              </a:rPr>
              <a:t>trabajamos.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3062" y="1609725"/>
            <a:ext cx="8256905" cy="3028950"/>
            <a:chOff x="373062" y="1609725"/>
            <a:chExt cx="8256905" cy="3028950"/>
          </a:xfrm>
        </p:grpSpPr>
        <p:sp>
          <p:nvSpPr>
            <p:cNvPr id="5" name="object 5"/>
            <p:cNvSpPr/>
            <p:nvPr/>
          </p:nvSpPr>
          <p:spPr>
            <a:xfrm>
              <a:off x="1047750" y="1609725"/>
              <a:ext cx="7581900" cy="3028950"/>
            </a:xfrm>
            <a:custGeom>
              <a:avLst/>
              <a:gdLst/>
              <a:ahLst/>
              <a:cxnLst/>
              <a:rect l="l" t="t" r="r" b="b"/>
              <a:pathLst>
                <a:path w="7581900" h="3028950">
                  <a:moveTo>
                    <a:pt x="6067425" y="0"/>
                  </a:moveTo>
                  <a:lnTo>
                    <a:pt x="6067425" y="757174"/>
                  </a:lnTo>
                  <a:lnTo>
                    <a:pt x="0" y="757174"/>
                  </a:lnTo>
                  <a:lnTo>
                    <a:pt x="0" y="2271649"/>
                  </a:lnTo>
                  <a:lnTo>
                    <a:pt x="6067425" y="2271649"/>
                  </a:lnTo>
                  <a:lnTo>
                    <a:pt x="6067425" y="3028950"/>
                  </a:lnTo>
                  <a:lnTo>
                    <a:pt x="7581900" y="1514475"/>
                  </a:lnTo>
                  <a:lnTo>
                    <a:pt x="6067425" y="0"/>
                  </a:lnTo>
                  <a:close/>
                </a:path>
              </a:pathLst>
            </a:custGeom>
            <a:solidFill>
              <a:srgbClr val="CAD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762" y="2519425"/>
              <a:ext cx="1524635" cy="1209675"/>
            </a:xfrm>
            <a:custGeom>
              <a:avLst/>
              <a:gdLst/>
              <a:ahLst/>
              <a:cxnLst/>
              <a:rect l="l" t="t" r="r" b="b"/>
              <a:pathLst>
                <a:path w="1524635" h="1209675">
                  <a:moveTo>
                    <a:pt x="1322387" y="0"/>
                  </a:moveTo>
                  <a:lnTo>
                    <a:pt x="201612" y="0"/>
                  </a:lnTo>
                  <a:lnTo>
                    <a:pt x="155386" y="5319"/>
                  </a:lnTo>
                  <a:lnTo>
                    <a:pt x="112951" y="20474"/>
                  </a:lnTo>
                  <a:lnTo>
                    <a:pt x="75516" y="44257"/>
                  </a:lnTo>
                  <a:lnTo>
                    <a:pt x="44294" y="75462"/>
                  </a:lnTo>
                  <a:lnTo>
                    <a:pt x="20493" y="112883"/>
                  </a:lnTo>
                  <a:lnTo>
                    <a:pt x="5325" y="155314"/>
                  </a:lnTo>
                  <a:lnTo>
                    <a:pt x="0" y="201549"/>
                  </a:lnTo>
                  <a:lnTo>
                    <a:pt x="0" y="1007999"/>
                  </a:lnTo>
                  <a:lnTo>
                    <a:pt x="5325" y="1054240"/>
                  </a:lnTo>
                  <a:lnTo>
                    <a:pt x="20493" y="1096689"/>
                  </a:lnTo>
                  <a:lnTo>
                    <a:pt x="44294" y="1134135"/>
                  </a:lnTo>
                  <a:lnTo>
                    <a:pt x="75516" y="1165367"/>
                  </a:lnTo>
                  <a:lnTo>
                    <a:pt x="112951" y="1189175"/>
                  </a:lnTo>
                  <a:lnTo>
                    <a:pt x="155386" y="1204348"/>
                  </a:lnTo>
                  <a:lnTo>
                    <a:pt x="201612" y="1209675"/>
                  </a:lnTo>
                  <a:lnTo>
                    <a:pt x="1322387" y="1209675"/>
                  </a:lnTo>
                  <a:lnTo>
                    <a:pt x="1368628" y="1204348"/>
                  </a:lnTo>
                  <a:lnTo>
                    <a:pt x="1411077" y="1189175"/>
                  </a:lnTo>
                  <a:lnTo>
                    <a:pt x="1448524" y="1165367"/>
                  </a:lnTo>
                  <a:lnTo>
                    <a:pt x="1479756" y="1134135"/>
                  </a:lnTo>
                  <a:lnTo>
                    <a:pt x="1503564" y="1096689"/>
                  </a:lnTo>
                  <a:lnTo>
                    <a:pt x="1518736" y="1054240"/>
                  </a:lnTo>
                  <a:lnTo>
                    <a:pt x="1524063" y="1007999"/>
                  </a:lnTo>
                  <a:lnTo>
                    <a:pt x="1524063" y="201549"/>
                  </a:lnTo>
                  <a:lnTo>
                    <a:pt x="1518736" y="155314"/>
                  </a:lnTo>
                  <a:lnTo>
                    <a:pt x="1503564" y="112883"/>
                  </a:lnTo>
                  <a:lnTo>
                    <a:pt x="1479756" y="75462"/>
                  </a:lnTo>
                  <a:lnTo>
                    <a:pt x="1448524" y="44257"/>
                  </a:lnTo>
                  <a:lnTo>
                    <a:pt x="1411077" y="20474"/>
                  </a:lnTo>
                  <a:lnTo>
                    <a:pt x="1368628" y="5319"/>
                  </a:lnTo>
                  <a:lnTo>
                    <a:pt x="1322387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762" y="2519425"/>
              <a:ext cx="1524635" cy="1209675"/>
            </a:xfrm>
            <a:custGeom>
              <a:avLst/>
              <a:gdLst/>
              <a:ahLst/>
              <a:cxnLst/>
              <a:rect l="l" t="t" r="r" b="b"/>
              <a:pathLst>
                <a:path w="1524635" h="1209675">
                  <a:moveTo>
                    <a:pt x="0" y="201549"/>
                  </a:moveTo>
                  <a:lnTo>
                    <a:pt x="5325" y="155314"/>
                  </a:lnTo>
                  <a:lnTo>
                    <a:pt x="20493" y="112883"/>
                  </a:lnTo>
                  <a:lnTo>
                    <a:pt x="44294" y="75462"/>
                  </a:lnTo>
                  <a:lnTo>
                    <a:pt x="75516" y="44257"/>
                  </a:lnTo>
                  <a:lnTo>
                    <a:pt x="112951" y="20474"/>
                  </a:lnTo>
                  <a:lnTo>
                    <a:pt x="155386" y="5319"/>
                  </a:lnTo>
                  <a:lnTo>
                    <a:pt x="201612" y="0"/>
                  </a:lnTo>
                  <a:lnTo>
                    <a:pt x="1322387" y="0"/>
                  </a:lnTo>
                  <a:lnTo>
                    <a:pt x="1368628" y="5319"/>
                  </a:lnTo>
                  <a:lnTo>
                    <a:pt x="1411077" y="20474"/>
                  </a:lnTo>
                  <a:lnTo>
                    <a:pt x="1448524" y="44257"/>
                  </a:lnTo>
                  <a:lnTo>
                    <a:pt x="1479756" y="75462"/>
                  </a:lnTo>
                  <a:lnTo>
                    <a:pt x="1503564" y="112883"/>
                  </a:lnTo>
                  <a:lnTo>
                    <a:pt x="1518736" y="155314"/>
                  </a:lnTo>
                  <a:lnTo>
                    <a:pt x="1524063" y="201549"/>
                  </a:lnTo>
                  <a:lnTo>
                    <a:pt x="1524063" y="1007999"/>
                  </a:lnTo>
                  <a:lnTo>
                    <a:pt x="1518736" y="1054240"/>
                  </a:lnTo>
                  <a:lnTo>
                    <a:pt x="1503564" y="1096689"/>
                  </a:lnTo>
                  <a:lnTo>
                    <a:pt x="1479756" y="1134135"/>
                  </a:lnTo>
                  <a:lnTo>
                    <a:pt x="1448524" y="1165367"/>
                  </a:lnTo>
                  <a:lnTo>
                    <a:pt x="1411077" y="1189175"/>
                  </a:lnTo>
                  <a:lnTo>
                    <a:pt x="1368628" y="1204348"/>
                  </a:lnTo>
                  <a:lnTo>
                    <a:pt x="1322387" y="1209675"/>
                  </a:lnTo>
                  <a:lnTo>
                    <a:pt x="201612" y="1209675"/>
                  </a:lnTo>
                  <a:lnTo>
                    <a:pt x="155386" y="1204348"/>
                  </a:lnTo>
                  <a:lnTo>
                    <a:pt x="112951" y="1189175"/>
                  </a:lnTo>
                  <a:lnTo>
                    <a:pt x="75516" y="1165367"/>
                  </a:lnTo>
                  <a:lnTo>
                    <a:pt x="44294" y="1134135"/>
                  </a:lnTo>
                  <a:lnTo>
                    <a:pt x="20493" y="1096689"/>
                  </a:lnTo>
                  <a:lnTo>
                    <a:pt x="5325" y="1054240"/>
                  </a:lnTo>
                  <a:lnTo>
                    <a:pt x="0" y="1007999"/>
                  </a:lnTo>
                  <a:lnTo>
                    <a:pt x="0" y="2015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3907" y="2699067"/>
            <a:ext cx="716280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1905" algn="just">
              <a:lnSpc>
                <a:spcPct val="92100"/>
              </a:lnSpc>
              <a:spcBef>
                <a:spcPts val="27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Implica varias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etapas: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44776" y="2506726"/>
            <a:ext cx="1549400" cy="1235075"/>
            <a:chOff x="2144776" y="2506726"/>
            <a:chExt cx="1549400" cy="1235075"/>
          </a:xfrm>
        </p:grpSpPr>
        <p:sp>
          <p:nvSpPr>
            <p:cNvPr id="10" name="object 10"/>
            <p:cNvSpPr/>
            <p:nvPr/>
          </p:nvSpPr>
          <p:spPr>
            <a:xfrm>
              <a:off x="2157476" y="2519426"/>
              <a:ext cx="1524000" cy="1209675"/>
            </a:xfrm>
            <a:custGeom>
              <a:avLst/>
              <a:gdLst/>
              <a:ahLst/>
              <a:cxnLst/>
              <a:rect l="l" t="t" r="r" b="b"/>
              <a:pathLst>
                <a:path w="1524000" h="1209675">
                  <a:moveTo>
                    <a:pt x="1322324" y="0"/>
                  </a:moveTo>
                  <a:lnTo>
                    <a:pt x="201549" y="0"/>
                  </a:lnTo>
                  <a:lnTo>
                    <a:pt x="155314" y="5319"/>
                  </a:lnTo>
                  <a:lnTo>
                    <a:pt x="112883" y="20474"/>
                  </a:lnTo>
                  <a:lnTo>
                    <a:pt x="75462" y="44257"/>
                  </a:lnTo>
                  <a:lnTo>
                    <a:pt x="44257" y="75462"/>
                  </a:lnTo>
                  <a:lnTo>
                    <a:pt x="20474" y="112883"/>
                  </a:lnTo>
                  <a:lnTo>
                    <a:pt x="5319" y="155314"/>
                  </a:lnTo>
                  <a:lnTo>
                    <a:pt x="0" y="201549"/>
                  </a:lnTo>
                  <a:lnTo>
                    <a:pt x="0" y="1007999"/>
                  </a:lnTo>
                  <a:lnTo>
                    <a:pt x="5319" y="1054240"/>
                  </a:lnTo>
                  <a:lnTo>
                    <a:pt x="20474" y="1096689"/>
                  </a:lnTo>
                  <a:lnTo>
                    <a:pt x="44257" y="1134135"/>
                  </a:lnTo>
                  <a:lnTo>
                    <a:pt x="75462" y="1165367"/>
                  </a:lnTo>
                  <a:lnTo>
                    <a:pt x="112883" y="1189175"/>
                  </a:lnTo>
                  <a:lnTo>
                    <a:pt x="155314" y="1204348"/>
                  </a:lnTo>
                  <a:lnTo>
                    <a:pt x="201549" y="1209675"/>
                  </a:lnTo>
                  <a:lnTo>
                    <a:pt x="1322324" y="1209675"/>
                  </a:lnTo>
                  <a:lnTo>
                    <a:pt x="1368565" y="1204348"/>
                  </a:lnTo>
                  <a:lnTo>
                    <a:pt x="1411014" y="1189175"/>
                  </a:lnTo>
                  <a:lnTo>
                    <a:pt x="1448460" y="1165367"/>
                  </a:lnTo>
                  <a:lnTo>
                    <a:pt x="1479692" y="1134135"/>
                  </a:lnTo>
                  <a:lnTo>
                    <a:pt x="1503500" y="1096689"/>
                  </a:lnTo>
                  <a:lnTo>
                    <a:pt x="1518673" y="1054240"/>
                  </a:lnTo>
                  <a:lnTo>
                    <a:pt x="1524000" y="1007999"/>
                  </a:lnTo>
                  <a:lnTo>
                    <a:pt x="1524000" y="201549"/>
                  </a:lnTo>
                  <a:lnTo>
                    <a:pt x="1518673" y="155314"/>
                  </a:lnTo>
                  <a:lnTo>
                    <a:pt x="1503500" y="112883"/>
                  </a:lnTo>
                  <a:lnTo>
                    <a:pt x="1479692" y="75462"/>
                  </a:lnTo>
                  <a:lnTo>
                    <a:pt x="1448460" y="44257"/>
                  </a:lnTo>
                  <a:lnTo>
                    <a:pt x="1411014" y="20474"/>
                  </a:lnTo>
                  <a:lnTo>
                    <a:pt x="1368565" y="5319"/>
                  </a:lnTo>
                  <a:lnTo>
                    <a:pt x="1322324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57476" y="2519426"/>
              <a:ext cx="1524000" cy="1209675"/>
            </a:xfrm>
            <a:custGeom>
              <a:avLst/>
              <a:gdLst/>
              <a:ahLst/>
              <a:cxnLst/>
              <a:rect l="l" t="t" r="r" b="b"/>
              <a:pathLst>
                <a:path w="1524000" h="1209675">
                  <a:moveTo>
                    <a:pt x="0" y="201549"/>
                  </a:moveTo>
                  <a:lnTo>
                    <a:pt x="5319" y="155314"/>
                  </a:lnTo>
                  <a:lnTo>
                    <a:pt x="20474" y="112883"/>
                  </a:lnTo>
                  <a:lnTo>
                    <a:pt x="44257" y="75462"/>
                  </a:lnTo>
                  <a:lnTo>
                    <a:pt x="75462" y="44257"/>
                  </a:lnTo>
                  <a:lnTo>
                    <a:pt x="112883" y="20474"/>
                  </a:lnTo>
                  <a:lnTo>
                    <a:pt x="155314" y="5319"/>
                  </a:lnTo>
                  <a:lnTo>
                    <a:pt x="201549" y="0"/>
                  </a:lnTo>
                  <a:lnTo>
                    <a:pt x="1322324" y="0"/>
                  </a:lnTo>
                  <a:lnTo>
                    <a:pt x="1368565" y="5319"/>
                  </a:lnTo>
                  <a:lnTo>
                    <a:pt x="1411014" y="20474"/>
                  </a:lnTo>
                  <a:lnTo>
                    <a:pt x="1448460" y="44257"/>
                  </a:lnTo>
                  <a:lnTo>
                    <a:pt x="1479692" y="75462"/>
                  </a:lnTo>
                  <a:lnTo>
                    <a:pt x="1503500" y="112883"/>
                  </a:lnTo>
                  <a:lnTo>
                    <a:pt x="1518673" y="155314"/>
                  </a:lnTo>
                  <a:lnTo>
                    <a:pt x="1524000" y="201549"/>
                  </a:lnTo>
                  <a:lnTo>
                    <a:pt x="1524000" y="1007999"/>
                  </a:lnTo>
                  <a:lnTo>
                    <a:pt x="1518673" y="1054240"/>
                  </a:lnTo>
                  <a:lnTo>
                    <a:pt x="1503500" y="1096689"/>
                  </a:lnTo>
                  <a:lnTo>
                    <a:pt x="1479692" y="1134135"/>
                  </a:lnTo>
                  <a:lnTo>
                    <a:pt x="1448460" y="1165367"/>
                  </a:lnTo>
                  <a:lnTo>
                    <a:pt x="1411014" y="1189175"/>
                  </a:lnTo>
                  <a:lnTo>
                    <a:pt x="1368565" y="1204348"/>
                  </a:lnTo>
                  <a:lnTo>
                    <a:pt x="1322324" y="1209675"/>
                  </a:lnTo>
                  <a:lnTo>
                    <a:pt x="201549" y="1209675"/>
                  </a:lnTo>
                  <a:lnTo>
                    <a:pt x="155314" y="1204348"/>
                  </a:lnTo>
                  <a:lnTo>
                    <a:pt x="112883" y="1189175"/>
                  </a:lnTo>
                  <a:lnTo>
                    <a:pt x="75462" y="1165367"/>
                  </a:lnTo>
                  <a:lnTo>
                    <a:pt x="44257" y="1134135"/>
                  </a:lnTo>
                  <a:lnTo>
                    <a:pt x="20474" y="1096689"/>
                  </a:lnTo>
                  <a:lnTo>
                    <a:pt x="5319" y="1054240"/>
                  </a:lnTo>
                  <a:lnTo>
                    <a:pt x="0" y="1007999"/>
                  </a:lnTo>
                  <a:lnTo>
                    <a:pt x="0" y="2015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40000" y="2950527"/>
            <a:ext cx="753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16426" y="2506726"/>
            <a:ext cx="1539875" cy="1235075"/>
            <a:chOff x="3916426" y="2506726"/>
            <a:chExt cx="1539875" cy="1235075"/>
          </a:xfrm>
        </p:grpSpPr>
        <p:sp>
          <p:nvSpPr>
            <p:cNvPr id="14" name="object 14"/>
            <p:cNvSpPr/>
            <p:nvPr/>
          </p:nvSpPr>
          <p:spPr>
            <a:xfrm>
              <a:off x="3929126" y="2519426"/>
              <a:ext cx="1514475" cy="1209675"/>
            </a:xfrm>
            <a:custGeom>
              <a:avLst/>
              <a:gdLst/>
              <a:ahLst/>
              <a:cxnLst/>
              <a:rect l="l" t="t" r="r" b="b"/>
              <a:pathLst>
                <a:path w="1514475" h="1209675">
                  <a:moveTo>
                    <a:pt x="1312799" y="0"/>
                  </a:moveTo>
                  <a:lnTo>
                    <a:pt x="201549" y="0"/>
                  </a:lnTo>
                  <a:lnTo>
                    <a:pt x="155314" y="5319"/>
                  </a:lnTo>
                  <a:lnTo>
                    <a:pt x="112883" y="20474"/>
                  </a:lnTo>
                  <a:lnTo>
                    <a:pt x="75462" y="44257"/>
                  </a:lnTo>
                  <a:lnTo>
                    <a:pt x="44257" y="75462"/>
                  </a:lnTo>
                  <a:lnTo>
                    <a:pt x="20474" y="112883"/>
                  </a:lnTo>
                  <a:lnTo>
                    <a:pt x="5319" y="155314"/>
                  </a:lnTo>
                  <a:lnTo>
                    <a:pt x="0" y="201549"/>
                  </a:lnTo>
                  <a:lnTo>
                    <a:pt x="0" y="1007999"/>
                  </a:lnTo>
                  <a:lnTo>
                    <a:pt x="5319" y="1054240"/>
                  </a:lnTo>
                  <a:lnTo>
                    <a:pt x="20474" y="1096689"/>
                  </a:lnTo>
                  <a:lnTo>
                    <a:pt x="44257" y="1134135"/>
                  </a:lnTo>
                  <a:lnTo>
                    <a:pt x="75462" y="1165367"/>
                  </a:lnTo>
                  <a:lnTo>
                    <a:pt x="112883" y="1189175"/>
                  </a:lnTo>
                  <a:lnTo>
                    <a:pt x="155314" y="1204348"/>
                  </a:lnTo>
                  <a:lnTo>
                    <a:pt x="201549" y="1209675"/>
                  </a:lnTo>
                  <a:lnTo>
                    <a:pt x="1312799" y="1209675"/>
                  </a:lnTo>
                  <a:lnTo>
                    <a:pt x="1359040" y="1204348"/>
                  </a:lnTo>
                  <a:lnTo>
                    <a:pt x="1401489" y="1189175"/>
                  </a:lnTo>
                  <a:lnTo>
                    <a:pt x="1438935" y="1165367"/>
                  </a:lnTo>
                  <a:lnTo>
                    <a:pt x="1470167" y="1134135"/>
                  </a:lnTo>
                  <a:lnTo>
                    <a:pt x="1493975" y="1096689"/>
                  </a:lnTo>
                  <a:lnTo>
                    <a:pt x="1509148" y="1054240"/>
                  </a:lnTo>
                  <a:lnTo>
                    <a:pt x="1514475" y="1007999"/>
                  </a:lnTo>
                  <a:lnTo>
                    <a:pt x="1514475" y="201549"/>
                  </a:lnTo>
                  <a:lnTo>
                    <a:pt x="1509148" y="155314"/>
                  </a:lnTo>
                  <a:lnTo>
                    <a:pt x="1493975" y="112883"/>
                  </a:lnTo>
                  <a:lnTo>
                    <a:pt x="1470167" y="75462"/>
                  </a:lnTo>
                  <a:lnTo>
                    <a:pt x="1438935" y="44257"/>
                  </a:lnTo>
                  <a:lnTo>
                    <a:pt x="1401489" y="20474"/>
                  </a:lnTo>
                  <a:lnTo>
                    <a:pt x="1359040" y="5319"/>
                  </a:lnTo>
                  <a:lnTo>
                    <a:pt x="1312799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29126" y="2519426"/>
              <a:ext cx="1514475" cy="1209675"/>
            </a:xfrm>
            <a:custGeom>
              <a:avLst/>
              <a:gdLst/>
              <a:ahLst/>
              <a:cxnLst/>
              <a:rect l="l" t="t" r="r" b="b"/>
              <a:pathLst>
                <a:path w="1514475" h="1209675">
                  <a:moveTo>
                    <a:pt x="0" y="201549"/>
                  </a:moveTo>
                  <a:lnTo>
                    <a:pt x="5319" y="155314"/>
                  </a:lnTo>
                  <a:lnTo>
                    <a:pt x="20474" y="112883"/>
                  </a:lnTo>
                  <a:lnTo>
                    <a:pt x="44257" y="75462"/>
                  </a:lnTo>
                  <a:lnTo>
                    <a:pt x="75462" y="44257"/>
                  </a:lnTo>
                  <a:lnTo>
                    <a:pt x="112883" y="20474"/>
                  </a:lnTo>
                  <a:lnTo>
                    <a:pt x="155314" y="5319"/>
                  </a:lnTo>
                  <a:lnTo>
                    <a:pt x="201549" y="0"/>
                  </a:lnTo>
                  <a:lnTo>
                    <a:pt x="1312799" y="0"/>
                  </a:lnTo>
                  <a:lnTo>
                    <a:pt x="1359040" y="5319"/>
                  </a:lnTo>
                  <a:lnTo>
                    <a:pt x="1401489" y="20474"/>
                  </a:lnTo>
                  <a:lnTo>
                    <a:pt x="1438935" y="44257"/>
                  </a:lnTo>
                  <a:lnTo>
                    <a:pt x="1470167" y="75462"/>
                  </a:lnTo>
                  <a:lnTo>
                    <a:pt x="1493975" y="112883"/>
                  </a:lnTo>
                  <a:lnTo>
                    <a:pt x="1509148" y="155314"/>
                  </a:lnTo>
                  <a:lnTo>
                    <a:pt x="1514475" y="201549"/>
                  </a:lnTo>
                  <a:lnTo>
                    <a:pt x="1514475" y="1007999"/>
                  </a:lnTo>
                  <a:lnTo>
                    <a:pt x="1509148" y="1054240"/>
                  </a:lnTo>
                  <a:lnTo>
                    <a:pt x="1493975" y="1096689"/>
                  </a:lnTo>
                  <a:lnTo>
                    <a:pt x="1470167" y="1134135"/>
                  </a:lnTo>
                  <a:lnTo>
                    <a:pt x="1438935" y="1165367"/>
                  </a:lnTo>
                  <a:lnTo>
                    <a:pt x="1401489" y="1189175"/>
                  </a:lnTo>
                  <a:lnTo>
                    <a:pt x="1359040" y="1204348"/>
                  </a:lnTo>
                  <a:lnTo>
                    <a:pt x="1312799" y="1209675"/>
                  </a:lnTo>
                  <a:lnTo>
                    <a:pt x="201549" y="1209675"/>
                  </a:lnTo>
                  <a:lnTo>
                    <a:pt x="155314" y="1204348"/>
                  </a:lnTo>
                  <a:lnTo>
                    <a:pt x="112883" y="1189175"/>
                  </a:lnTo>
                  <a:lnTo>
                    <a:pt x="75462" y="1165367"/>
                  </a:lnTo>
                  <a:lnTo>
                    <a:pt x="44257" y="1134135"/>
                  </a:lnTo>
                  <a:lnTo>
                    <a:pt x="20474" y="1096689"/>
                  </a:lnTo>
                  <a:lnTo>
                    <a:pt x="5319" y="1054240"/>
                  </a:lnTo>
                  <a:lnTo>
                    <a:pt x="0" y="1007999"/>
                  </a:lnTo>
                  <a:lnTo>
                    <a:pt x="0" y="2015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48479" y="2950527"/>
            <a:ext cx="681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Diseño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88076" y="2506726"/>
            <a:ext cx="1539875" cy="1235075"/>
            <a:chOff x="5688076" y="2506726"/>
            <a:chExt cx="1539875" cy="1235075"/>
          </a:xfrm>
        </p:grpSpPr>
        <p:sp>
          <p:nvSpPr>
            <p:cNvPr id="18" name="object 18"/>
            <p:cNvSpPr/>
            <p:nvPr/>
          </p:nvSpPr>
          <p:spPr>
            <a:xfrm>
              <a:off x="5700776" y="2519426"/>
              <a:ext cx="1514475" cy="1209675"/>
            </a:xfrm>
            <a:custGeom>
              <a:avLst/>
              <a:gdLst/>
              <a:ahLst/>
              <a:cxnLst/>
              <a:rect l="l" t="t" r="r" b="b"/>
              <a:pathLst>
                <a:path w="1514475" h="1209675">
                  <a:moveTo>
                    <a:pt x="1312799" y="0"/>
                  </a:moveTo>
                  <a:lnTo>
                    <a:pt x="201549" y="0"/>
                  </a:lnTo>
                  <a:lnTo>
                    <a:pt x="155314" y="5319"/>
                  </a:lnTo>
                  <a:lnTo>
                    <a:pt x="112883" y="20474"/>
                  </a:lnTo>
                  <a:lnTo>
                    <a:pt x="75462" y="44257"/>
                  </a:lnTo>
                  <a:lnTo>
                    <a:pt x="44257" y="75462"/>
                  </a:lnTo>
                  <a:lnTo>
                    <a:pt x="20474" y="112883"/>
                  </a:lnTo>
                  <a:lnTo>
                    <a:pt x="5319" y="155314"/>
                  </a:lnTo>
                  <a:lnTo>
                    <a:pt x="0" y="201549"/>
                  </a:lnTo>
                  <a:lnTo>
                    <a:pt x="0" y="1007999"/>
                  </a:lnTo>
                  <a:lnTo>
                    <a:pt x="5319" y="1054240"/>
                  </a:lnTo>
                  <a:lnTo>
                    <a:pt x="20474" y="1096689"/>
                  </a:lnTo>
                  <a:lnTo>
                    <a:pt x="44257" y="1134135"/>
                  </a:lnTo>
                  <a:lnTo>
                    <a:pt x="75462" y="1165367"/>
                  </a:lnTo>
                  <a:lnTo>
                    <a:pt x="112883" y="1189175"/>
                  </a:lnTo>
                  <a:lnTo>
                    <a:pt x="155314" y="1204348"/>
                  </a:lnTo>
                  <a:lnTo>
                    <a:pt x="201549" y="1209675"/>
                  </a:lnTo>
                  <a:lnTo>
                    <a:pt x="1312799" y="1209675"/>
                  </a:lnTo>
                  <a:lnTo>
                    <a:pt x="1359040" y="1204348"/>
                  </a:lnTo>
                  <a:lnTo>
                    <a:pt x="1401489" y="1189175"/>
                  </a:lnTo>
                  <a:lnTo>
                    <a:pt x="1438935" y="1165367"/>
                  </a:lnTo>
                  <a:lnTo>
                    <a:pt x="1470167" y="1134135"/>
                  </a:lnTo>
                  <a:lnTo>
                    <a:pt x="1493975" y="1096689"/>
                  </a:lnTo>
                  <a:lnTo>
                    <a:pt x="1509148" y="1054240"/>
                  </a:lnTo>
                  <a:lnTo>
                    <a:pt x="1514475" y="1007999"/>
                  </a:lnTo>
                  <a:lnTo>
                    <a:pt x="1514475" y="201549"/>
                  </a:lnTo>
                  <a:lnTo>
                    <a:pt x="1509148" y="155314"/>
                  </a:lnTo>
                  <a:lnTo>
                    <a:pt x="1493975" y="112883"/>
                  </a:lnTo>
                  <a:lnTo>
                    <a:pt x="1470167" y="75462"/>
                  </a:lnTo>
                  <a:lnTo>
                    <a:pt x="1438935" y="44257"/>
                  </a:lnTo>
                  <a:lnTo>
                    <a:pt x="1401489" y="20474"/>
                  </a:lnTo>
                  <a:lnTo>
                    <a:pt x="1359040" y="5319"/>
                  </a:lnTo>
                  <a:lnTo>
                    <a:pt x="1312799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00776" y="2519426"/>
              <a:ext cx="1514475" cy="1209675"/>
            </a:xfrm>
            <a:custGeom>
              <a:avLst/>
              <a:gdLst/>
              <a:ahLst/>
              <a:cxnLst/>
              <a:rect l="l" t="t" r="r" b="b"/>
              <a:pathLst>
                <a:path w="1514475" h="1209675">
                  <a:moveTo>
                    <a:pt x="0" y="201549"/>
                  </a:moveTo>
                  <a:lnTo>
                    <a:pt x="5319" y="155314"/>
                  </a:lnTo>
                  <a:lnTo>
                    <a:pt x="20474" y="112883"/>
                  </a:lnTo>
                  <a:lnTo>
                    <a:pt x="44257" y="75462"/>
                  </a:lnTo>
                  <a:lnTo>
                    <a:pt x="75462" y="44257"/>
                  </a:lnTo>
                  <a:lnTo>
                    <a:pt x="112883" y="20474"/>
                  </a:lnTo>
                  <a:lnTo>
                    <a:pt x="155314" y="5319"/>
                  </a:lnTo>
                  <a:lnTo>
                    <a:pt x="201549" y="0"/>
                  </a:lnTo>
                  <a:lnTo>
                    <a:pt x="1312799" y="0"/>
                  </a:lnTo>
                  <a:lnTo>
                    <a:pt x="1359040" y="5319"/>
                  </a:lnTo>
                  <a:lnTo>
                    <a:pt x="1401489" y="20474"/>
                  </a:lnTo>
                  <a:lnTo>
                    <a:pt x="1438935" y="44257"/>
                  </a:lnTo>
                  <a:lnTo>
                    <a:pt x="1470167" y="75462"/>
                  </a:lnTo>
                  <a:lnTo>
                    <a:pt x="1493975" y="112883"/>
                  </a:lnTo>
                  <a:lnTo>
                    <a:pt x="1509148" y="155314"/>
                  </a:lnTo>
                  <a:lnTo>
                    <a:pt x="1514475" y="201549"/>
                  </a:lnTo>
                  <a:lnTo>
                    <a:pt x="1514475" y="1007999"/>
                  </a:lnTo>
                  <a:lnTo>
                    <a:pt x="1509148" y="1054240"/>
                  </a:lnTo>
                  <a:lnTo>
                    <a:pt x="1493975" y="1096689"/>
                  </a:lnTo>
                  <a:lnTo>
                    <a:pt x="1470167" y="1134135"/>
                  </a:lnTo>
                  <a:lnTo>
                    <a:pt x="1438935" y="1165367"/>
                  </a:lnTo>
                  <a:lnTo>
                    <a:pt x="1401489" y="1189175"/>
                  </a:lnTo>
                  <a:lnTo>
                    <a:pt x="1359040" y="1204348"/>
                  </a:lnTo>
                  <a:lnTo>
                    <a:pt x="1312799" y="1209675"/>
                  </a:lnTo>
                  <a:lnTo>
                    <a:pt x="201549" y="1209675"/>
                  </a:lnTo>
                  <a:lnTo>
                    <a:pt x="155314" y="1204348"/>
                  </a:lnTo>
                  <a:lnTo>
                    <a:pt x="112883" y="1189175"/>
                  </a:lnTo>
                  <a:lnTo>
                    <a:pt x="75462" y="1165367"/>
                  </a:lnTo>
                  <a:lnTo>
                    <a:pt x="44257" y="1134135"/>
                  </a:lnTo>
                  <a:lnTo>
                    <a:pt x="20474" y="1096689"/>
                  </a:lnTo>
                  <a:lnTo>
                    <a:pt x="5319" y="1054240"/>
                  </a:lnTo>
                  <a:lnTo>
                    <a:pt x="0" y="1007999"/>
                  </a:lnTo>
                  <a:lnTo>
                    <a:pt x="0" y="2015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860034" y="2824797"/>
            <a:ext cx="1195070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6385" marR="5080" indent="-274320">
              <a:lnSpc>
                <a:spcPts val="1950"/>
              </a:lnSpc>
              <a:spcBef>
                <a:spcPts val="34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Escritura</a:t>
            </a:r>
            <a:r>
              <a:rPr sz="18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código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459726" y="2506726"/>
            <a:ext cx="1854200" cy="1235075"/>
            <a:chOff x="7459726" y="2506726"/>
            <a:chExt cx="1854200" cy="1235075"/>
          </a:xfrm>
        </p:grpSpPr>
        <p:sp>
          <p:nvSpPr>
            <p:cNvPr id="22" name="object 22"/>
            <p:cNvSpPr/>
            <p:nvPr/>
          </p:nvSpPr>
          <p:spPr>
            <a:xfrm>
              <a:off x="7472426" y="2519426"/>
              <a:ext cx="1828800" cy="1209675"/>
            </a:xfrm>
            <a:custGeom>
              <a:avLst/>
              <a:gdLst/>
              <a:ahLst/>
              <a:cxnLst/>
              <a:rect l="l" t="t" r="r" b="b"/>
              <a:pathLst>
                <a:path w="1828800" h="1209675">
                  <a:moveTo>
                    <a:pt x="1627124" y="0"/>
                  </a:moveTo>
                  <a:lnTo>
                    <a:pt x="201549" y="0"/>
                  </a:lnTo>
                  <a:lnTo>
                    <a:pt x="155314" y="5319"/>
                  </a:lnTo>
                  <a:lnTo>
                    <a:pt x="112883" y="20474"/>
                  </a:lnTo>
                  <a:lnTo>
                    <a:pt x="75462" y="44257"/>
                  </a:lnTo>
                  <a:lnTo>
                    <a:pt x="44257" y="75462"/>
                  </a:lnTo>
                  <a:lnTo>
                    <a:pt x="20474" y="112883"/>
                  </a:lnTo>
                  <a:lnTo>
                    <a:pt x="5319" y="155314"/>
                  </a:lnTo>
                  <a:lnTo>
                    <a:pt x="0" y="201549"/>
                  </a:lnTo>
                  <a:lnTo>
                    <a:pt x="0" y="1007999"/>
                  </a:lnTo>
                  <a:lnTo>
                    <a:pt x="5319" y="1054240"/>
                  </a:lnTo>
                  <a:lnTo>
                    <a:pt x="20474" y="1096689"/>
                  </a:lnTo>
                  <a:lnTo>
                    <a:pt x="44257" y="1134135"/>
                  </a:lnTo>
                  <a:lnTo>
                    <a:pt x="75462" y="1165367"/>
                  </a:lnTo>
                  <a:lnTo>
                    <a:pt x="112883" y="1189175"/>
                  </a:lnTo>
                  <a:lnTo>
                    <a:pt x="155314" y="1204348"/>
                  </a:lnTo>
                  <a:lnTo>
                    <a:pt x="201549" y="1209675"/>
                  </a:lnTo>
                  <a:lnTo>
                    <a:pt x="1627124" y="1209675"/>
                  </a:lnTo>
                  <a:lnTo>
                    <a:pt x="1673365" y="1204348"/>
                  </a:lnTo>
                  <a:lnTo>
                    <a:pt x="1715814" y="1189175"/>
                  </a:lnTo>
                  <a:lnTo>
                    <a:pt x="1753260" y="1165367"/>
                  </a:lnTo>
                  <a:lnTo>
                    <a:pt x="1784492" y="1134135"/>
                  </a:lnTo>
                  <a:lnTo>
                    <a:pt x="1808300" y="1096689"/>
                  </a:lnTo>
                  <a:lnTo>
                    <a:pt x="1823473" y="1054240"/>
                  </a:lnTo>
                  <a:lnTo>
                    <a:pt x="1828800" y="1007999"/>
                  </a:lnTo>
                  <a:lnTo>
                    <a:pt x="1828800" y="201549"/>
                  </a:lnTo>
                  <a:lnTo>
                    <a:pt x="1823473" y="155314"/>
                  </a:lnTo>
                  <a:lnTo>
                    <a:pt x="1808300" y="112883"/>
                  </a:lnTo>
                  <a:lnTo>
                    <a:pt x="1784492" y="75462"/>
                  </a:lnTo>
                  <a:lnTo>
                    <a:pt x="1753260" y="44257"/>
                  </a:lnTo>
                  <a:lnTo>
                    <a:pt x="1715814" y="20474"/>
                  </a:lnTo>
                  <a:lnTo>
                    <a:pt x="1673365" y="5319"/>
                  </a:lnTo>
                  <a:lnTo>
                    <a:pt x="1627124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72426" y="2519426"/>
              <a:ext cx="1828800" cy="1209675"/>
            </a:xfrm>
            <a:custGeom>
              <a:avLst/>
              <a:gdLst/>
              <a:ahLst/>
              <a:cxnLst/>
              <a:rect l="l" t="t" r="r" b="b"/>
              <a:pathLst>
                <a:path w="1828800" h="1209675">
                  <a:moveTo>
                    <a:pt x="0" y="201549"/>
                  </a:moveTo>
                  <a:lnTo>
                    <a:pt x="5319" y="155314"/>
                  </a:lnTo>
                  <a:lnTo>
                    <a:pt x="20474" y="112883"/>
                  </a:lnTo>
                  <a:lnTo>
                    <a:pt x="44257" y="75462"/>
                  </a:lnTo>
                  <a:lnTo>
                    <a:pt x="75462" y="44257"/>
                  </a:lnTo>
                  <a:lnTo>
                    <a:pt x="112883" y="20474"/>
                  </a:lnTo>
                  <a:lnTo>
                    <a:pt x="155314" y="5319"/>
                  </a:lnTo>
                  <a:lnTo>
                    <a:pt x="201549" y="0"/>
                  </a:lnTo>
                  <a:lnTo>
                    <a:pt x="1627124" y="0"/>
                  </a:lnTo>
                  <a:lnTo>
                    <a:pt x="1673365" y="5319"/>
                  </a:lnTo>
                  <a:lnTo>
                    <a:pt x="1715814" y="20474"/>
                  </a:lnTo>
                  <a:lnTo>
                    <a:pt x="1753260" y="44257"/>
                  </a:lnTo>
                  <a:lnTo>
                    <a:pt x="1784492" y="75462"/>
                  </a:lnTo>
                  <a:lnTo>
                    <a:pt x="1808300" y="112883"/>
                  </a:lnTo>
                  <a:lnTo>
                    <a:pt x="1823473" y="155314"/>
                  </a:lnTo>
                  <a:lnTo>
                    <a:pt x="1828800" y="201549"/>
                  </a:lnTo>
                  <a:lnTo>
                    <a:pt x="1828800" y="1007999"/>
                  </a:lnTo>
                  <a:lnTo>
                    <a:pt x="1823473" y="1054240"/>
                  </a:lnTo>
                  <a:lnTo>
                    <a:pt x="1808300" y="1096689"/>
                  </a:lnTo>
                  <a:lnTo>
                    <a:pt x="1784492" y="1134135"/>
                  </a:lnTo>
                  <a:lnTo>
                    <a:pt x="1753260" y="1165367"/>
                  </a:lnTo>
                  <a:lnTo>
                    <a:pt x="1715814" y="1189175"/>
                  </a:lnTo>
                  <a:lnTo>
                    <a:pt x="1673365" y="1204348"/>
                  </a:lnTo>
                  <a:lnTo>
                    <a:pt x="1627124" y="1209675"/>
                  </a:lnTo>
                  <a:lnTo>
                    <a:pt x="201549" y="1209675"/>
                  </a:lnTo>
                  <a:lnTo>
                    <a:pt x="155314" y="1204348"/>
                  </a:lnTo>
                  <a:lnTo>
                    <a:pt x="112883" y="1189175"/>
                  </a:lnTo>
                  <a:lnTo>
                    <a:pt x="75462" y="1165367"/>
                  </a:lnTo>
                  <a:lnTo>
                    <a:pt x="44257" y="1134135"/>
                  </a:lnTo>
                  <a:lnTo>
                    <a:pt x="20474" y="1096689"/>
                  </a:lnTo>
                  <a:lnTo>
                    <a:pt x="5319" y="1054240"/>
                  </a:lnTo>
                  <a:lnTo>
                    <a:pt x="0" y="1007999"/>
                  </a:lnTo>
                  <a:lnTo>
                    <a:pt x="0" y="20154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641590" y="2699067"/>
            <a:ext cx="1490980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3175" algn="ctr">
              <a:lnSpc>
                <a:spcPct val="92100"/>
              </a:lnSpc>
              <a:spcBef>
                <a:spcPts val="27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Pruebas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depuración</a:t>
            </a:r>
            <a:r>
              <a:rPr sz="1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mantenimiento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Marcador de número de diapositiva 24">
            <a:extLst>
              <a:ext uri="{FF2B5EF4-FFF2-40B4-BE49-F238E27FC236}">
                <a16:creationId xmlns:a16="http://schemas.microsoft.com/office/drawing/2014/main" id="{FB98DC06-72FF-CDB0-0AD2-A9FCBF31FF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4</a:t>
            </a:fld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30"/>
              </a:spcBef>
            </a:pPr>
            <a:r>
              <a:rPr dirty="0"/>
              <a:t>Importancia</a:t>
            </a:r>
            <a:r>
              <a:rPr spc="20" dirty="0"/>
              <a:t> </a:t>
            </a:r>
            <a:r>
              <a:rPr dirty="0"/>
              <a:t>de</a:t>
            </a:r>
            <a:r>
              <a:rPr spc="60" dirty="0"/>
              <a:t> </a:t>
            </a:r>
            <a:r>
              <a:rPr dirty="0"/>
              <a:t>la</a:t>
            </a:r>
            <a:r>
              <a:rPr spc="20" dirty="0"/>
              <a:t> </a:t>
            </a:r>
            <a:r>
              <a:rPr spc="-10" dirty="0"/>
              <a:t>programación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2587" y="1744726"/>
            <a:ext cx="8589010" cy="2101850"/>
            <a:chOff x="382587" y="1744726"/>
            <a:chExt cx="8589010" cy="2101850"/>
          </a:xfrm>
        </p:grpSpPr>
        <p:sp>
          <p:nvSpPr>
            <p:cNvPr id="4" name="object 4"/>
            <p:cNvSpPr/>
            <p:nvPr/>
          </p:nvSpPr>
          <p:spPr>
            <a:xfrm>
              <a:off x="395287" y="1757426"/>
              <a:ext cx="8563610" cy="2076450"/>
            </a:xfrm>
            <a:custGeom>
              <a:avLst/>
              <a:gdLst/>
              <a:ahLst/>
              <a:cxnLst/>
              <a:rect l="l" t="t" r="r" b="b"/>
              <a:pathLst>
                <a:path w="8563610" h="2076450">
                  <a:moveTo>
                    <a:pt x="8216836" y="0"/>
                  </a:moveTo>
                  <a:lnTo>
                    <a:pt x="346075" y="0"/>
                  </a:lnTo>
                  <a:lnTo>
                    <a:pt x="299114" y="3159"/>
                  </a:lnTo>
                  <a:lnTo>
                    <a:pt x="254073" y="12361"/>
                  </a:lnTo>
                  <a:lnTo>
                    <a:pt x="211365" y="27195"/>
                  </a:lnTo>
                  <a:lnTo>
                    <a:pt x="171402" y="47248"/>
                  </a:lnTo>
                  <a:lnTo>
                    <a:pt x="134597" y="72108"/>
                  </a:lnTo>
                  <a:lnTo>
                    <a:pt x="101361" y="101361"/>
                  </a:lnTo>
                  <a:lnTo>
                    <a:pt x="72108" y="134597"/>
                  </a:lnTo>
                  <a:lnTo>
                    <a:pt x="47248" y="171402"/>
                  </a:lnTo>
                  <a:lnTo>
                    <a:pt x="27195" y="211365"/>
                  </a:lnTo>
                  <a:lnTo>
                    <a:pt x="12361" y="254073"/>
                  </a:lnTo>
                  <a:lnTo>
                    <a:pt x="3159" y="299114"/>
                  </a:lnTo>
                  <a:lnTo>
                    <a:pt x="0" y="346075"/>
                  </a:lnTo>
                  <a:lnTo>
                    <a:pt x="0" y="1730248"/>
                  </a:lnTo>
                  <a:lnTo>
                    <a:pt x="3159" y="1777208"/>
                  </a:lnTo>
                  <a:lnTo>
                    <a:pt x="12361" y="1822249"/>
                  </a:lnTo>
                  <a:lnTo>
                    <a:pt x="27195" y="1864957"/>
                  </a:lnTo>
                  <a:lnTo>
                    <a:pt x="47248" y="1904920"/>
                  </a:lnTo>
                  <a:lnTo>
                    <a:pt x="72108" y="1941725"/>
                  </a:lnTo>
                  <a:lnTo>
                    <a:pt x="101361" y="1974961"/>
                  </a:lnTo>
                  <a:lnTo>
                    <a:pt x="134597" y="2004214"/>
                  </a:lnTo>
                  <a:lnTo>
                    <a:pt x="171402" y="2029074"/>
                  </a:lnTo>
                  <a:lnTo>
                    <a:pt x="211365" y="2049127"/>
                  </a:lnTo>
                  <a:lnTo>
                    <a:pt x="254073" y="2063961"/>
                  </a:lnTo>
                  <a:lnTo>
                    <a:pt x="299114" y="2073163"/>
                  </a:lnTo>
                  <a:lnTo>
                    <a:pt x="346075" y="2076323"/>
                  </a:lnTo>
                  <a:lnTo>
                    <a:pt x="8216836" y="2076323"/>
                  </a:lnTo>
                  <a:lnTo>
                    <a:pt x="8263799" y="2073163"/>
                  </a:lnTo>
                  <a:lnTo>
                    <a:pt x="8308847" y="2063961"/>
                  </a:lnTo>
                  <a:lnTo>
                    <a:pt x="8351565" y="2049127"/>
                  </a:lnTo>
                  <a:lnTo>
                    <a:pt x="8391541" y="2029074"/>
                  </a:lnTo>
                  <a:lnTo>
                    <a:pt x="8428361" y="2004214"/>
                  </a:lnTo>
                  <a:lnTo>
                    <a:pt x="8461613" y="1974961"/>
                  </a:lnTo>
                  <a:lnTo>
                    <a:pt x="8490882" y="1941725"/>
                  </a:lnTo>
                  <a:lnTo>
                    <a:pt x="8515756" y="1904920"/>
                  </a:lnTo>
                  <a:lnTo>
                    <a:pt x="8535822" y="1864957"/>
                  </a:lnTo>
                  <a:lnTo>
                    <a:pt x="8550667" y="1822249"/>
                  </a:lnTo>
                  <a:lnTo>
                    <a:pt x="8559876" y="1777208"/>
                  </a:lnTo>
                  <a:lnTo>
                    <a:pt x="8563038" y="1730248"/>
                  </a:lnTo>
                  <a:lnTo>
                    <a:pt x="8563038" y="346075"/>
                  </a:lnTo>
                  <a:lnTo>
                    <a:pt x="8559876" y="299114"/>
                  </a:lnTo>
                  <a:lnTo>
                    <a:pt x="8550667" y="254073"/>
                  </a:lnTo>
                  <a:lnTo>
                    <a:pt x="8535822" y="211365"/>
                  </a:lnTo>
                  <a:lnTo>
                    <a:pt x="8515756" y="171402"/>
                  </a:lnTo>
                  <a:lnTo>
                    <a:pt x="8490882" y="134597"/>
                  </a:lnTo>
                  <a:lnTo>
                    <a:pt x="8461613" y="101361"/>
                  </a:lnTo>
                  <a:lnTo>
                    <a:pt x="8428361" y="72108"/>
                  </a:lnTo>
                  <a:lnTo>
                    <a:pt x="8391541" y="47248"/>
                  </a:lnTo>
                  <a:lnTo>
                    <a:pt x="8351565" y="27195"/>
                  </a:lnTo>
                  <a:lnTo>
                    <a:pt x="8308847" y="12361"/>
                  </a:lnTo>
                  <a:lnTo>
                    <a:pt x="8263799" y="3159"/>
                  </a:lnTo>
                  <a:lnTo>
                    <a:pt x="8216836" y="0"/>
                  </a:lnTo>
                  <a:close/>
                </a:path>
              </a:pathLst>
            </a:custGeom>
            <a:solidFill>
              <a:srgbClr val="F0A1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5287" y="1757426"/>
              <a:ext cx="8563610" cy="2076450"/>
            </a:xfrm>
            <a:custGeom>
              <a:avLst/>
              <a:gdLst/>
              <a:ahLst/>
              <a:cxnLst/>
              <a:rect l="l" t="t" r="r" b="b"/>
              <a:pathLst>
                <a:path w="8563610" h="2076450">
                  <a:moveTo>
                    <a:pt x="0" y="346075"/>
                  </a:moveTo>
                  <a:lnTo>
                    <a:pt x="3159" y="299114"/>
                  </a:lnTo>
                  <a:lnTo>
                    <a:pt x="12361" y="254073"/>
                  </a:lnTo>
                  <a:lnTo>
                    <a:pt x="27195" y="211365"/>
                  </a:lnTo>
                  <a:lnTo>
                    <a:pt x="47248" y="171402"/>
                  </a:lnTo>
                  <a:lnTo>
                    <a:pt x="72108" y="134597"/>
                  </a:lnTo>
                  <a:lnTo>
                    <a:pt x="101361" y="101361"/>
                  </a:lnTo>
                  <a:lnTo>
                    <a:pt x="134597" y="72108"/>
                  </a:lnTo>
                  <a:lnTo>
                    <a:pt x="171402" y="47248"/>
                  </a:lnTo>
                  <a:lnTo>
                    <a:pt x="211365" y="27195"/>
                  </a:lnTo>
                  <a:lnTo>
                    <a:pt x="254073" y="12361"/>
                  </a:lnTo>
                  <a:lnTo>
                    <a:pt x="299114" y="3159"/>
                  </a:lnTo>
                  <a:lnTo>
                    <a:pt x="346075" y="0"/>
                  </a:lnTo>
                  <a:lnTo>
                    <a:pt x="8216836" y="0"/>
                  </a:lnTo>
                  <a:lnTo>
                    <a:pt x="8263799" y="3159"/>
                  </a:lnTo>
                  <a:lnTo>
                    <a:pt x="8308847" y="12361"/>
                  </a:lnTo>
                  <a:lnTo>
                    <a:pt x="8351565" y="27195"/>
                  </a:lnTo>
                  <a:lnTo>
                    <a:pt x="8391541" y="47248"/>
                  </a:lnTo>
                  <a:lnTo>
                    <a:pt x="8428361" y="72108"/>
                  </a:lnTo>
                  <a:lnTo>
                    <a:pt x="8461613" y="101361"/>
                  </a:lnTo>
                  <a:lnTo>
                    <a:pt x="8490882" y="134597"/>
                  </a:lnTo>
                  <a:lnTo>
                    <a:pt x="8515756" y="171402"/>
                  </a:lnTo>
                  <a:lnTo>
                    <a:pt x="8535822" y="211365"/>
                  </a:lnTo>
                  <a:lnTo>
                    <a:pt x="8550667" y="254073"/>
                  </a:lnTo>
                  <a:lnTo>
                    <a:pt x="8559876" y="299114"/>
                  </a:lnTo>
                  <a:lnTo>
                    <a:pt x="8563038" y="346075"/>
                  </a:lnTo>
                  <a:lnTo>
                    <a:pt x="8563038" y="1730248"/>
                  </a:lnTo>
                  <a:lnTo>
                    <a:pt x="8559876" y="1777208"/>
                  </a:lnTo>
                  <a:lnTo>
                    <a:pt x="8550667" y="1822249"/>
                  </a:lnTo>
                  <a:lnTo>
                    <a:pt x="8535822" y="1864957"/>
                  </a:lnTo>
                  <a:lnTo>
                    <a:pt x="8515756" y="1904920"/>
                  </a:lnTo>
                  <a:lnTo>
                    <a:pt x="8490882" y="1941725"/>
                  </a:lnTo>
                  <a:lnTo>
                    <a:pt x="8461613" y="1974961"/>
                  </a:lnTo>
                  <a:lnTo>
                    <a:pt x="8428361" y="2004214"/>
                  </a:lnTo>
                  <a:lnTo>
                    <a:pt x="8391541" y="2029074"/>
                  </a:lnTo>
                  <a:lnTo>
                    <a:pt x="8351565" y="2049127"/>
                  </a:lnTo>
                  <a:lnTo>
                    <a:pt x="8308847" y="2063961"/>
                  </a:lnTo>
                  <a:lnTo>
                    <a:pt x="8263799" y="2073163"/>
                  </a:lnTo>
                  <a:lnTo>
                    <a:pt x="8216836" y="2076323"/>
                  </a:lnTo>
                  <a:lnTo>
                    <a:pt x="346075" y="2076323"/>
                  </a:lnTo>
                  <a:lnTo>
                    <a:pt x="299114" y="2073163"/>
                  </a:lnTo>
                  <a:lnTo>
                    <a:pt x="254073" y="2063961"/>
                  </a:lnTo>
                  <a:lnTo>
                    <a:pt x="211365" y="2049127"/>
                  </a:lnTo>
                  <a:lnTo>
                    <a:pt x="171402" y="2029074"/>
                  </a:lnTo>
                  <a:lnTo>
                    <a:pt x="134597" y="2004214"/>
                  </a:lnTo>
                  <a:lnTo>
                    <a:pt x="101361" y="1974961"/>
                  </a:lnTo>
                  <a:lnTo>
                    <a:pt x="72108" y="1941725"/>
                  </a:lnTo>
                  <a:lnTo>
                    <a:pt x="47248" y="1904920"/>
                  </a:lnTo>
                  <a:lnTo>
                    <a:pt x="27195" y="1864957"/>
                  </a:lnTo>
                  <a:lnTo>
                    <a:pt x="12361" y="1822249"/>
                  </a:lnTo>
                  <a:lnTo>
                    <a:pt x="3159" y="1777208"/>
                  </a:lnTo>
                  <a:lnTo>
                    <a:pt x="0" y="1730248"/>
                  </a:lnTo>
                  <a:lnTo>
                    <a:pt x="0" y="3460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4675" y="1897062"/>
            <a:ext cx="8213090" cy="17272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just">
              <a:lnSpc>
                <a:spcPct val="91200"/>
              </a:lnSpc>
              <a:spcBef>
                <a:spcPts val="355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b="1" spc="5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programación</a:t>
            </a:r>
            <a:r>
              <a:rPr sz="2400" b="1" spc="9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400" b="1" spc="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b="1" spc="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2400" b="1" spc="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b="1" spc="5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400" b="1" spc="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sz="2400" b="1" spc="8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b="1" spc="8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software.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Impacta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directamente</a:t>
            </a:r>
            <a:r>
              <a:rPr sz="24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4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la calidad y funcionalidad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24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producto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final.</a:t>
            </a:r>
            <a:r>
              <a:rPr sz="2400" b="1" spc="5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Sin</a:t>
            </a:r>
            <a:r>
              <a:rPr sz="2400" b="1" spc="5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sz="2400" b="1" spc="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programación</a:t>
            </a:r>
            <a:r>
              <a:rPr sz="2400" b="1" spc="5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adecuada,</a:t>
            </a:r>
            <a:r>
              <a:rPr sz="2400" b="1" spc="5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400" b="1" spc="5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2400" b="1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400" b="1" spc="5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puede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cumplir</a:t>
            </a:r>
            <a:r>
              <a:rPr sz="2400" b="1" spc="33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2400" b="1" spc="34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2400" b="1" spc="32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sz="2400" b="1" spc="3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2400" b="1" spc="3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usuario</a:t>
            </a:r>
            <a:r>
              <a:rPr sz="2400" b="1" spc="3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2400" b="1" spc="33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funcionar correctamente.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2587" y="3887851"/>
            <a:ext cx="8589010" cy="2111375"/>
            <a:chOff x="382587" y="3887851"/>
            <a:chExt cx="8589010" cy="2111375"/>
          </a:xfrm>
        </p:grpSpPr>
        <p:sp>
          <p:nvSpPr>
            <p:cNvPr id="8" name="object 8"/>
            <p:cNvSpPr/>
            <p:nvPr/>
          </p:nvSpPr>
          <p:spPr>
            <a:xfrm>
              <a:off x="395287" y="3900551"/>
              <a:ext cx="8563610" cy="2085975"/>
            </a:xfrm>
            <a:custGeom>
              <a:avLst/>
              <a:gdLst/>
              <a:ahLst/>
              <a:cxnLst/>
              <a:rect l="l" t="t" r="r" b="b"/>
              <a:pathLst>
                <a:path w="8563610" h="2085975">
                  <a:moveTo>
                    <a:pt x="8215312" y="0"/>
                  </a:moveTo>
                  <a:lnTo>
                    <a:pt x="347675" y="0"/>
                  </a:lnTo>
                  <a:lnTo>
                    <a:pt x="300495" y="3172"/>
                  </a:lnTo>
                  <a:lnTo>
                    <a:pt x="255246" y="12413"/>
                  </a:lnTo>
                  <a:lnTo>
                    <a:pt x="212340" y="27308"/>
                  </a:lnTo>
                  <a:lnTo>
                    <a:pt x="172193" y="47446"/>
                  </a:lnTo>
                  <a:lnTo>
                    <a:pt x="135217" y="72411"/>
                  </a:lnTo>
                  <a:lnTo>
                    <a:pt x="101828" y="101790"/>
                  </a:lnTo>
                  <a:lnTo>
                    <a:pt x="72439" y="135170"/>
                  </a:lnTo>
                  <a:lnTo>
                    <a:pt x="47466" y="172136"/>
                  </a:lnTo>
                  <a:lnTo>
                    <a:pt x="27320" y="212276"/>
                  </a:lnTo>
                  <a:lnTo>
                    <a:pt x="12418" y="255175"/>
                  </a:lnTo>
                  <a:lnTo>
                    <a:pt x="3173" y="300421"/>
                  </a:lnTo>
                  <a:lnTo>
                    <a:pt x="0" y="347599"/>
                  </a:lnTo>
                  <a:lnTo>
                    <a:pt x="0" y="1738236"/>
                  </a:lnTo>
                  <a:lnTo>
                    <a:pt x="3173" y="1785415"/>
                  </a:lnTo>
                  <a:lnTo>
                    <a:pt x="12418" y="1830665"/>
                  </a:lnTo>
                  <a:lnTo>
                    <a:pt x="27320" y="1873570"/>
                  </a:lnTo>
                  <a:lnTo>
                    <a:pt x="47466" y="1913718"/>
                  </a:lnTo>
                  <a:lnTo>
                    <a:pt x="72439" y="1950693"/>
                  </a:lnTo>
                  <a:lnTo>
                    <a:pt x="101828" y="1984082"/>
                  </a:lnTo>
                  <a:lnTo>
                    <a:pt x="135217" y="2013471"/>
                  </a:lnTo>
                  <a:lnTo>
                    <a:pt x="172193" y="2038445"/>
                  </a:lnTo>
                  <a:lnTo>
                    <a:pt x="212340" y="2058590"/>
                  </a:lnTo>
                  <a:lnTo>
                    <a:pt x="255246" y="2073492"/>
                  </a:lnTo>
                  <a:lnTo>
                    <a:pt x="300495" y="2082737"/>
                  </a:lnTo>
                  <a:lnTo>
                    <a:pt x="347675" y="2085911"/>
                  </a:lnTo>
                  <a:lnTo>
                    <a:pt x="8215312" y="2085911"/>
                  </a:lnTo>
                  <a:lnTo>
                    <a:pt x="8262492" y="2082737"/>
                  </a:lnTo>
                  <a:lnTo>
                    <a:pt x="8307744" y="2073492"/>
                  </a:lnTo>
                  <a:lnTo>
                    <a:pt x="8350654" y="2058590"/>
                  </a:lnTo>
                  <a:lnTo>
                    <a:pt x="8390807" y="2038445"/>
                  </a:lnTo>
                  <a:lnTo>
                    <a:pt x="8427789" y="2013471"/>
                  </a:lnTo>
                  <a:lnTo>
                    <a:pt x="8461184" y="1984082"/>
                  </a:lnTo>
                  <a:lnTo>
                    <a:pt x="8490579" y="1950693"/>
                  </a:lnTo>
                  <a:lnTo>
                    <a:pt x="8515559" y="1913718"/>
                  </a:lnTo>
                  <a:lnTo>
                    <a:pt x="8535709" y="1873570"/>
                  </a:lnTo>
                  <a:lnTo>
                    <a:pt x="8550616" y="1830665"/>
                  </a:lnTo>
                  <a:lnTo>
                    <a:pt x="8559863" y="1785415"/>
                  </a:lnTo>
                  <a:lnTo>
                    <a:pt x="8563038" y="1738236"/>
                  </a:lnTo>
                  <a:lnTo>
                    <a:pt x="8563038" y="347599"/>
                  </a:lnTo>
                  <a:lnTo>
                    <a:pt x="8559863" y="300421"/>
                  </a:lnTo>
                  <a:lnTo>
                    <a:pt x="8550616" y="255175"/>
                  </a:lnTo>
                  <a:lnTo>
                    <a:pt x="8535709" y="212276"/>
                  </a:lnTo>
                  <a:lnTo>
                    <a:pt x="8515559" y="172136"/>
                  </a:lnTo>
                  <a:lnTo>
                    <a:pt x="8490579" y="135170"/>
                  </a:lnTo>
                  <a:lnTo>
                    <a:pt x="8461184" y="101790"/>
                  </a:lnTo>
                  <a:lnTo>
                    <a:pt x="8427789" y="72411"/>
                  </a:lnTo>
                  <a:lnTo>
                    <a:pt x="8390807" y="47446"/>
                  </a:lnTo>
                  <a:lnTo>
                    <a:pt x="8350654" y="27308"/>
                  </a:lnTo>
                  <a:lnTo>
                    <a:pt x="8307744" y="12413"/>
                  </a:lnTo>
                  <a:lnTo>
                    <a:pt x="8262492" y="3172"/>
                  </a:lnTo>
                  <a:lnTo>
                    <a:pt x="8215312" y="0"/>
                  </a:lnTo>
                  <a:close/>
                </a:path>
              </a:pathLst>
            </a:custGeom>
            <a:solidFill>
              <a:srgbClr val="F0A1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5287" y="3900551"/>
              <a:ext cx="8563610" cy="2085975"/>
            </a:xfrm>
            <a:custGeom>
              <a:avLst/>
              <a:gdLst/>
              <a:ahLst/>
              <a:cxnLst/>
              <a:rect l="l" t="t" r="r" b="b"/>
              <a:pathLst>
                <a:path w="8563610" h="2085975">
                  <a:moveTo>
                    <a:pt x="0" y="347599"/>
                  </a:moveTo>
                  <a:lnTo>
                    <a:pt x="3173" y="300421"/>
                  </a:lnTo>
                  <a:lnTo>
                    <a:pt x="12418" y="255175"/>
                  </a:lnTo>
                  <a:lnTo>
                    <a:pt x="27320" y="212276"/>
                  </a:lnTo>
                  <a:lnTo>
                    <a:pt x="47466" y="172136"/>
                  </a:lnTo>
                  <a:lnTo>
                    <a:pt x="72439" y="135170"/>
                  </a:lnTo>
                  <a:lnTo>
                    <a:pt x="101828" y="101790"/>
                  </a:lnTo>
                  <a:lnTo>
                    <a:pt x="135217" y="72411"/>
                  </a:lnTo>
                  <a:lnTo>
                    <a:pt x="172193" y="47446"/>
                  </a:lnTo>
                  <a:lnTo>
                    <a:pt x="212340" y="27308"/>
                  </a:lnTo>
                  <a:lnTo>
                    <a:pt x="255246" y="12413"/>
                  </a:lnTo>
                  <a:lnTo>
                    <a:pt x="300495" y="3172"/>
                  </a:lnTo>
                  <a:lnTo>
                    <a:pt x="347675" y="0"/>
                  </a:lnTo>
                  <a:lnTo>
                    <a:pt x="8215312" y="0"/>
                  </a:lnTo>
                  <a:lnTo>
                    <a:pt x="8262492" y="3172"/>
                  </a:lnTo>
                  <a:lnTo>
                    <a:pt x="8307744" y="12413"/>
                  </a:lnTo>
                  <a:lnTo>
                    <a:pt x="8350654" y="27308"/>
                  </a:lnTo>
                  <a:lnTo>
                    <a:pt x="8390807" y="47446"/>
                  </a:lnTo>
                  <a:lnTo>
                    <a:pt x="8427789" y="72411"/>
                  </a:lnTo>
                  <a:lnTo>
                    <a:pt x="8461184" y="101790"/>
                  </a:lnTo>
                  <a:lnTo>
                    <a:pt x="8490579" y="135170"/>
                  </a:lnTo>
                  <a:lnTo>
                    <a:pt x="8515559" y="172136"/>
                  </a:lnTo>
                  <a:lnTo>
                    <a:pt x="8535709" y="212276"/>
                  </a:lnTo>
                  <a:lnTo>
                    <a:pt x="8550616" y="255175"/>
                  </a:lnTo>
                  <a:lnTo>
                    <a:pt x="8559863" y="300421"/>
                  </a:lnTo>
                  <a:lnTo>
                    <a:pt x="8563038" y="347599"/>
                  </a:lnTo>
                  <a:lnTo>
                    <a:pt x="8563038" y="1738236"/>
                  </a:lnTo>
                  <a:lnTo>
                    <a:pt x="8559863" y="1785415"/>
                  </a:lnTo>
                  <a:lnTo>
                    <a:pt x="8550616" y="1830665"/>
                  </a:lnTo>
                  <a:lnTo>
                    <a:pt x="8535709" y="1873570"/>
                  </a:lnTo>
                  <a:lnTo>
                    <a:pt x="8515559" y="1913718"/>
                  </a:lnTo>
                  <a:lnTo>
                    <a:pt x="8490579" y="1950693"/>
                  </a:lnTo>
                  <a:lnTo>
                    <a:pt x="8461184" y="1984082"/>
                  </a:lnTo>
                  <a:lnTo>
                    <a:pt x="8427789" y="2013471"/>
                  </a:lnTo>
                  <a:lnTo>
                    <a:pt x="8390807" y="2038445"/>
                  </a:lnTo>
                  <a:lnTo>
                    <a:pt x="8350654" y="2058590"/>
                  </a:lnTo>
                  <a:lnTo>
                    <a:pt x="8307744" y="2073492"/>
                  </a:lnTo>
                  <a:lnTo>
                    <a:pt x="8262492" y="2082737"/>
                  </a:lnTo>
                  <a:lnTo>
                    <a:pt x="8215312" y="2085911"/>
                  </a:lnTo>
                  <a:lnTo>
                    <a:pt x="347675" y="2085911"/>
                  </a:lnTo>
                  <a:lnTo>
                    <a:pt x="300495" y="2082737"/>
                  </a:lnTo>
                  <a:lnTo>
                    <a:pt x="255246" y="2073492"/>
                  </a:lnTo>
                  <a:lnTo>
                    <a:pt x="212340" y="2058590"/>
                  </a:lnTo>
                  <a:lnTo>
                    <a:pt x="172193" y="2038445"/>
                  </a:lnTo>
                  <a:lnTo>
                    <a:pt x="135217" y="2013471"/>
                  </a:lnTo>
                  <a:lnTo>
                    <a:pt x="101828" y="1984082"/>
                  </a:lnTo>
                  <a:lnTo>
                    <a:pt x="72439" y="1950693"/>
                  </a:lnTo>
                  <a:lnTo>
                    <a:pt x="47466" y="1913718"/>
                  </a:lnTo>
                  <a:lnTo>
                    <a:pt x="27320" y="1873570"/>
                  </a:lnTo>
                  <a:lnTo>
                    <a:pt x="12418" y="1830665"/>
                  </a:lnTo>
                  <a:lnTo>
                    <a:pt x="3173" y="1785415"/>
                  </a:lnTo>
                  <a:lnTo>
                    <a:pt x="0" y="1738236"/>
                  </a:lnTo>
                  <a:lnTo>
                    <a:pt x="0" y="34759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4675" y="4214114"/>
            <a:ext cx="362839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72870" algn="l"/>
                <a:tab pos="1858010" algn="l"/>
              </a:tabLst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Además,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programación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8650" y="4214114"/>
            <a:ext cx="43434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7370" algn="l"/>
                <a:tab pos="1635125" algn="l"/>
                <a:tab pos="2461260" algn="l"/>
                <a:tab pos="2946400" algn="l"/>
              </a:tabLst>
            </a:pP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crucial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innovación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4675" y="4548568"/>
            <a:ext cx="8213090" cy="10591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  <a:spcBef>
                <a:spcPts val="35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tecnológica</a:t>
            </a:r>
            <a:r>
              <a:rPr sz="2400" b="1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400" b="1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400" b="1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avance</a:t>
            </a:r>
            <a:r>
              <a:rPr sz="24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b="1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industria</a:t>
            </a:r>
            <a:r>
              <a:rPr sz="2400" b="1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240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software.</a:t>
            </a:r>
            <a:r>
              <a:rPr sz="2400" b="1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Permite</a:t>
            </a:r>
            <a:r>
              <a:rPr sz="2400" b="1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creación</a:t>
            </a:r>
            <a:r>
              <a:rPr sz="2400" b="1" spc="254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b="1" spc="27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soluciones</a:t>
            </a:r>
            <a:r>
              <a:rPr sz="2400" b="1" spc="25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sz="2400" b="1" spc="27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mejoran</a:t>
            </a:r>
            <a:r>
              <a:rPr sz="2400" b="1" spc="26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b="1" spc="26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eficiencia,</a:t>
            </a:r>
            <a:r>
              <a:rPr sz="2400" b="1" spc="28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productividad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sz="24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vida.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D2686718-187D-B08B-EECC-F65AB86473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5</a:t>
            </a:fld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39620" y="2263457"/>
            <a:ext cx="7909559" cy="20434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1121410">
              <a:lnSpc>
                <a:spcPct val="100499"/>
              </a:lnSpc>
              <a:spcBef>
                <a:spcPts val="65"/>
              </a:spcBef>
            </a:pPr>
            <a:r>
              <a:rPr sz="6600" dirty="0"/>
              <a:t>Ciclo</a:t>
            </a:r>
            <a:r>
              <a:rPr sz="6600" spc="-45" dirty="0"/>
              <a:t> </a:t>
            </a:r>
            <a:r>
              <a:rPr sz="6600" dirty="0"/>
              <a:t>de</a:t>
            </a:r>
            <a:r>
              <a:rPr sz="6600" spc="-50" dirty="0"/>
              <a:t> </a:t>
            </a:r>
            <a:r>
              <a:rPr sz="6600" dirty="0"/>
              <a:t>vida</a:t>
            </a:r>
            <a:r>
              <a:rPr sz="6600" spc="-55" dirty="0"/>
              <a:t> </a:t>
            </a:r>
            <a:r>
              <a:rPr sz="6600" spc="-25" dirty="0"/>
              <a:t>del </a:t>
            </a:r>
            <a:r>
              <a:rPr sz="6600" dirty="0"/>
              <a:t>desarrollo</a:t>
            </a:r>
            <a:r>
              <a:rPr sz="6600" spc="-95" dirty="0"/>
              <a:t> </a:t>
            </a:r>
            <a:r>
              <a:rPr sz="6600" dirty="0"/>
              <a:t>de</a:t>
            </a:r>
            <a:r>
              <a:rPr sz="6600" spc="-95" dirty="0"/>
              <a:t> </a:t>
            </a:r>
            <a:r>
              <a:rPr sz="6600" spc="-10" dirty="0"/>
              <a:t>software</a:t>
            </a:r>
            <a:endParaRPr sz="66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52E6607-4397-B899-3FBD-8B6424009E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6</a:t>
            </a:fld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30"/>
              </a:spcBef>
            </a:pPr>
            <a:r>
              <a:rPr dirty="0"/>
              <a:t>Fases</a:t>
            </a:r>
            <a:r>
              <a:rPr spc="20" dirty="0"/>
              <a:t> </a:t>
            </a:r>
            <a:r>
              <a:rPr dirty="0"/>
              <a:t>del</a:t>
            </a:r>
            <a:r>
              <a:rPr spc="25" dirty="0"/>
              <a:t> </a:t>
            </a:r>
            <a:r>
              <a:rPr dirty="0"/>
              <a:t>ciclo</a:t>
            </a:r>
            <a:r>
              <a:rPr spc="50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spc="-20" dirty="0"/>
              <a:t>vida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49676" y="1716151"/>
            <a:ext cx="5749925" cy="806450"/>
            <a:chOff x="3249676" y="1716151"/>
            <a:chExt cx="5749925" cy="806450"/>
          </a:xfrm>
        </p:grpSpPr>
        <p:sp>
          <p:nvSpPr>
            <p:cNvPr id="4" name="object 4"/>
            <p:cNvSpPr/>
            <p:nvPr/>
          </p:nvSpPr>
          <p:spPr>
            <a:xfrm>
              <a:off x="3262376" y="1728851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594223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5594223" y="781050"/>
                  </a:lnTo>
                  <a:lnTo>
                    <a:pt x="5644961" y="770816"/>
                  </a:lnTo>
                  <a:lnTo>
                    <a:pt x="5686377" y="742902"/>
                  </a:lnTo>
                  <a:lnTo>
                    <a:pt x="5714291" y="701486"/>
                  </a:lnTo>
                  <a:lnTo>
                    <a:pt x="5724525" y="650748"/>
                  </a:lnTo>
                  <a:lnTo>
                    <a:pt x="5724525" y="130175"/>
                  </a:lnTo>
                  <a:lnTo>
                    <a:pt x="5714291" y="79456"/>
                  </a:lnTo>
                  <a:lnTo>
                    <a:pt x="5686377" y="38084"/>
                  </a:lnTo>
                  <a:lnTo>
                    <a:pt x="5644961" y="10213"/>
                  </a:lnTo>
                  <a:lnTo>
                    <a:pt x="5594223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62376" y="1728851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724525" y="130175"/>
                  </a:moveTo>
                  <a:lnTo>
                    <a:pt x="5724525" y="650748"/>
                  </a:lnTo>
                  <a:lnTo>
                    <a:pt x="5714291" y="701486"/>
                  </a:lnTo>
                  <a:lnTo>
                    <a:pt x="5686377" y="742902"/>
                  </a:lnTo>
                  <a:lnTo>
                    <a:pt x="5644961" y="770816"/>
                  </a:lnTo>
                  <a:lnTo>
                    <a:pt x="5594223" y="781050"/>
                  </a:lnTo>
                  <a:lnTo>
                    <a:pt x="0" y="781050"/>
                  </a:lnTo>
                  <a:lnTo>
                    <a:pt x="0" y="0"/>
                  </a:lnTo>
                  <a:lnTo>
                    <a:pt x="5594223" y="0"/>
                  </a:lnTo>
                  <a:lnTo>
                    <a:pt x="5644961" y="10213"/>
                  </a:lnTo>
                  <a:lnTo>
                    <a:pt x="5686377" y="38084"/>
                  </a:lnTo>
                  <a:lnTo>
                    <a:pt x="5714291" y="79456"/>
                  </a:lnTo>
                  <a:lnTo>
                    <a:pt x="5724525" y="130175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92246" y="1812353"/>
            <a:ext cx="5224145" cy="548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4150" marR="5080" indent="-172085">
              <a:lnSpc>
                <a:spcPts val="1950"/>
              </a:lnSpc>
              <a:spcBef>
                <a:spcPts val="34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Recopilación</a:t>
            </a:r>
            <a:r>
              <a:rPr sz="1800" spc="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1800" spc="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análisis de</a:t>
            </a:r>
            <a:r>
              <a:rPr sz="1800" spc="-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1800" spc="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necesidades</a:t>
            </a:r>
            <a:r>
              <a:rPr sz="1800" spc="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usuario.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1800" spc="-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crucial</a:t>
            </a:r>
            <a:r>
              <a:rPr sz="1800" spc="-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1800" spc="-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definir</a:t>
            </a:r>
            <a:r>
              <a:rPr sz="1800" spc="-2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qué</a:t>
            </a:r>
            <a:r>
              <a:rPr sz="1800" spc="-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debe</a:t>
            </a:r>
            <a:r>
              <a:rPr sz="1800" spc="-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hacer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1800" spc="-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software.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6412" y="1620900"/>
            <a:ext cx="2769235" cy="996950"/>
            <a:chOff x="506412" y="1620900"/>
            <a:chExt cx="2769235" cy="996950"/>
          </a:xfrm>
        </p:grpSpPr>
        <p:sp>
          <p:nvSpPr>
            <p:cNvPr id="8" name="object 8"/>
            <p:cNvSpPr/>
            <p:nvPr/>
          </p:nvSpPr>
          <p:spPr>
            <a:xfrm>
              <a:off x="519112" y="1633600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2581211" y="0"/>
                  </a:moveTo>
                  <a:lnTo>
                    <a:pt x="161925" y="0"/>
                  </a:lnTo>
                  <a:lnTo>
                    <a:pt x="118881" y="5776"/>
                  </a:lnTo>
                  <a:lnTo>
                    <a:pt x="80201" y="22083"/>
                  </a:lnTo>
                  <a:lnTo>
                    <a:pt x="47429" y="47386"/>
                  </a:lnTo>
                  <a:lnTo>
                    <a:pt x="22109" y="80151"/>
                  </a:lnTo>
                  <a:lnTo>
                    <a:pt x="5784" y="118842"/>
                  </a:lnTo>
                  <a:lnTo>
                    <a:pt x="0" y="161925"/>
                  </a:lnTo>
                  <a:lnTo>
                    <a:pt x="0" y="809498"/>
                  </a:lnTo>
                  <a:lnTo>
                    <a:pt x="5784" y="852590"/>
                  </a:lnTo>
                  <a:lnTo>
                    <a:pt x="22109" y="891304"/>
                  </a:lnTo>
                  <a:lnTo>
                    <a:pt x="47429" y="924099"/>
                  </a:lnTo>
                  <a:lnTo>
                    <a:pt x="80201" y="949433"/>
                  </a:lnTo>
                  <a:lnTo>
                    <a:pt x="118881" y="965763"/>
                  </a:lnTo>
                  <a:lnTo>
                    <a:pt x="161925" y="971550"/>
                  </a:lnTo>
                  <a:lnTo>
                    <a:pt x="2581211" y="971550"/>
                  </a:lnTo>
                  <a:lnTo>
                    <a:pt x="2624303" y="965763"/>
                  </a:lnTo>
                  <a:lnTo>
                    <a:pt x="2663018" y="949433"/>
                  </a:lnTo>
                  <a:lnTo>
                    <a:pt x="2695813" y="924099"/>
                  </a:lnTo>
                  <a:lnTo>
                    <a:pt x="2721146" y="891304"/>
                  </a:lnTo>
                  <a:lnTo>
                    <a:pt x="2737477" y="852590"/>
                  </a:lnTo>
                  <a:lnTo>
                    <a:pt x="2743263" y="809498"/>
                  </a:lnTo>
                  <a:lnTo>
                    <a:pt x="2743263" y="161925"/>
                  </a:lnTo>
                  <a:lnTo>
                    <a:pt x="2737477" y="118842"/>
                  </a:lnTo>
                  <a:lnTo>
                    <a:pt x="2721146" y="80151"/>
                  </a:lnTo>
                  <a:lnTo>
                    <a:pt x="2695813" y="47386"/>
                  </a:lnTo>
                  <a:lnTo>
                    <a:pt x="2663018" y="22083"/>
                  </a:lnTo>
                  <a:lnTo>
                    <a:pt x="2624303" y="5776"/>
                  </a:lnTo>
                  <a:lnTo>
                    <a:pt x="2581211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9112" y="1633600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0" y="161925"/>
                  </a:moveTo>
                  <a:lnTo>
                    <a:pt x="5784" y="118842"/>
                  </a:lnTo>
                  <a:lnTo>
                    <a:pt x="22109" y="80151"/>
                  </a:lnTo>
                  <a:lnTo>
                    <a:pt x="47429" y="47386"/>
                  </a:lnTo>
                  <a:lnTo>
                    <a:pt x="80201" y="22083"/>
                  </a:lnTo>
                  <a:lnTo>
                    <a:pt x="118881" y="5776"/>
                  </a:lnTo>
                  <a:lnTo>
                    <a:pt x="161925" y="0"/>
                  </a:lnTo>
                  <a:lnTo>
                    <a:pt x="2581211" y="0"/>
                  </a:lnTo>
                  <a:lnTo>
                    <a:pt x="2624303" y="5776"/>
                  </a:lnTo>
                  <a:lnTo>
                    <a:pt x="2663018" y="22083"/>
                  </a:lnTo>
                  <a:lnTo>
                    <a:pt x="2695813" y="47386"/>
                  </a:lnTo>
                  <a:lnTo>
                    <a:pt x="2721146" y="80151"/>
                  </a:lnTo>
                  <a:lnTo>
                    <a:pt x="2737477" y="118842"/>
                  </a:lnTo>
                  <a:lnTo>
                    <a:pt x="2743263" y="161925"/>
                  </a:lnTo>
                  <a:lnTo>
                    <a:pt x="2743263" y="809498"/>
                  </a:lnTo>
                  <a:lnTo>
                    <a:pt x="2737477" y="852590"/>
                  </a:lnTo>
                  <a:lnTo>
                    <a:pt x="2721146" y="891304"/>
                  </a:lnTo>
                  <a:lnTo>
                    <a:pt x="2695813" y="924099"/>
                  </a:lnTo>
                  <a:lnTo>
                    <a:pt x="2663018" y="949433"/>
                  </a:lnTo>
                  <a:lnTo>
                    <a:pt x="2624303" y="965763"/>
                  </a:lnTo>
                  <a:lnTo>
                    <a:pt x="2581211" y="971550"/>
                  </a:lnTo>
                  <a:lnTo>
                    <a:pt x="161925" y="971550"/>
                  </a:lnTo>
                  <a:lnTo>
                    <a:pt x="118881" y="965763"/>
                  </a:lnTo>
                  <a:lnTo>
                    <a:pt x="80201" y="949433"/>
                  </a:lnTo>
                  <a:lnTo>
                    <a:pt x="47429" y="924099"/>
                  </a:lnTo>
                  <a:lnTo>
                    <a:pt x="22109" y="891304"/>
                  </a:lnTo>
                  <a:lnTo>
                    <a:pt x="5784" y="852590"/>
                  </a:lnTo>
                  <a:lnTo>
                    <a:pt x="0" y="809498"/>
                  </a:lnTo>
                  <a:lnTo>
                    <a:pt x="0" y="16192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03007" y="1900491"/>
            <a:ext cx="130111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Requisitos: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49676" y="2735326"/>
            <a:ext cx="5749925" cy="806450"/>
            <a:chOff x="3249676" y="2735326"/>
            <a:chExt cx="5749925" cy="806450"/>
          </a:xfrm>
        </p:grpSpPr>
        <p:sp>
          <p:nvSpPr>
            <p:cNvPr id="12" name="object 12"/>
            <p:cNvSpPr/>
            <p:nvPr/>
          </p:nvSpPr>
          <p:spPr>
            <a:xfrm>
              <a:off x="3262376" y="2748026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594223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5594223" y="781050"/>
                  </a:lnTo>
                  <a:lnTo>
                    <a:pt x="5644961" y="770816"/>
                  </a:lnTo>
                  <a:lnTo>
                    <a:pt x="5686377" y="742902"/>
                  </a:lnTo>
                  <a:lnTo>
                    <a:pt x="5714291" y="701486"/>
                  </a:lnTo>
                  <a:lnTo>
                    <a:pt x="5724525" y="650748"/>
                  </a:lnTo>
                  <a:lnTo>
                    <a:pt x="5724525" y="130175"/>
                  </a:lnTo>
                  <a:lnTo>
                    <a:pt x="5714291" y="79456"/>
                  </a:lnTo>
                  <a:lnTo>
                    <a:pt x="5686377" y="38084"/>
                  </a:lnTo>
                  <a:lnTo>
                    <a:pt x="5644961" y="10213"/>
                  </a:lnTo>
                  <a:lnTo>
                    <a:pt x="5594223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62376" y="2748026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724525" y="130175"/>
                  </a:moveTo>
                  <a:lnTo>
                    <a:pt x="5724525" y="650748"/>
                  </a:lnTo>
                  <a:lnTo>
                    <a:pt x="5714291" y="701486"/>
                  </a:lnTo>
                  <a:lnTo>
                    <a:pt x="5686377" y="742902"/>
                  </a:lnTo>
                  <a:lnTo>
                    <a:pt x="5644961" y="770816"/>
                  </a:lnTo>
                  <a:lnTo>
                    <a:pt x="5594223" y="781050"/>
                  </a:lnTo>
                  <a:lnTo>
                    <a:pt x="0" y="781050"/>
                  </a:lnTo>
                  <a:lnTo>
                    <a:pt x="0" y="0"/>
                  </a:lnTo>
                  <a:lnTo>
                    <a:pt x="5594223" y="0"/>
                  </a:lnTo>
                  <a:lnTo>
                    <a:pt x="5644961" y="10213"/>
                  </a:lnTo>
                  <a:lnTo>
                    <a:pt x="5686377" y="38084"/>
                  </a:lnTo>
                  <a:lnTo>
                    <a:pt x="5714291" y="79456"/>
                  </a:lnTo>
                  <a:lnTo>
                    <a:pt x="5724525" y="130175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92246" y="2707957"/>
            <a:ext cx="5224145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150" marR="5080" indent="-172085" algn="just">
              <a:lnSpc>
                <a:spcPct val="92100"/>
              </a:lnSpc>
              <a:spcBef>
                <a:spcPts val="27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Modelado</a:t>
            </a:r>
            <a:r>
              <a:rPr sz="1800" spc="45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1800" spc="40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1800" spc="4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1800" spc="4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diseño</a:t>
            </a:r>
            <a:r>
              <a:rPr sz="1800" spc="4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1800" spc="39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1800" spc="39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arquitectura.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Aquí</a:t>
            </a:r>
            <a:r>
              <a:rPr sz="1800" spc="3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1800" spc="3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planifica</a:t>
            </a:r>
            <a:r>
              <a:rPr sz="1800" spc="3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cómo</a:t>
            </a:r>
            <a:r>
              <a:rPr sz="1800" spc="35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1800" spc="3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implementarán</a:t>
            </a:r>
            <a:r>
              <a:rPr sz="1800" spc="3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los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requisitos.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412" y="2640076"/>
            <a:ext cx="2769235" cy="996950"/>
            <a:chOff x="506412" y="2640076"/>
            <a:chExt cx="2769235" cy="996950"/>
          </a:xfrm>
        </p:grpSpPr>
        <p:sp>
          <p:nvSpPr>
            <p:cNvPr id="16" name="object 16"/>
            <p:cNvSpPr/>
            <p:nvPr/>
          </p:nvSpPr>
          <p:spPr>
            <a:xfrm>
              <a:off x="519112" y="2652776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2581211" y="0"/>
                  </a:moveTo>
                  <a:lnTo>
                    <a:pt x="161925" y="0"/>
                  </a:lnTo>
                  <a:lnTo>
                    <a:pt x="118881" y="5776"/>
                  </a:lnTo>
                  <a:lnTo>
                    <a:pt x="80201" y="22083"/>
                  </a:lnTo>
                  <a:lnTo>
                    <a:pt x="47429" y="47386"/>
                  </a:lnTo>
                  <a:lnTo>
                    <a:pt x="22109" y="80151"/>
                  </a:lnTo>
                  <a:lnTo>
                    <a:pt x="5784" y="118842"/>
                  </a:lnTo>
                  <a:lnTo>
                    <a:pt x="0" y="161925"/>
                  </a:lnTo>
                  <a:lnTo>
                    <a:pt x="0" y="809498"/>
                  </a:lnTo>
                  <a:lnTo>
                    <a:pt x="5784" y="852590"/>
                  </a:lnTo>
                  <a:lnTo>
                    <a:pt x="22109" y="891304"/>
                  </a:lnTo>
                  <a:lnTo>
                    <a:pt x="47429" y="924099"/>
                  </a:lnTo>
                  <a:lnTo>
                    <a:pt x="80201" y="949433"/>
                  </a:lnTo>
                  <a:lnTo>
                    <a:pt x="118881" y="965763"/>
                  </a:lnTo>
                  <a:lnTo>
                    <a:pt x="161925" y="971550"/>
                  </a:lnTo>
                  <a:lnTo>
                    <a:pt x="2581211" y="971550"/>
                  </a:lnTo>
                  <a:lnTo>
                    <a:pt x="2624303" y="965763"/>
                  </a:lnTo>
                  <a:lnTo>
                    <a:pt x="2663018" y="949433"/>
                  </a:lnTo>
                  <a:lnTo>
                    <a:pt x="2695813" y="924099"/>
                  </a:lnTo>
                  <a:lnTo>
                    <a:pt x="2721146" y="891304"/>
                  </a:lnTo>
                  <a:lnTo>
                    <a:pt x="2737477" y="852590"/>
                  </a:lnTo>
                  <a:lnTo>
                    <a:pt x="2743263" y="809498"/>
                  </a:lnTo>
                  <a:lnTo>
                    <a:pt x="2743263" y="161925"/>
                  </a:lnTo>
                  <a:lnTo>
                    <a:pt x="2737477" y="118842"/>
                  </a:lnTo>
                  <a:lnTo>
                    <a:pt x="2721146" y="80151"/>
                  </a:lnTo>
                  <a:lnTo>
                    <a:pt x="2695813" y="47386"/>
                  </a:lnTo>
                  <a:lnTo>
                    <a:pt x="2663018" y="22083"/>
                  </a:lnTo>
                  <a:lnTo>
                    <a:pt x="2624303" y="5776"/>
                  </a:lnTo>
                  <a:lnTo>
                    <a:pt x="2581211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112" y="2652776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0" y="161925"/>
                  </a:moveTo>
                  <a:lnTo>
                    <a:pt x="5784" y="118842"/>
                  </a:lnTo>
                  <a:lnTo>
                    <a:pt x="22109" y="80151"/>
                  </a:lnTo>
                  <a:lnTo>
                    <a:pt x="47429" y="47386"/>
                  </a:lnTo>
                  <a:lnTo>
                    <a:pt x="80201" y="22083"/>
                  </a:lnTo>
                  <a:lnTo>
                    <a:pt x="118881" y="5776"/>
                  </a:lnTo>
                  <a:lnTo>
                    <a:pt x="161925" y="0"/>
                  </a:lnTo>
                  <a:lnTo>
                    <a:pt x="2581211" y="0"/>
                  </a:lnTo>
                  <a:lnTo>
                    <a:pt x="2624303" y="5776"/>
                  </a:lnTo>
                  <a:lnTo>
                    <a:pt x="2663018" y="22083"/>
                  </a:lnTo>
                  <a:lnTo>
                    <a:pt x="2695813" y="47386"/>
                  </a:lnTo>
                  <a:lnTo>
                    <a:pt x="2721146" y="80151"/>
                  </a:lnTo>
                  <a:lnTo>
                    <a:pt x="2737477" y="118842"/>
                  </a:lnTo>
                  <a:lnTo>
                    <a:pt x="2743263" y="161925"/>
                  </a:lnTo>
                  <a:lnTo>
                    <a:pt x="2743263" y="809498"/>
                  </a:lnTo>
                  <a:lnTo>
                    <a:pt x="2737477" y="852590"/>
                  </a:lnTo>
                  <a:lnTo>
                    <a:pt x="2721146" y="891304"/>
                  </a:lnTo>
                  <a:lnTo>
                    <a:pt x="2695813" y="924099"/>
                  </a:lnTo>
                  <a:lnTo>
                    <a:pt x="2663018" y="949433"/>
                  </a:lnTo>
                  <a:lnTo>
                    <a:pt x="2624303" y="965763"/>
                  </a:lnTo>
                  <a:lnTo>
                    <a:pt x="2581211" y="971550"/>
                  </a:lnTo>
                  <a:lnTo>
                    <a:pt x="161925" y="971550"/>
                  </a:lnTo>
                  <a:lnTo>
                    <a:pt x="118881" y="965763"/>
                  </a:lnTo>
                  <a:lnTo>
                    <a:pt x="80201" y="949433"/>
                  </a:lnTo>
                  <a:lnTo>
                    <a:pt x="47429" y="924099"/>
                  </a:lnTo>
                  <a:lnTo>
                    <a:pt x="22109" y="891304"/>
                  </a:lnTo>
                  <a:lnTo>
                    <a:pt x="5784" y="852590"/>
                  </a:lnTo>
                  <a:lnTo>
                    <a:pt x="0" y="809498"/>
                  </a:lnTo>
                  <a:lnTo>
                    <a:pt x="0" y="16192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3914" y="2921635"/>
            <a:ext cx="201993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dirty="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sz="215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15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diseño: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49676" y="3754501"/>
            <a:ext cx="5749925" cy="806450"/>
            <a:chOff x="3249676" y="3754501"/>
            <a:chExt cx="5749925" cy="806450"/>
          </a:xfrm>
        </p:grpSpPr>
        <p:sp>
          <p:nvSpPr>
            <p:cNvPr id="20" name="object 20"/>
            <p:cNvSpPr/>
            <p:nvPr/>
          </p:nvSpPr>
          <p:spPr>
            <a:xfrm>
              <a:off x="3262376" y="3767201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594223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5594223" y="781050"/>
                  </a:lnTo>
                  <a:lnTo>
                    <a:pt x="5644961" y="770816"/>
                  </a:lnTo>
                  <a:lnTo>
                    <a:pt x="5686377" y="742902"/>
                  </a:lnTo>
                  <a:lnTo>
                    <a:pt x="5714291" y="701486"/>
                  </a:lnTo>
                  <a:lnTo>
                    <a:pt x="5724525" y="650748"/>
                  </a:lnTo>
                  <a:lnTo>
                    <a:pt x="5724525" y="130175"/>
                  </a:lnTo>
                  <a:lnTo>
                    <a:pt x="5714291" y="79456"/>
                  </a:lnTo>
                  <a:lnTo>
                    <a:pt x="5686377" y="38084"/>
                  </a:lnTo>
                  <a:lnTo>
                    <a:pt x="5644961" y="10213"/>
                  </a:lnTo>
                  <a:lnTo>
                    <a:pt x="5594223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2376" y="3767201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724525" y="130175"/>
                  </a:moveTo>
                  <a:lnTo>
                    <a:pt x="5724525" y="650748"/>
                  </a:lnTo>
                  <a:lnTo>
                    <a:pt x="5714291" y="701486"/>
                  </a:lnTo>
                  <a:lnTo>
                    <a:pt x="5686377" y="742902"/>
                  </a:lnTo>
                  <a:lnTo>
                    <a:pt x="5644961" y="770816"/>
                  </a:lnTo>
                  <a:lnTo>
                    <a:pt x="5594223" y="781050"/>
                  </a:lnTo>
                  <a:lnTo>
                    <a:pt x="0" y="781050"/>
                  </a:lnTo>
                  <a:lnTo>
                    <a:pt x="0" y="0"/>
                  </a:lnTo>
                  <a:lnTo>
                    <a:pt x="5594223" y="0"/>
                  </a:lnTo>
                  <a:lnTo>
                    <a:pt x="5644961" y="10213"/>
                  </a:lnTo>
                  <a:lnTo>
                    <a:pt x="5686377" y="38084"/>
                  </a:lnTo>
                  <a:lnTo>
                    <a:pt x="5714291" y="79456"/>
                  </a:lnTo>
                  <a:lnTo>
                    <a:pt x="5724525" y="130175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92246" y="3855148"/>
            <a:ext cx="5225415" cy="548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4150" marR="5080" indent="-172085">
              <a:lnSpc>
                <a:spcPts val="1950"/>
              </a:lnSpc>
              <a:spcBef>
                <a:spcPts val="34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Codificación</a:t>
            </a:r>
            <a:r>
              <a:rPr sz="1800" spc="-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1800" spc="-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sistema.</a:t>
            </a:r>
            <a:r>
              <a:rPr sz="1800" spc="-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1800" spc="-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1800" spc="-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fase</a:t>
            </a:r>
            <a:r>
              <a:rPr sz="1800" spc="-5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donde</a:t>
            </a:r>
            <a:r>
              <a:rPr sz="1800" spc="-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1800" spc="-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escribe</a:t>
            </a:r>
            <a:r>
              <a:rPr sz="1800" spc="-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el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código</a:t>
            </a:r>
            <a:r>
              <a:rPr sz="1800" spc="-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fuente.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6412" y="3659251"/>
            <a:ext cx="2769235" cy="996950"/>
            <a:chOff x="506412" y="3659251"/>
            <a:chExt cx="2769235" cy="996950"/>
          </a:xfrm>
        </p:grpSpPr>
        <p:sp>
          <p:nvSpPr>
            <p:cNvPr id="24" name="object 24"/>
            <p:cNvSpPr/>
            <p:nvPr/>
          </p:nvSpPr>
          <p:spPr>
            <a:xfrm>
              <a:off x="519112" y="3671951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2581211" y="0"/>
                  </a:moveTo>
                  <a:lnTo>
                    <a:pt x="161925" y="0"/>
                  </a:lnTo>
                  <a:lnTo>
                    <a:pt x="118881" y="5776"/>
                  </a:lnTo>
                  <a:lnTo>
                    <a:pt x="80201" y="22083"/>
                  </a:lnTo>
                  <a:lnTo>
                    <a:pt x="47429" y="47386"/>
                  </a:lnTo>
                  <a:lnTo>
                    <a:pt x="22109" y="80151"/>
                  </a:lnTo>
                  <a:lnTo>
                    <a:pt x="5784" y="118842"/>
                  </a:lnTo>
                  <a:lnTo>
                    <a:pt x="0" y="161925"/>
                  </a:lnTo>
                  <a:lnTo>
                    <a:pt x="0" y="809498"/>
                  </a:lnTo>
                  <a:lnTo>
                    <a:pt x="5784" y="852590"/>
                  </a:lnTo>
                  <a:lnTo>
                    <a:pt x="22109" y="891304"/>
                  </a:lnTo>
                  <a:lnTo>
                    <a:pt x="47429" y="924099"/>
                  </a:lnTo>
                  <a:lnTo>
                    <a:pt x="80201" y="949433"/>
                  </a:lnTo>
                  <a:lnTo>
                    <a:pt x="118881" y="965763"/>
                  </a:lnTo>
                  <a:lnTo>
                    <a:pt x="161925" y="971550"/>
                  </a:lnTo>
                  <a:lnTo>
                    <a:pt x="2581211" y="971550"/>
                  </a:lnTo>
                  <a:lnTo>
                    <a:pt x="2624303" y="965763"/>
                  </a:lnTo>
                  <a:lnTo>
                    <a:pt x="2663018" y="949433"/>
                  </a:lnTo>
                  <a:lnTo>
                    <a:pt x="2695813" y="924099"/>
                  </a:lnTo>
                  <a:lnTo>
                    <a:pt x="2721146" y="891304"/>
                  </a:lnTo>
                  <a:lnTo>
                    <a:pt x="2737477" y="852590"/>
                  </a:lnTo>
                  <a:lnTo>
                    <a:pt x="2743263" y="809498"/>
                  </a:lnTo>
                  <a:lnTo>
                    <a:pt x="2743263" y="161925"/>
                  </a:lnTo>
                  <a:lnTo>
                    <a:pt x="2737477" y="118842"/>
                  </a:lnTo>
                  <a:lnTo>
                    <a:pt x="2721146" y="80151"/>
                  </a:lnTo>
                  <a:lnTo>
                    <a:pt x="2695813" y="47386"/>
                  </a:lnTo>
                  <a:lnTo>
                    <a:pt x="2663018" y="22083"/>
                  </a:lnTo>
                  <a:lnTo>
                    <a:pt x="2624303" y="5776"/>
                  </a:lnTo>
                  <a:lnTo>
                    <a:pt x="2581211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9112" y="3671951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0" y="161925"/>
                  </a:moveTo>
                  <a:lnTo>
                    <a:pt x="5784" y="118842"/>
                  </a:lnTo>
                  <a:lnTo>
                    <a:pt x="22109" y="80151"/>
                  </a:lnTo>
                  <a:lnTo>
                    <a:pt x="47429" y="47386"/>
                  </a:lnTo>
                  <a:lnTo>
                    <a:pt x="80201" y="22083"/>
                  </a:lnTo>
                  <a:lnTo>
                    <a:pt x="118881" y="5776"/>
                  </a:lnTo>
                  <a:lnTo>
                    <a:pt x="161925" y="0"/>
                  </a:lnTo>
                  <a:lnTo>
                    <a:pt x="2581211" y="0"/>
                  </a:lnTo>
                  <a:lnTo>
                    <a:pt x="2624303" y="5776"/>
                  </a:lnTo>
                  <a:lnTo>
                    <a:pt x="2663018" y="22083"/>
                  </a:lnTo>
                  <a:lnTo>
                    <a:pt x="2695813" y="47386"/>
                  </a:lnTo>
                  <a:lnTo>
                    <a:pt x="2721146" y="80151"/>
                  </a:lnTo>
                  <a:lnTo>
                    <a:pt x="2737477" y="118842"/>
                  </a:lnTo>
                  <a:lnTo>
                    <a:pt x="2743263" y="161925"/>
                  </a:lnTo>
                  <a:lnTo>
                    <a:pt x="2743263" y="809498"/>
                  </a:lnTo>
                  <a:lnTo>
                    <a:pt x="2737477" y="852590"/>
                  </a:lnTo>
                  <a:lnTo>
                    <a:pt x="2721146" y="891304"/>
                  </a:lnTo>
                  <a:lnTo>
                    <a:pt x="2695813" y="924099"/>
                  </a:lnTo>
                  <a:lnTo>
                    <a:pt x="2663018" y="949433"/>
                  </a:lnTo>
                  <a:lnTo>
                    <a:pt x="2624303" y="965763"/>
                  </a:lnTo>
                  <a:lnTo>
                    <a:pt x="2581211" y="971550"/>
                  </a:lnTo>
                  <a:lnTo>
                    <a:pt x="161925" y="971550"/>
                  </a:lnTo>
                  <a:lnTo>
                    <a:pt x="118881" y="965763"/>
                  </a:lnTo>
                  <a:lnTo>
                    <a:pt x="80201" y="949433"/>
                  </a:lnTo>
                  <a:lnTo>
                    <a:pt x="47429" y="924099"/>
                  </a:lnTo>
                  <a:lnTo>
                    <a:pt x="22109" y="891304"/>
                  </a:lnTo>
                  <a:lnTo>
                    <a:pt x="5784" y="852590"/>
                  </a:lnTo>
                  <a:lnTo>
                    <a:pt x="0" y="809498"/>
                  </a:lnTo>
                  <a:lnTo>
                    <a:pt x="0" y="16192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09637" y="3789298"/>
            <a:ext cx="1934845" cy="673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940">
              <a:lnSpc>
                <a:spcPts val="2530"/>
              </a:lnSpc>
              <a:spcBef>
                <a:spcPts val="130"/>
              </a:spcBef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Implementación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2530"/>
              </a:lnSpc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(programación):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49676" y="4773676"/>
            <a:ext cx="5749925" cy="806450"/>
            <a:chOff x="3249676" y="4773676"/>
            <a:chExt cx="5749925" cy="806450"/>
          </a:xfrm>
        </p:grpSpPr>
        <p:sp>
          <p:nvSpPr>
            <p:cNvPr id="28" name="object 28"/>
            <p:cNvSpPr/>
            <p:nvPr/>
          </p:nvSpPr>
          <p:spPr>
            <a:xfrm>
              <a:off x="3262376" y="4786376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594223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5594223" y="781050"/>
                  </a:lnTo>
                  <a:lnTo>
                    <a:pt x="5644961" y="770816"/>
                  </a:lnTo>
                  <a:lnTo>
                    <a:pt x="5686377" y="742902"/>
                  </a:lnTo>
                  <a:lnTo>
                    <a:pt x="5714291" y="701486"/>
                  </a:lnTo>
                  <a:lnTo>
                    <a:pt x="5724525" y="650748"/>
                  </a:lnTo>
                  <a:lnTo>
                    <a:pt x="5724525" y="130175"/>
                  </a:lnTo>
                  <a:lnTo>
                    <a:pt x="5714291" y="79456"/>
                  </a:lnTo>
                  <a:lnTo>
                    <a:pt x="5686377" y="38084"/>
                  </a:lnTo>
                  <a:lnTo>
                    <a:pt x="5644961" y="10213"/>
                  </a:lnTo>
                  <a:lnTo>
                    <a:pt x="5594223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62376" y="4786376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724525" y="130175"/>
                  </a:moveTo>
                  <a:lnTo>
                    <a:pt x="5724525" y="650748"/>
                  </a:lnTo>
                  <a:lnTo>
                    <a:pt x="5714291" y="701486"/>
                  </a:lnTo>
                  <a:lnTo>
                    <a:pt x="5686377" y="742902"/>
                  </a:lnTo>
                  <a:lnTo>
                    <a:pt x="5644961" y="770816"/>
                  </a:lnTo>
                  <a:lnTo>
                    <a:pt x="5594223" y="781050"/>
                  </a:lnTo>
                  <a:lnTo>
                    <a:pt x="0" y="781050"/>
                  </a:lnTo>
                  <a:lnTo>
                    <a:pt x="0" y="0"/>
                  </a:lnTo>
                  <a:lnTo>
                    <a:pt x="5594223" y="0"/>
                  </a:lnTo>
                  <a:lnTo>
                    <a:pt x="5644961" y="10213"/>
                  </a:lnTo>
                  <a:lnTo>
                    <a:pt x="5686377" y="38084"/>
                  </a:lnTo>
                  <a:lnTo>
                    <a:pt x="5714291" y="79456"/>
                  </a:lnTo>
                  <a:lnTo>
                    <a:pt x="5724525" y="130175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92246" y="4750752"/>
            <a:ext cx="5222875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150" marR="5080" indent="-172085" algn="just">
              <a:lnSpc>
                <a:spcPct val="92100"/>
              </a:lnSpc>
              <a:spcBef>
                <a:spcPts val="27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Verificación</a:t>
            </a:r>
            <a:r>
              <a:rPr sz="1800" spc="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1800" spc="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validación</a:t>
            </a:r>
            <a:r>
              <a:rPr sz="1800" spc="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1800" spc="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software.</a:t>
            </a:r>
            <a:r>
              <a:rPr sz="1800" spc="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1800" spc="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asegura</a:t>
            </a:r>
            <a:r>
              <a:rPr sz="1800" spc="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que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1800" spc="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1800" spc="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funcione</a:t>
            </a:r>
            <a:r>
              <a:rPr sz="1800" spc="1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correctamente</a:t>
            </a:r>
            <a:r>
              <a:rPr sz="1800" spc="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1800" spc="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cumpla</a:t>
            </a:r>
            <a:r>
              <a:rPr sz="1800" spc="8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1800" spc="5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los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requisitos.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06412" y="4678426"/>
            <a:ext cx="2769235" cy="996950"/>
            <a:chOff x="506412" y="4678426"/>
            <a:chExt cx="2769235" cy="996950"/>
          </a:xfrm>
        </p:grpSpPr>
        <p:sp>
          <p:nvSpPr>
            <p:cNvPr id="32" name="object 32"/>
            <p:cNvSpPr/>
            <p:nvPr/>
          </p:nvSpPr>
          <p:spPr>
            <a:xfrm>
              <a:off x="519112" y="4691126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2581211" y="0"/>
                  </a:moveTo>
                  <a:lnTo>
                    <a:pt x="161925" y="0"/>
                  </a:lnTo>
                  <a:lnTo>
                    <a:pt x="118881" y="5776"/>
                  </a:lnTo>
                  <a:lnTo>
                    <a:pt x="80201" y="22083"/>
                  </a:lnTo>
                  <a:lnTo>
                    <a:pt x="47429" y="47386"/>
                  </a:lnTo>
                  <a:lnTo>
                    <a:pt x="22109" y="80151"/>
                  </a:lnTo>
                  <a:lnTo>
                    <a:pt x="5784" y="118842"/>
                  </a:lnTo>
                  <a:lnTo>
                    <a:pt x="0" y="161925"/>
                  </a:lnTo>
                  <a:lnTo>
                    <a:pt x="0" y="809498"/>
                  </a:lnTo>
                  <a:lnTo>
                    <a:pt x="5784" y="852572"/>
                  </a:lnTo>
                  <a:lnTo>
                    <a:pt x="22109" y="891271"/>
                  </a:lnTo>
                  <a:lnTo>
                    <a:pt x="47429" y="924053"/>
                  </a:lnTo>
                  <a:lnTo>
                    <a:pt x="80201" y="949377"/>
                  </a:lnTo>
                  <a:lnTo>
                    <a:pt x="118881" y="965702"/>
                  </a:lnTo>
                  <a:lnTo>
                    <a:pt x="161925" y="971486"/>
                  </a:lnTo>
                  <a:lnTo>
                    <a:pt x="2581211" y="971486"/>
                  </a:lnTo>
                  <a:lnTo>
                    <a:pt x="2624303" y="965702"/>
                  </a:lnTo>
                  <a:lnTo>
                    <a:pt x="2663018" y="949377"/>
                  </a:lnTo>
                  <a:lnTo>
                    <a:pt x="2695813" y="924053"/>
                  </a:lnTo>
                  <a:lnTo>
                    <a:pt x="2721146" y="891271"/>
                  </a:lnTo>
                  <a:lnTo>
                    <a:pt x="2737477" y="852572"/>
                  </a:lnTo>
                  <a:lnTo>
                    <a:pt x="2743263" y="809498"/>
                  </a:lnTo>
                  <a:lnTo>
                    <a:pt x="2743263" y="161925"/>
                  </a:lnTo>
                  <a:lnTo>
                    <a:pt x="2737477" y="118842"/>
                  </a:lnTo>
                  <a:lnTo>
                    <a:pt x="2721146" y="80151"/>
                  </a:lnTo>
                  <a:lnTo>
                    <a:pt x="2695813" y="47386"/>
                  </a:lnTo>
                  <a:lnTo>
                    <a:pt x="2663018" y="22083"/>
                  </a:lnTo>
                  <a:lnTo>
                    <a:pt x="2624303" y="5776"/>
                  </a:lnTo>
                  <a:lnTo>
                    <a:pt x="2581211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9112" y="4691126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0" y="161925"/>
                  </a:moveTo>
                  <a:lnTo>
                    <a:pt x="5784" y="118842"/>
                  </a:lnTo>
                  <a:lnTo>
                    <a:pt x="22109" y="80151"/>
                  </a:lnTo>
                  <a:lnTo>
                    <a:pt x="47429" y="47386"/>
                  </a:lnTo>
                  <a:lnTo>
                    <a:pt x="80201" y="22083"/>
                  </a:lnTo>
                  <a:lnTo>
                    <a:pt x="118881" y="5776"/>
                  </a:lnTo>
                  <a:lnTo>
                    <a:pt x="161925" y="0"/>
                  </a:lnTo>
                  <a:lnTo>
                    <a:pt x="2581211" y="0"/>
                  </a:lnTo>
                  <a:lnTo>
                    <a:pt x="2624303" y="5776"/>
                  </a:lnTo>
                  <a:lnTo>
                    <a:pt x="2663018" y="22083"/>
                  </a:lnTo>
                  <a:lnTo>
                    <a:pt x="2695813" y="47386"/>
                  </a:lnTo>
                  <a:lnTo>
                    <a:pt x="2721146" y="80151"/>
                  </a:lnTo>
                  <a:lnTo>
                    <a:pt x="2737477" y="118842"/>
                  </a:lnTo>
                  <a:lnTo>
                    <a:pt x="2743263" y="161925"/>
                  </a:lnTo>
                  <a:lnTo>
                    <a:pt x="2743263" y="809498"/>
                  </a:lnTo>
                  <a:lnTo>
                    <a:pt x="2737477" y="852572"/>
                  </a:lnTo>
                  <a:lnTo>
                    <a:pt x="2721146" y="891271"/>
                  </a:lnTo>
                  <a:lnTo>
                    <a:pt x="2695813" y="924053"/>
                  </a:lnTo>
                  <a:lnTo>
                    <a:pt x="2663018" y="949377"/>
                  </a:lnTo>
                  <a:lnTo>
                    <a:pt x="2624303" y="965702"/>
                  </a:lnTo>
                  <a:lnTo>
                    <a:pt x="2581211" y="971486"/>
                  </a:lnTo>
                  <a:lnTo>
                    <a:pt x="161925" y="971486"/>
                  </a:lnTo>
                  <a:lnTo>
                    <a:pt x="118881" y="965702"/>
                  </a:lnTo>
                  <a:lnTo>
                    <a:pt x="80201" y="949377"/>
                  </a:lnTo>
                  <a:lnTo>
                    <a:pt x="47429" y="924053"/>
                  </a:lnTo>
                  <a:lnTo>
                    <a:pt x="22109" y="891271"/>
                  </a:lnTo>
                  <a:lnTo>
                    <a:pt x="5784" y="852572"/>
                  </a:lnTo>
                  <a:lnTo>
                    <a:pt x="0" y="809498"/>
                  </a:lnTo>
                  <a:lnTo>
                    <a:pt x="0" y="16192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33119" y="4965128"/>
            <a:ext cx="103441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Pruebas: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249676" y="5792787"/>
            <a:ext cx="5749925" cy="806450"/>
            <a:chOff x="3249676" y="5792787"/>
            <a:chExt cx="5749925" cy="806450"/>
          </a:xfrm>
        </p:grpSpPr>
        <p:sp>
          <p:nvSpPr>
            <p:cNvPr id="36" name="object 36"/>
            <p:cNvSpPr/>
            <p:nvPr/>
          </p:nvSpPr>
          <p:spPr>
            <a:xfrm>
              <a:off x="3262376" y="5805487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594223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5594223" y="781050"/>
                  </a:lnTo>
                  <a:lnTo>
                    <a:pt x="5644961" y="770820"/>
                  </a:lnTo>
                  <a:lnTo>
                    <a:pt x="5686377" y="742923"/>
                  </a:lnTo>
                  <a:lnTo>
                    <a:pt x="5714291" y="701545"/>
                  </a:lnTo>
                  <a:lnTo>
                    <a:pt x="5724525" y="650875"/>
                  </a:lnTo>
                  <a:lnTo>
                    <a:pt x="5724525" y="130175"/>
                  </a:lnTo>
                  <a:lnTo>
                    <a:pt x="5714291" y="79504"/>
                  </a:lnTo>
                  <a:lnTo>
                    <a:pt x="5686377" y="38126"/>
                  </a:lnTo>
                  <a:lnTo>
                    <a:pt x="5644961" y="10229"/>
                  </a:lnTo>
                  <a:lnTo>
                    <a:pt x="5594223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62376" y="5805487"/>
              <a:ext cx="5724525" cy="781050"/>
            </a:xfrm>
            <a:custGeom>
              <a:avLst/>
              <a:gdLst/>
              <a:ahLst/>
              <a:cxnLst/>
              <a:rect l="l" t="t" r="r" b="b"/>
              <a:pathLst>
                <a:path w="5724525" h="781050">
                  <a:moveTo>
                    <a:pt x="5724525" y="130175"/>
                  </a:moveTo>
                  <a:lnTo>
                    <a:pt x="5724525" y="650875"/>
                  </a:lnTo>
                  <a:lnTo>
                    <a:pt x="5714291" y="701545"/>
                  </a:lnTo>
                  <a:lnTo>
                    <a:pt x="5686377" y="742923"/>
                  </a:lnTo>
                  <a:lnTo>
                    <a:pt x="5644961" y="770820"/>
                  </a:lnTo>
                  <a:lnTo>
                    <a:pt x="5594223" y="781050"/>
                  </a:lnTo>
                  <a:lnTo>
                    <a:pt x="0" y="781050"/>
                  </a:lnTo>
                  <a:lnTo>
                    <a:pt x="0" y="0"/>
                  </a:lnTo>
                  <a:lnTo>
                    <a:pt x="5594223" y="0"/>
                  </a:lnTo>
                  <a:lnTo>
                    <a:pt x="5644961" y="10229"/>
                  </a:lnTo>
                  <a:lnTo>
                    <a:pt x="5686377" y="38126"/>
                  </a:lnTo>
                  <a:lnTo>
                    <a:pt x="5714291" y="79504"/>
                  </a:lnTo>
                  <a:lnTo>
                    <a:pt x="5724525" y="130175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492246" y="5772150"/>
            <a:ext cx="5233035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150" marR="5080" indent="-172085" algn="just">
              <a:lnSpc>
                <a:spcPct val="92100"/>
              </a:lnSpc>
              <a:spcBef>
                <a:spcPts val="27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Corrección</a:t>
            </a:r>
            <a:r>
              <a:rPr sz="1800" spc="3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1800" spc="3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errores</a:t>
            </a:r>
            <a:r>
              <a:rPr sz="1800" spc="3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1800" spc="3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adaptación</a:t>
            </a:r>
            <a:r>
              <a:rPr sz="1800" spc="36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a</a:t>
            </a:r>
            <a:r>
              <a:rPr sz="1800" spc="37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nuevos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requisitos.</a:t>
            </a:r>
            <a:r>
              <a:rPr sz="1800" spc="1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1800" spc="1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1800" spc="1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fase</a:t>
            </a:r>
            <a:r>
              <a:rPr sz="1800" spc="1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continua</a:t>
            </a:r>
            <a:r>
              <a:rPr sz="1800" spc="1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1800" spc="1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asegura</a:t>
            </a:r>
            <a:r>
              <a:rPr sz="1800" spc="16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la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longevidad</a:t>
            </a:r>
            <a:r>
              <a:rPr sz="1800" spc="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y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relevancia</a:t>
            </a:r>
            <a:r>
              <a:rPr sz="1800" spc="-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1800" spc="-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software.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6412" y="5697537"/>
            <a:ext cx="2769235" cy="996950"/>
            <a:chOff x="506412" y="5697537"/>
            <a:chExt cx="2769235" cy="996950"/>
          </a:xfrm>
        </p:grpSpPr>
        <p:sp>
          <p:nvSpPr>
            <p:cNvPr id="40" name="object 40"/>
            <p:cNvSpPr/>
            <p:nvPr/>
          </p:nvSpPr>
          <p:spPr>
            <a:xfrm>
              <a:off x="519112" y="5710237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2581211" y="0"/>
                  </a:moveTo>
                  <a:lnTo>
                    <a:pt x="161925" y="0"/>
                  </a:lnTo>
                  <a:lnTo>
                    <a:pt x="118881" y="5783"/>
                  </a:lnTo>
                  <a:lnTo>
                    <a:pt x="80201" y="22106"/>
                  </a:lnTo>
                  <a:lnTo>
                    <a:pt x="47429" y="47424"/>
                  </a:lnTo>
                  <a:lnTo>
                    <a:pt x="22109" y="80196"/>
                  </a:lnTo>
                  <a:lnTo>
                    <a:pt x="5784" y="118877"/>
                  </a:lnTo>
                  <a:lnTo>
                    <a:pt x="0" y="161925"/>
                  </a:lnTo>
                  <a:lnTo>
                    <a:pt x="0" y="809625"/>
                  </a:lnTo>
                  <a:lnTo>
                    <a:pt x="5784" y="852672"/>
                  </a:lnTo>
                  <a:lnTo>
                    <a:pt x="22109" y="891353"/>
                  </a:lnTo>
                  <a:lnTo>
                    <a:pt x="47429" y="924125"/>
                  </a:lnTo>
                  <a:lnTo>
                    <a:pt x="80201" y="949443"/>
                  </a:lnTo>
                  <a:lnTo>
                    <a:pt x="118881" y="965766"/>
                  </a:lnTo>
                  <a:lnTo>
                    <a:pt x="161925" y="971550"/>
                  </a:lnTo>
                  <a:lnTo>
                    <a:pt x="2581211" y="971550"/>
                  </a:lnTo>
                  <a:lnTo>
                    <a:pt x="2624303" y="965766"/>
                  </a:lnTo>
                  <a:lnTo>
                    <a:pt x="2663018" y="949443"/>
                  </a:lnTo>
                  <a:lnTo>
                    <a:pt x="2695813" y="924125"/>
                  </a:lnTo>
                  <a:lnTo>
                    <a:pt x="2721146" y="891353"/>
                  </a:lnTo>
                  <a:lnTo>
                    <a:pt x="2737477" y="852672"/>
                  </a:lnTo>
                  <a:lnTo>
                    <a:pt x="2743263" y="809625"/>
                  </a:lnTo>
                  <a:lnTo>
                    <a:pt x="2743263" y="161925"/>
                  </a:lnTo>
                  <a:lnTo>
                    <a:pt x="2737477" y="118877"/>
                  </a:lnTo>
                  <a:lnTo>
                    <a:pt x="2721146" y="80196"/>
                  </a:lnTo>
                  <a:lnTo>
                    <a:pt x="2695813" y="47424"/>
                  </a:lnTo>
                  <a:lnTo>
                    <a:pt x="2663018" y="22106"/>
                  </a:lnTo>
                  <a:lnTo>
                    <a:pt x="2624303" y="5783"/>
                  </a:lnTo>
                  <a:lnTo>
                    <a:pt x="2581211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9112" y="5710237"/>
              <a:ext cx="2743835" cy="971550"/>
            </a:xfrm>
            <a:custGeom>
              <a:avLst/>
              <a:gdLst/>
              <a:ahLst/>
              <a:cxnLst/>
              <a:rect l="l" t="t" r="r" b="b"/>
              <a:pathLst>
                <a:path w="2743835" h="971550">
                  <a:moveTo>
                    <a:pt x="0" y="161925"/>
                  </a:moveTo>
                  <a:lnTo>
                    <a:pt x="5784" y="118877"/>
                  </a:lnTo>
                  <a:lnTo>
                    <a:pt x="22109" y="80196"/>
                  </a:lnTo>
                  <a:lnTo>
                    <a:pt x="47429" y="47424"/>
                  </a:lnTo>
                  <a:lnTo>
                    <a:pt x="80201" y="22106"/>
                  </a:lnTo>
                  <a:lnTo>
                    <a:pt x="118881" y="5783"/>
                  </a:lnTo>
                  <a:lnTo>
                    <a:pt x="161925" y="0"/>
                  </a:lnTo>
                  <a:lnTo>
                    <a:pt x="2581211" y="0"/>
                  </a:lnTo>
                  <a:lnTo>
                    <a:pt x="2624303" y="5783"/>
                  </a:lnTo>
                  <a:lnTo>
                    <a:pt x="2663018" y="22106"/>
                  </a:lnTo>
                  <a:lnTo>
                    <a:pt x="2695813" y="47424"/>
                  </a:lnTo>
                  <a:lnTo>
                    <a:pt x="2721146" y="80196"/>
                  </a:lnTo>
                  <a:lnTo>
                    <a:pt x="2737477" y="118877"/>
                  </a:lnTo>
                  <a:lnTo>
                    <a:pt x="2743263" y="161925"/>
                  </a:lnTo>
                  <a:lnTo>
                    <a:pt x="2743263" y="809625"/>
                  </a:lnTo>
                  <a:lnTo>
                    <a:pt x="2737477" y="852672"/>
                  </a:lnTo>
                  <a:lnTo>
                    <a:pt x="2721146" y="891353"/>
                  </a:lnTo>
                  <a:lnTo>
                    <a:pt x="2695813" y="924125"/>
                  </a:lnTo>
                  <a:lnTo>
                    <a:pt x="2663018" y="949443"/>
                  </a:lnTo>
                  <a:lnTo>
                    <a:pt x="2624303" y="965766"/>
                  </a:lnTo>
                  <a:lnTo>
                    <a:pt x="2581211" y="971550"/>
                  </a:lnTo>
                  <a:lnTo>
                    <a:pt x="161925" y="971550"/>
                  </a:lnTo>
                  <a:lnTo>
                    <a:pt x="118881" y="965766"/>
                  </a:lnTo>
                  <a:lnTo>
                    <a:pt x="80201" y="949443"/>
                  </a:lnTo>
                  <a:lnTo>
                    <a:pt x="47429" y="924125"/>
                  </a:lnTo>
                  <a:lnTo>
                    <a:pt x="22109" y="891353"/>
                  </a:lnTo>
                  <a:lnTo>
                    <a:pt x="5784" y="852672"/>
                  </a:lnTo>
                  <a:lnTo>
                    <a:pt x="0" y="809625"/>
                  </a:lnTo>
                  <a:lnTo>
                    <a:pt x="0" y="16192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96619" y="5986462"/>
            <a:ext cx="19126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10" dirty="0">
                <a:solidFill>
                  <a:srgbClr val="FFFFFF"/>
                </a:solidFill>
                <a:latin typeface="Calibri"/>
                <a:cs typeface="Calibri"/>
              </a:rPr>
              <a:t>Mantenimiento: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ADD3F615-B6E8-AB76-A792-E15C57C8CC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7</a:t>
            </a:fld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9742" y="2854578"/>
            <a:ext cx="1123823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Programación</a:t>
            </a:r>
            <a:r>
              <a:rPr sz="6600" spc="-25" dirty="0"/>
              <a:t> </a:t>
            </a:r>
            <a:r>
              <a:rPr sz="6600" dirty="0"/>
              <a:t>en</a:t>
            </a:r>
            <a:r>
              <a:rPr sz="6600" spc="-30" dirty="0"/>
              <a:t> </a:t>
            </a:r>
            <a:r>
              <a:rPr sz="6600" dirty="0"/>
              <a:t>el</a:t>
            </a:r>
            <a:r>
              <a:rPr sz="6600" spc="-45" dirty="0"/>
              <a:t> </a:t>
            </a:r>
            <a:r>
              <a:rPr sz="6600" dirty="0"/>
              <a:t>ciclo</a:t>
            </a:r>
            <a:r>
              <a:rPr sz="6600" spc="-25" dirty="0"/>
              <a:t> </a:t>
            </a:r>
            <a:r>
              <a:rPr sz="6600" dirty="0"/>
              <a:t>de</a:t>
            </a:r>
            <a:r>
              <a:rPr sz="6600" spc="-25" dirty="0"/>
              <a:t> </a:t>
            </a:r>
            <a:r>
              <a:rPr sz="6600" spc="-20" dirty="0"/>
              <a:t>vida</a:t>
            </a:r>
            <a:endParaRPr sz="66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5190913-F009-1B5E-9C86-F7AF5623B5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8</a:t>
            </a:fld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dirty="0"/>
              <a:t>Programación en</a:t>
            </a:r>
            <a:r>
              <a:rPr spc="90" dirty="0"/>
              <a:t> </a:t>
            </a:r>
            <a:r>
              <a:rPr dirty="0"/>
              <a:t>el</a:t>
            </a:r>
            <a:r>
              <a:rPr spc="45" dirty="0"/>
              <a:t> </a:t>
            </a:r>
            <a:r>
              <a:rPr dirty="0"/>
              <a:t>ciclo</a:t>
            </a:r>
            <a:r>
              <a:rPr spc="5" dirty="0"/>
              <a:t> </a:t>
            </a:r>
            <a:r>
              <a:rPr dirty="0"/>
              <a:t>de</a:t>
            </a:r>
            <a:r>
              <a:rPr spc="65" dirty="0"/>
              <a:t> </a:t>
            </a:r>
            <a:r>
              <a:rPr spc="-20" dirty="0"/>
              <a:t>vida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162" y="1789049"/>
            <a:ext cx="8352155" cy="40036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2600" b="1" dirty="0">
                <a:solidFill>
                  <a:srgbClr val="61A72F"/>
                </a:solidFill>
                <a:latin typeface="Calibri"/>
                <a:cs typeface="Calibri"/>
              </a:rPr>
              <a:t>Rol</a:t>
            </a:r>
            <a:r>
              <a:rPr sz="2600" b="1" spc="15" dirty="0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1A72F"/>
                </a:solidFill>
                <a:latin typeface="Calibri"/>
                <a:cs typeface="Calibri"/>
              </a:rPr>
              <a:t>de</a:t>
            </a:r>
            <a:r>
              <a:rPr sz="2600" b="1" spc="-25" dirty="0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1A72F"/>
                </a:solidFill>
                <a:latin typeface="Calibri"/>
                <a:cs typeface="Calibri"/>
              </a:rPr>
              <a:t>la</a:t>
            </a:r>
            <a:r>
              <a:rPr sz="2600" b="1" spc="-40" dirty="0">
                <a:solidFill>
                  <a:srgbClr val="61A72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61A72F"/>
                </a:solidFill>
                <a:latin typeface="Calibri"/>
                <a:cs typeface="Calibri"/>
              </a:rPr>
              <a:t>programación:</a:t>
            </a:r>
            <a:endParaRPr sz="2600">
              <a:latin typeface="Calibri"/>
              <a:cs typeface="Calibri"/>
            </a:endParaRPr>
          </a:p>
          <a:p>
            <a:pPr marL="12700" marR="5080" algn="just">
              <a:lnSpc>
                <a:spcPct val="99900"/>
              </a:lnSpc>
              <a:spcBef>
                <a:spcPts val="40"/>
              </a:spcBef>
            </a:pP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Crucial</a:t>
            </a:r>
            <a:r>
              <a:rPr sz="2600" spc="3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2600" spc="30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600" spc="30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implementación</a:t>
            </a:r>
            <a:r>
              <a:rPr sz="2600" spc="3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600" spc="30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600" spc="3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600" spc="29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diseño.</a:t>
            </a:r>
            <a:r>
              <a:rPr sz="2600" spc="3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Es</a:t>
            </a:r>
            <a:r>
              <a:rPr sz="2600" spc="29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84746"/>
                </a:solidFill>
                <a:latin typeface="Calibri"/>
                <a:cs typeface="Calibri"/>
              </a:rPr>
              <a:t>el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proceso</a:t>
            </a:r>
            <a:r>
              <a:rPr sz="2600" spc="39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600" spc="3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transformar</a:t>
            </a:r>
            <a:r>
              <a:rPr sz="2600" spc="3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2600" spc="3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especificaciones</a:t>
            </a:r>
            <a:r>
              <a:rPr sz="2600" spc="39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600" spc="39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spc="-10" dirty="0">
                <a:solidFill>
                  <a:srgbClr val="484746"/>
                </a:solidFill>
                <a:latin typeface="Calibri"/>
                <a:cs typeface="Calibri"/>
              </a:rPr>
              <a:t>código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ejecutable.</a:t>
            </a:r>
            <a:r>
              <a:rPr sz="2600" spc="59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Sin</a:t>
            </a:r>
            <a:r>
              <a:rPr sz="2600" spc="5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600" spc="6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programación</a:t>
            </a:r>
            <a:r>
              <a:rPr sz="2600" spc="6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efectiva,</a:t>
            </a:r>
            <a:r>
              <a:rPr sz="2600" spc="5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2600" spc="6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diseño</a:t>
            </a:r>
            <a:r>
              <a:rPr sz="2600" spc="58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600" spc="58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84746"/>
                </a:solidFill>
                <a:latin typeface="Calibri"/>
                <a:cs typeface="Calibri"/>
              </a:rPr>
              <a:t>los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2600" spc="5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no</a:t>
            </a:r>
            <a:r>
              <a:rPr sz="2600" spc="5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pueden</a:t>
            </a:r>
            <a:r>
              <a:rPr sz="2600" spc="57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materializarse</a:t>
            </a:r>
            <a:r>
              <a:rPr sz="2600" spc="58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600" spc="58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600" spc="58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spc="-10" dirty="0">
                <a:solidFill>
                  <a:srgbClr val="484746"/>
                </a:solidFill>
                <a:latin typeface="Calibri"/>
                <a:cs typeface="Calibri"/>
              </a:rPr>
              <a:t>producto funcional.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Calibri"/>
              <a:cs typeface="Calibri"/>
            </a:endParaRPr>
          </a:p>
          <a:p>
            <a:pPr marL="12700" marR="5080" algn="just">
              <a:lnSpc>
                <a:spcPct val="99900"/>
              </a:lnSpc>
            </a:pP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600" spc="43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programación</a:t>
            </a:r>
            <a:r>
              <a:rPr sz="2600" spc="45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implica</a:t>
            </a:r>
            <a:r>
              <a:rPr sz="2600" spc="434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600" spc="4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creación</a:t>
            </a:r>
            <a:r>
              <a:rPr sz="2600" spc="4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600" spc="4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algoritmos</a:t>
            </a:r>
            <a:r>
              <a:rPr sz="2600" spc="4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600" spc="-50" dirty="0">
                <a:solidFill>
                  <a:srgbClr val="484746"/>
                </a:solidFill>
                <a:latin typeface="Calibri"/>
                <a:cs typeface="Calibri"/>
              </a:rPr>
              <a:t>y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estructuras de</a:t>
            </a:r>
            <a:r>
              <a:rPr sz="2600" spc="-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datos</a:t>
            </a:r>
            <a:r>
              <a:rPr sz="2600" spc="-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que permiten</a:t>
            </a:r>
            <a:r>
              <a:rPr sz="2600" spc="-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que el</a:t>
            </a:r>
            <a:r>
              <a:rPr sz="2600" spc="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2600" spc="-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realice</a:t>
            </a:r>
            <a:r>
              <a:rPr sz="2600" spc="-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84746"/>
                </a:solidFill>
                <a:latin typeface="Calibri"/>
                <a:cs typeface="Calibri"/>
              </a:rPr>
              <a:t>sus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funciones</a:t>
            </a:r>
            <a:r>
              <a:rPr sz="2600" spc="-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600" spc="-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manera</a:t>
            </a:r>
            <a:r>
              <a:rPr sz="2600" spc="-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eficiente</a:t>
            </a:r>
            <a:r>
              <a:rPr sz="2600" spc="-2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600" spc="-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84746"/>
                </a:solidFill>
                <a:latin typeface="Calibri"/>
                <a:cs typeface="Calibri"/>
              </a:rPr>
              <a:t>efectiva.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3B432D-B897-C0B4-4C40-7D66BAD9F0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9</a:t>
            </a:fld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dirty="0"/>
              <a:t>Interacción</a:t>
            </a:r>
            <a:r>
              <a:rPr spc="90" dirty="0"/>
              <a:t> </a:t>
            </a:r>
            <a:r>
              <a:rPr dirty="0"/>
              <a:t>con</a:t>
            </a:r>
            <a:r>
              <a:rPr spc="25" dirty="0"/>
              <a:t> </a:t>
            </a:r>
            <a:r>
              <a:rPr dirty="0"/>
              <a:t>otras</a:t>
            </a:r>
            <a:r>
              <a:rPr spc="45" dirty="0"/>
              <a:t> </a:t>
            </a:r>
            <a:r>
              <a:rPr spc="-10" dirty="0"/>
              <a:t>fases</a:t>
            </a:r>
          </a:p>
        </p:txBody>
      </p:sp>
      <p:pic>
        <p:nvPicPr>
          <p:cNvPr id="4" name="object 4" descr="Desarrollo de software. Fases y ciclo de vida. ⭐ Entornos de desarrollo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0275" y="2124075"/>
            <a:ext cx="3038094" cy="334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5"/>
              </a:spcBef>
            </a:pPr>
            <a:r>
              <a:rPr b="1" dirty="0">
                <a:solidFill>
                  <a:srgbClr val="E9691F"/>
                </a:solidFill>
                <a:latin typeface="Calibri"/>
                <a:cs typeface="Calibri"/>
              </a:rPr>
              <a:t>Requisitos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200" dirty="0">
                <a:latin typeface="Calibri"/>
                <a:cs typeface="Calibri"/>
              </a:rPr>
              <a:t> </a:t>
            </a:r>
            <a:r>
              <a:rPr dirty="0"/>
              <a:t>La</a:t>
            </a:r>
            <a:r>
              <a:rPr spc="170" dirty="0"/>
              <a:t> </a:t>
            </a:r>
            <a:r>
              <a:rPr dirty="0"/>
              <a:t>programación</a:t>
            </a:r>
            <a:r>
              <a:rPr spc="204" dirty="0"/>
              <a:t> </a:t>
            </a:r>
            <a:r>
              <a:rPr dirty="0"/>
              <a:t>depende</a:t>
            </a:r>
            <a:r>
              <a:rPr spc="235" dirty="0"/>
              <a:t> </a:t>
            </a:r>
            <a:r>
              <a:rPr spc="-25" dirty="0"/>
              <a:t>de</a:t>
            </a:r>
          </a:p>
          <a:p>
            <a:pPr marL="12700">
              <a:lnSpc>
                <a:spcPts val="2865"/>
              </a:lnSpc>
            </a:pPr>
            <a:r>
              <a:rPr dirty="0"/>
              <a:t>una</a:t>
            </a:r>
            <a:r>
              <a:rPr spc="-60" dirty="0"/>
              <a:t> </a:t>
            </a:r>
            <a:r>
              <a:rPr dirty="0"/>
              <a:t>buena</a:t>
            </a:r>
            <a:r>
              <a:rPr spc="-65" dirty="0"/>
              <a:t> </a:t>
            </a:r>
            <a:r>
              <a:rPr dirty="0"/>
              <a:t>especificación</a:t>
            </a:r>
            <a:r>
              <a:rPr spc="-5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requisitos.</a:t>
            </a: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b="1" dirty="0">
                <a:solidFill>
                  <a:srgbClr val="E9691F"/>
                </a:solidFill>
                <a:latin typeface="Calibri"/>
                <a:cs typeface="Calibri"/>
              </a:rPr>
              <a:t>Diseño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45" dirty="0">
                <a:latin typeface="Calibri"/>
                <a:cs typeface="Calibri"/>
              </a:rPr>
              <a:t>  </a:t>
            </a:r>
            <a:r>
              <a:rPr dirty="0"/>
              <a:t>La</a:t>
            </a:r>
            <a:r>
              <a:rPr spc="35" dirty="0"/>
              <a:t>  </a:t>
            </a:r>
            <a:r>
              <a:rPr dirty="0"/>
              <a:t>calidad</a:t>
            </a:r>
            <a:r>
              <a:rPr spc="35" dirty="0"/>
              <a:t>  </a:t>
            </a:r>
            <a:r>
              <a:rPr dirty="0"/>
              <a:t>del</a:t>
            </a:r>
            <a:r>
              <a:rPr spc="45" dirty="0"/>
              <a:t>  </a:t>
            </a:r>
            <a:r>
              <a:rPr dirty="0"/>
              <a:t>diseño</a:t>
            </a:r>
            <a:r>
              <a:rPr spc="30" dirty="0"/>
              <a:t>  </a:t>
            </a:r>
            <a:r>
              <a:rPr dirty="0"/>
              <a:t>afecta</a:t>
            </a:r>
            <a:r>
              <a:rPr spc="65" dirty="0"/>
              <a:t>  </a:t>
            </a:r>
            <a:r>
              <a:rPr spc="-25" dirty="0"/>
              <a:t>la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facilidad</a:t>
            </a:r>
            <a:r>
              <a:rPr spc="-3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programación.</a:t>
            </a:r>
          </a:p>
          <a:p>
            <a:pPr marL="12700" marR="5080" algn="just">
              <a:lnSpc>
                <a:spcPct val="100400"/>
              </a:lnSpc>
              <a:spcBef>
                <a:spcPts val="1914"/>
              </a:spcBef>
            </a:pPr>
            <a:r>
              <a:rPr b="1" dirty="0">
                <a:solidFill>
                  <a:srgbClr val="E9691F"/>
                </a:solidFill>
                <a:latin typeface="Calibri"/>
                <a:cs typeface="Calibri"/>
              </a:rPr>
              <a:t>Pruebas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495" dirty="0">
                <a:latin typeface="Calibri"/>
                <a:cs typeface="Calibri"/>
              </a:rPr>
              <a:t> </a:t>
            </a:r>
            <a:r>
              <a:rPr dirty="0"/>
              <a:t>La</a:t>
            </a:r>
            <a:r>
              <a:rPr spc="459" dirty="0"/>
              <a:t> </a:t>
            </a:r>
            <a:r>
              <a:rPr dirty="0"/>
              <a:t>programación</a:t>
            </a:r>
            <a:r>
              <a:rPr spc="505" dirty="0"/>
              <a:t> </a:t>
            </a:r>
            <a:r>
              <a:rPr dirty="0"/>
              <a:t>debe</a:t>
            </a:r>
            <a:r>
              <a:rPr spc="490" dirty="0"/>
              <a:t> </a:t>
            </a:r>
            <a:r>
              <a:rPr spc="-10" dirty="0"/>
              <a:t>facilitar </a:t>
            </a:r>
            <a:r>
              <a:rPr dirty="0"/>
              <a:t>la</a:t>
            </a:r>
            <a:r>
              <a:rPr spc="180" dirty="0"/>
              <a:t>  </a:t>
            </a:r>
            <a:r>
              <a:rPr dirty="0"/>
              <a:t>creación</a:t>
            </a:r>
            <a:r>
              <a:rPr spc="160" dirty="0"/>
              <a:t>  </a:t>
            </a:r>
            <a:r>
              <a:rPr dirty="0"/>
              <a:t>de</a:t>
            </a:r>
            <a:r>
              <a:rPr spc="165" dirty="0"/>
              <a:t>  </a:t>
            </a:r>
            <a:r>
              <a:rPr dirty="0"/>
              <a:t>pruebas</a:t>
            </a:r>
            <a:r>
              <a:rPr spc="165" dirty="0"/>
              <a:t>  </a:t>
            </a:r>
            <a:r>
              <a:rPr dirty="0"/>
              <a:t>unitarias</a:t>
            </a:r>
            <a:r>
              <a:rPr spc="165" dirty="0"/>
              <a:t>  </a:t>
            </a:r>
            <a:r>
              <a:rPr dirty="0"/>
              <a:t>y</a:t>
            </a:r>
            <a:r>
              <a:rPr spc="170" dirty="0"/>
              <a:t>  </a:t>
            </a:r>
            <a:r>
              <a:rPr spc="-25" dirty="0"/>
              <a:t>de </a:t>
            </a:r>
            <a:r>
              <a:rPr spc="-10" dirty="0"/>
              <a:t>integración.</a:t>
            </a:r>
          </a:p>
          <a:p>
            <a:pPr marL="12700">
              <a:lnSpc>
                <a:spcPts val="2865"/>
              </a:lnSpc>
              <a:spcBef>
                <a:spcPts val="1930"/>
              </a:spcBef>
              <a:tabLst>
                <a:tab pos="2363470" algn="l"/>
                <a:tab pos="2858770" algn="l"/>
                <a:tab pos="3957320" algn="l"/>
                <a:tab pos="4859655" algn="l"/>
              </a:tabLst>
            </a:pPr>
            <a:r>
              <a:rPr b="1" spc="-10" dirty="0">
                <a:solidFill>
                  <a:srgbClr val="E9691F"/>
                </a:solidFill>
                <a:latin typeface="Calibri"/>
                <a:cs typeface="Calibri"/>
              </a:rPr>
              <a:t>Mantenimiento</a:t>
            </a:r>
            <a:r>
              <a:rPr b="1" spc="-10" dirty="0">
                <a:latin typeface="Calibri"/>
                <a:cs typeface="Calibri"/>
              </a:rPr>
              <a:t>:</a:t>
            </a:r>
            <a:r>
              <a:rPr b="1" dirty="0">
                <a:latin typeface="Calibri"/>
                <a:cs typeface="Calibri"/>
              </a:rPr>
              <a:t>	</a:t>
            </a:r>
            <a:r>
              <a:rPr spc="-25" dirty="0"/>
              <a:t>El</a:t>
            </a:r>
            <a:r>
              <a:rPr dirty="0"/>
              <a:t>	</a:t>
            </a:r>
            <a:r>
              <a:rPr spc="-10" dirty="0"/>
              <a:t>código</a:t>
            </a:r>
            <a:r>
              <a:rPr dirty="0"/>
              <a:t>	</a:t>
            </a:r>
            <a:r>
              <a:rPr spc="-20" dirty="0"/>
              <a:t>debe</a:t>
            </a:r>
            <a:r>
              <a:rPr dirty="0"/>
              <a:t>	</a:t>
            </a:r>
            <a:r>
              <a:rPr spc="-25" dirty="0"/>
              <a:t>ser</a:t>
            </a:r>
          </a:p>
          <a:p>
            <a:pPr marL="12700">
              <a:lnSpc>
                <a:spcPts val="2865"/>
              </a:lnSpc>
            </a:pPr>
            <a:r>
              <a:rPr dirty="0"/>
              <a:t>mantenible</a:t>
            </a:r>
            <a:r>
              <a:rPr spc="-45" dirty="0"/>
              <a:t> </a:t>
            </a:r>
            <a:r>
              <a:rPr dirty="0"/>
              <a:t>y</a:t>
            </a:r>
            <a:r>
              <a:rPr spc="-50" dirty="0"/>
              <a:t> </a:t>
            </a:r>
            <a:r>
              <a:rPr spc="-10" dirty="0"/>
              <a:t>adaptable.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88C7F11-C477-6549-14BA-C62F1E0487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10</a:t>
            </a:fld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57019" y="2854578"/>
            <a:ext cx="9088755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Técnicas</a:t>
            </a:r>
            <a:r>
              <a:rPr sz="6600" spc="-45" dirty="0"/>
              <a:t> </a:t>
            </a:r>
            <a:r>
              <a:rPr sz="6600" dirty="0"/>
              <a:t>de</a:t>
            </a:r>
            <a:r>
              <a:rPr sz="6600" spc="-65" dirty="0"/>
              <a:t> </a:t>
            </a:r>
            <a:r>
              <a:rPr sz="6600" spc="-10" dirty="0"/>
              <a:t>programación</a:t>
            </a:r>
            <a:endParaRPr sz="66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553D3A6-EEA3-64D4-93A7-61918FA62A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11</a:t>
            </a:fld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0"/>
            <a:ext cx="1183005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/>
              <a:t>Programación</a:t>
            </a:r>
            <a:r>
              <a:rPr spc="30" dirty="0"/>
              <a:t> </a:t>
            </a:r>
            <a:r>
              <a:rPr dirty="0"/>
              <a:t>orientada</a:t>
            </a:r>
            <a:r>
              <a:rPr spc="60" dirty="0"/>
              <a:t> </a:t>
            </a:r>
            <a:r>
              <a:rPr dirty="0"/>
              <a:t>a</a:t>
            </a:r>
            <a:r>
              <a:rPr spc="145" dirty="0"/>
              <a:t> </a:t>
            </a:r>
            <a:r>
              <a:rPr dirty="0"/>
              <a:t>objetos</a:t>
            </a:r>
            <a:r>
              <a:rPr spc="75" dirty="0"/>
              <a:t> </a:t>
            </a:r>
            <a:r>
              <a:rPr spc="-10" dirty="0"/>
              <a:t>(POO)</a:t>
            </a:r>
          </a:p>
        </p:txBody>
      </p:sp>
      <p:pic>
        <p:nvPicPr>
          <p:cNvPr id="5" name="object 5" descr="Programación Orientada a Objetos (POO)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1590675"/>
            <a:ext cx="8562975" cy="464820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70C75-76D6-8EE0-D5FE-D16D53B05E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12</a:t>
            </a:fld>
            <a:endParaRPr lang="es-A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0"/>
              </a:spcBef>
            </a:pPr>
            <a:r>
              <a:rPr dirty="0"/>
              <a:t>Programación</a:t>
            </a:r>
            <a:r>
              <a:rPr spc="120" dirty="0"/>
              <a:t> </a:t>
            </a:r>
            <a:r>
              <a:rPr spc="-10" dirty="0"/>
              <a:t>estructurada</a:t>
            </a:r>
          </a:p>
        </p:txBody>
      </p:sp>
      <p:pic>
        <p:nvPicPr>
          <p:cNvPr id="4" name="object 4" descr="Qué es la programación estructurada? | UNIR FP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2171700"/>
            <a:ext cx="8934450" cy="3286125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A1C3B0-6637-CA3F-13A8-B059F5BE0D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13</a:t>
            </a:fld>
            <a:endParaRPr lang="es-A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6747" y="2854578"/>
            <a:ext cx="10906125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Herramientas</a:t>
            </a:r>
            <a:r>
              <a:rPr sz="6600" spc="-90" dirty="0"/>
              <a:t> </a:t>
            </a:r>
            <a:r>
              <a:rPr sz="6600" dirty="0"/>
              <a:t>de</a:t>
            </a:r>
            <a:r>
              <a:rPr sz="6600" spc="-105" dirty="0"/>
              <a:t> </a:t>
            </a:r>
            <a:r>
              <a:rPr sz="6600" spc="-10" dirty="0"/>
              <a:t>programación</a:t>
            </a:r>
            <a:endParaRPr sz="66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6D49E16-212A-52ED-2FC7-B581856ACB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14</a:t>
            </a:fld>
            <a:endParaRPr lang="es-A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Entornos</a:t>
            </a:r>
            <a:r>
              <a:rPr spc="114" dirty="0"/>
              <a:t> </a:t>
            </a:r>
            <a:r>
              <a:rPr dirty="0"/>
              <a:t>de</a:t>
            </a:r>
            <a:r>
              <a:rPr spc="65" dirty="0"/>
              <a:t> </a:t>
            </a:r>
            <a:r>
              <a:rPr dirty="0"/>
              <a:t>desarrollo</a:t>
            </a:r>
            <a:r>
              <a:rPr spc="80" dirty="0"/>
              <a:t> </a:t>
            </a:r>
            <a:r>
              <a:rPr dirty="0"/>
              <a:t>integrado</a:t>
            </a:r>
            <a:r>
              <a:rPr spc="80" dirty="0"/>
              <a:t> </a:t>
            </a:r>
            <a:r>
              <a:rPr spc="-10" dirty="0"/>
              <a:t>(IDE)</a:t>
            </a:r>
          </a:p>
        </p:txBody>
      </p:sp>
      <p:pic>
        <p:nvPicPr>
          <p:cNvPr id="4" name="object 4" descr="El futuro de los IDE ¿Que es y para que sirve? – Portal de noticias de  tecnología, Realidad Virtual, Aumentada y Mixta, Videojuego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3157" y="5181600"/>
            <a:ext cx="3443351" cy="12823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8477" y="1587182"/>
            <a:ext cx="8509000" cy="34015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84746"/>
                </a:solidFill>
                <a:latin typeface="Calibri"/>
                <a:cs typeface="Calibri"/>
              </a:rPr>
              <a:t>Un IDE (</a:t>
            </a:r>
            <a:r>
              <a:rPr lang="es-AR" sz="2000" dirty="0" err="1">
                <a:solidFill>
                  <a:srgbClr val="484746"/>
                </a:solidFill>
                <a:latin typeface="Calibri"/>
                <a:cs typeface="Calibri"/>
              </a:rPr>
              <a:t>Integrated</a:t>
            </a:r>
            <a:r>
              <a:rPr lang="es-AR" sz="200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lang="es-AR" sz="2000" dirty="0" err="1">
                <a:solidFill>
                  <a:srgbClr val="484746"/>
                </a:solidFill>
                <a:latin typeface="Calibri"/>
                <a:cs typeface="Calibri"/>
              </a:rPr>
              <a:t>Development</a:t>
            </a:r>
            <a:r>
              <a:rPr lang="es-AR" sz="200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lang="es-AR" sz="2000" dirty="0" err="1">
                <a:solidFill>
                  <a:srgbClr val="484746"/>
                </a:solidFill>
                <a:latin typeface="Calibri"/>
                <a:cs typeface="Calibri"/>
              </a:rPr>
              <a:t>Environment</a:t>
            </a:r>
            <a:r>
              <a:rPr lang="es-AR" sz="2000" dirty="0">
                <a:solidFill>
                  <a:srgbClr val="484746"/>
                </a:solidFill>
                <a:latin typeface="Calibri"/>
                <a:cs typeface="Calibri"/>
              </a:rPr>
              <a:t>) es un programa que reúne en un solo lugar las herramientas necesarias para crear, editar, ejecutar, probar y depurar software.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84746"/>
                </a:solidFill>
                <a:latin typeface="Calibri"/>
                <a:cs typeface="Calibri"/>
              </a:rPr>
              <a:t>Su objetivo es facilitar el trabajo del programador, evitando que tenga que utilizar diferentes aplicaciones para cada tarea.</a:t>
            </a:r>
          </a:p>
          <a:p>
            <a:pPr marL="355600" marR="508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000" spc="1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IDE</a:t>
            </a:r>
            <a:r>
              <a:rPr sz="2000" spc="1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son</a:t>
            </a:r>
            <a:r>
              <a:rPr sz="2000" spc="1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entornos</a:t>
            </a:r>
            <a:r>
              <a:rPr sz="2000" spc="1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000" spc="1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2000" spc="1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000" spc="15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000" spc="114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combinan</a:t>
            </a:r>
            <a:r>
              <a:rPr sz="2000" spc="12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todas</a:t>
            </a:r>
            <a:r>
              <a:rPr sz="2000" spc="1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2000" spc="1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herramientas</a:t>
            </a:r>
            <a:r>
              <a:rPr sz="2000" spc="13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84746"/>
                </a:solidFill>
                <a:latin typeface="Calibri"/>
                <a:cs typeface="Calibri"/>
              </a:rPr>
              <a:t>necesarias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2000" spc="204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desarrollar</a:t>
            </a:r>
            <a:r>
              <a:rPr sz="2000" spc="1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código</a:t>
            </a:r>
            <a:r>
              <a:rPr sz="2000" spc="19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000" spc="20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2000" spc="1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000" spc="20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manera</a:t>
            </a:r>
            <a:r>
              <a:rPr sz="2000" spc="19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eficiente.</a:t>
            </a:r>
            <a:r>
              <a:rPr sz="2000" spc="19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Estos</a:t>
            </a:r>
            <a:r>
              <a:rPr sz="2000" spc="1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84746"/>
                </a:solidFill>
                <a:latin typeface="Calibri"/>
                <a:cs typeface="Calibri"/>
              </a:rPr>
              <a:t>entornos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proporcionan</a:t>
            </a:r>
            <a:r>
              <a:rPr sz="2000" spc="1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una</a:t>
            </a:r>
            <a:r>
              <a:rPr sz="2000" spc="1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interfaz</a:t>
            </a:r>
            <a:r>
              <a:rPr sz="2000" spc="18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unificada</a:t>
            </a:r>
            <a:r>
              <a:rPr sz="2000" spc="1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000" spc="1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permite</a:t>
            </a:r>
            <a:r>
              <a:rPr sz="2000" spc="1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escribir</a:t>
            </a:r>
            <a:r>
              <a:rPr sz="2000" spc="18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código,</a:t>
            </a:r>
            <a:r>
              <a:rPr sz="2000" spc="1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000" spc="-10" dirty="0">
                <a:solidFill>
                  <a:srgbClr val="484746"/>
                </a:solidFill>
                <a:latin typeface="Calibri"/>
                <a:cs typeface="Calibri"/>
              </a:rPr>
              <a:t>editarlo,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automatizar</a:t>
            </a:r>
            <a:r>
              <a:rPr sz="2000" spc="3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tareas</a:t>
            </a:r>
            <a:r>
              <a:rPr sz="2000" spc="434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000" spc="40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programación,</a:t>
            </a:r>
            <a:r>
              <a:rPr sz="2000" spc="39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depurar</a:t>
            </a:r>
            <a:r>
              <a:rPr sz="2000" spc="3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programas,</a:t>
            </a:r>
            <a:r>
              <a:rPr sz="2000" spc="3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entre</a:t>
            </a:r>
            <a:r>
              <a:rPr sz="2000" spc="38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84746"/>
                </a:solidFill>
                <a:latin typeface="Calibri"/>
                <a:cs typeface="Calibri"/>
              </a:rPr>
              <a:t>muchas</a:t>
            </a:r>
            <a:r>
              <a:rPr sz="2000" spc="3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84746"/>
                </a:solidFill>
                <a:latin typeface="Calibri"/>
                <a:cs typeface="Calibri"/>
              </a:rPr>
              <a:t>otras opciones.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F29FD-CDA5-9AF0-F15C-93CAF0B095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15</a:t>
            </a:fld>
            <a:endParaRPr lang="es-A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E53A501-864A-3C52-3DA7-4A4591B1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27" y="597788"/>
            <a:ext cx="11269344" cy="607859"/>
          </a:xfrm>
        </p:spPr>
        <p:txBody>
          <a:bodyPr/>
          <a:lstStyle/>
          <a:p>
            <a:r>
              <a:rPr lang="es-AR" dirty="0"/>
              <a:t>Entornos</a:t>
            </a:r>
            <a:r>
              <a:rPr lang="es-AR" spc="114" dirty="0"/>
              <a:t> </a:t>
            </a:r>
            <a:r>
              <a:rPr lang="es-AR" dirty="0"/>
              <a:t>de</a:t>
            </a:r>
            <a:r>
              <a:rPr lang="es-AR" spc="65" dirty="0"/>
              <a:t> </a:t>
            </a:r>
            <a:r>
              <a:rPr lang="es-AR" dirty="0"/>
              <a:t>desarrollo</a:t>
            </a:r>
            <a:r>
              <a:rPr lang="es-AR" spc="80" dirty="0"/>
              <a:t> </a:t>
            </a:r>
            <a:r>
              <a:rPr lang="es-AR" dirty="0"/>
              <a:t>integrado</a:t>
            </a:r>
            <a:r>
              <a:rPr lang="es-AR" spc="80" dirty="0"/>
              <a:t> </a:t>
            </a:r>
            <a:r>
              <a:rPr lang="es-AR" spc="-10" dirty="0"/>
              <a:t>(IDE)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7833B06-5154-A329-119C-2F43DD00E5C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1" y="2209800"/>
            <a:ext cx="3276600" cy="2954655"/>
          </a:xfrm>
        </p:spPr>
        <p:txBody>
          <a:bodyPr/>
          <a:lstStyle/>
          <a:p>
            <a:r>
              <a:rPr lang="es-AR" sz="1600" b="1" dirty="0"/>
              <a:t>Ejemplo:</a:t>
            </a:r>
            <a:br>
              <a:rPr lang="es-AR" sz="1600" dirty="0"/>
            </a:br>
            <a:r>
              <a:rPr lang="es-AR" sz="1600" dirty="0"/>
              <a:t>Un estudiante que desarrolla una aplicación en </a:t>
            </a:r>
            <a:r>
              <a:rPr lang="es-AR" sz="1600" b="1" dirty="0"/>
              <a:t>Java</a:t>
            </a:r>
            <a:r>
              <a:rPr lang="es-AR" sz="1600" dirty="0"/>
              <a:t> puede utilizar </a:t>
            </a:r>
            <a:r>
              <a:rPr lang="es-AR" sz="1600" b="1" dirty="0"/>
              <a:t>Eclipse</a:t>
            </a:r>
            <a:r>
              <a:rPr lang="es-AR" sz="1600" dirty="0"/>
              <a:t> para escribir el código, ejecutarlo, detectar errores y corregirlos desde una misma aplicación.</a:t>
            </a:r>
          </a:p>
          <a:p>
            <a:r>
              <a:rPr lang="es-AR" sz="1600" i="1" dirty="0"/>
              <a:t>Un IDE es un entorno que integra las principales herramientas que necesita un desarrollador para construir y mantener un programa.</a:t>
            </a:r>
            <a:endParaRPr lang="es-AR" sz="1600" dirty="0"/>
          </a:p>
          <a:p>
            <a:endParaRPr lang="en-US" sz="16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9462FE2-8A40-AAF3-6F9A-4376B7D5D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747323"/>
              </p:ext>
            </p:extLst>
          </p:nvPr>
        </p:nvGraphicFramePr>
        <p:xfrm>
          <a:off x="609600" y="1624995"/>
          <a:ext cx="5303521" cy="443097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608883">
                  <a:extLst>
                    <a:ext uri="{9D8B030D-6E8A-4147-A177-3AD203B41FA5}">
                      <a16:colId xmlns:a16="http://schemas.microsoft.com/office/drawing/2014/main" val="3538991298"/>
                    </a:ext>
                  </a:extLst>
                </a:gridCol>
                <a:gridCol w="2694638">
                  <a:extLst>
                    <a:ext uri="{9D8B030D-6E8A-4147-A177-3AD203B41FA5}">
                      <a16:colId xmlns:a16="http://schemas.microsoft.com/office/drawing/2014/main" val="3569212571"/>
                    </a:ext>
                  </a:extLst>
                </a:gridCol>
              </a:tblGrid>
              <a:tr h="671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IDE</a:t>
                      </a:r>
                    </a:p>
                  </a:txBody>
                  <a:tcPr marL="90799" marR="90799" marT="45399" marB="453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Lenguajes / uso frecuente</a:t>
                      </a:r>
                    </a:p>
                  </a:txBody>
                  <a:tcPr marL="90799" marR="90799" marT="45399" marB="45399" anchor="ctr"/>
                </a:tc>
                <a:extLst>
                  <a:ext uri="{0D108BD9-81ED-4DB2-BD59-A6C34878D82A}">
                    <a16:rowId xmlns:a16="http://schemas.microsoft.com/office/drawing/2014/main" val="3171630303"/>
                  </a:ext>
                </a:extLst>
              </a:tr>
              <a:tr h="94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Visual Studio</a:t>
                      </a:r>
                    </a:p>
                  </a:txBody>
                  <a:tcPr marL="90799" marR="90799" marT="45399" marB="453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C#, .NET, C++, desarrollo de aplicaciones</a:t>
                      </a:r>
                    </a:p>
                  </a:txBody>
                  <a:tcPr marL="90799" marR="90799" marT="45399" marB="45399" anchor="ctr"/>
                </a:tc>
                <a:extLst>
                  <a:ext uri="{0D108BD9-81ED-4DB2-BD59-A6C34878D82A}">
                    <a16:rowId xmlns:a16="http://schemas.microsoft.com/office/drawing/2014/main" val="3011554121"/>
                  </a:ext>
                </a:extLst>
              </a:tr>
              <a:tr h="671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Visual Studio Code</a:t>
                      </a:r>
                    </a:p>
                  </a:txBody>
                  <a:tcPr marL="90799" marR="90799" marT="45399" marB="453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JavaScript, Python, Java, C++, entre otros</a:t>
                      </a:r>
                    </a:p>
                  </a:txBody>
                  <a:tcPr marL="90799" marR="90799" marT="45399" marB="45399" anchor="ctr"/>
                </a:tc>
                <a:extLst>
                  <a:ext uri="{0D108BD9-81ED-4DB2-BD59-A6C34878D82A}">
                    <a16:rowId xmlns:a16="http://schemas.microsoft.com/office/drawing/2014/main" val="1372352871"/>
                  </a:ext>
                </a:extLst>
              </a:tr>
              <a:tr h="39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Eclipse</a:t>
                      </a:r>
                    </a:p>
                  </a:txBody>
                  <a:tcPr marL="90799" marR="90799" marT="45399" marB="453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Java y otros lenguajes</a:t>
                      </a:r>
                    </a:p>
                  </a:txBody>
                  <a:tcPr marL="90799" marR="90799" marT="45399" marB="45399" anchor="ctr"/>
                </a:tc>
                <a:extLst>
                  <a:ext uri="{0D108BD9-81ED-4DB2-BD59-A6C34878D82A}">
                    <a16:rowId xmlns:a16="http://schemas.microsoft.com/office/drawing/2014/main" val="4147963469"/>
                  </a:ext>
                </a:extLst>
              </a:tr>
              <a:tr h="671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IntelliJ IDEA</a:t>
                      </a:r>
                    </a:p>
                  </a:txBody>
                  <a:tcPr marL="90799" marR="90799" marT="45399" marB="453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Principalmente Java y Kotlin</a:t>
                      </a:r>
                    </a:p>
                  </a:txBody>
                  <a:tcPr marL="90799" marR="90799" marT="45399" marB="45399" anchor="ctr"/>
                </a:tc>
                <a:extLst>
                  <a:ext uri="{0D108BD9-81ED-4DB2-BD59-A6C34878D82A}">
                    <a16:rowId xmlns:a16="http://schemas.microsoft.com/office/drawing/2014/main" val="3273989045"/>
                  </a:ext>
                </a:extLst>
              </a:tr>
              <a:tr h="39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PyCharm</a:t>
                      </a:r>
                    </a:p>
                  </a:txBody>
                  <a:tcPr marL="90799" marR="90799" marT="45399" marB="453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Python</a:t>
                      </a:r>
                    </a:p>
                  </a:txBody>
                  <a:tcPr marL="90799" marR="90799" marT="45399" marB="45399" anchor="ctr"/>
                </a:tc>
                <a:extLst>
                  <a:ext uri="{0D108BD9-81ED-4DB2-BD59-A6C34878D82A}">
                    <a16:rowId xmlns:a16="http://schemas.microsoft.com/office/drawing/2014/main" val="237756704"/>
                  </a:ext>
                </a:extLst>
              </a:tr>
              <a:tr h="671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/>
                        <a:t>NetBeans</a:t>
                      </a:r>
                    </a:p>
                  </a:txBody>
                  <a:tcPr marL="90799" marR="90799" marT="45399" marB="453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800" dirty="0"/>
                        <a:t>Java y desarrollo de aplicaciones</a:t>
                      </a:r>
                    </a:p>
                  </a:txBody>
                  <a:tcPr marL="90799" marR="90799" marT="45399" marB="45399" anchor="ctr"/>
                </a:tc>
                <a:extLst>
                  <a:ext uri="{0D108BD9-81ED-4DB2-BD59-A6C34878D82A}">
                    <a16:rowId xmlns:a16="http://schemas.microsoft.com/office/drawing/2014/main" val="3615871892"/>
                  </a:ext>
                </a:extLst>
              </a:tr>
            </a:tbl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8F48D-067F-C525-A069-6451F8F1E3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7666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Control</a:t>
            </a:r>
            <a:r>
              <a:rPr spc="55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spc="-10" dirty="0"/>
              <a:t>versiones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9894" y="1583372"/>
            <a:ext cx="8647430" cy="17024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60"/>
              </a:spcBef>
            </a:pP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Se</a:t>
            </a:r>
            <a:r>
              <a:rPr sz="2150" spc="3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utilizarán</a:t>
            </a:r>
            <a:r>
              <a:rPr sz="2150" spc="40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herramientas</a:t>
            </a:r>
            <a:r>
              <a:rPr sz="2150" spc="4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como</a:t>
            </a:r>
            <a:r>
              <a:rPr sz="2150" spc="4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Git</a:t>
            </a:r>
            <a:r>
              <a:rPr sz="2150" spc="40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o</a:t>
            </a:r>
            <a:r>
              <a:rPr sz="2150" spc="39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SVN</a:t>
            </a:r>
            <a:r>
              <a:rPr sz="2150" spc="40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2150" spc="35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gestionar</a:t>
            </a:r>
            <a:r>
              <a:rPr sz="2150" spc="40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150" spc="39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controlar</a:t>
            </a:r>
            <a:r>
              <a:rPr sz="2150" spc="42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484746"/>
                </a:solidFill>
                <a:latin typeface="Calibri"/>
                <a:cs typeface="Calibri"/>
              </a:rPr>
              <a:t>las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diferentes</a:t>
            </a:r>
            <a:r>
              <a:rPr sz="2150" spc="22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versiones</a:t>
            </a:r>
            <a:r>
              <a:rPr sz="2150" spc="21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150" spc="225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2150" spc="22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en</a:t>
            </a:r>
            <a:r>
              <a:rPr sz="2150" spc="20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150" spc="22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repositorio</a:t>
            </a:r>
            <a:r>
              <a:rPr sz="2150" spc="21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2150" spc="-10" dirty="0">
                <a:solidFill>
                  <a:srgbClr val="484746"/>
                </a:solidFill>
                <a:latin typeface="Calibri"/>
                <a:cs typeface="Calibri"/>
              </a:rPr>
              <a:t>centralizado,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estableciendo</a:t>
            </a:r>
            <a:r>
              <a:rPr sz="2150" spc="27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un</a:t>
            </a:r>
            <a:r>
              <a:rPr sz="2150" spc="29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proceso</a:t>
            </a:r>
            <a:r>
              <a:rPr sz="2150" spc="27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150" spc="30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revisión</a:t>
            </a:r>
            <a:r>
              <a:rPr sz="2150" spc="29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150" spc="28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aprobación</a:t>
            </a:r>
            <a:r>
              <a:rPr sz="2150" spc="28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para</a:t>
            </a:r>
            <a:r>
              <a:rPr sz="2150" spc="2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cambios</a:t>
            </a:r>
            <a:r>
              <a:rPr sz="2150" spc="30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2150" spc="-50" dirty="0">
                <a:solidFill>
                  <a:srgbClr val="484746"/>
                </a:solidFill>
                <a:latin typeface="Calibri"/>
                <a:cs typeface="Calibri"/>
              </a:rPr>
              <a:t>y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realizando</a:t>
            </a:r>
            <a:r>
              <a:rPr sz="2150" spc="4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copias</a:t>
            </a:r>
            <a:r>
              <a:rPr sz="2150" spc="484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150" spc="5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seguridad</a:t>
            </a:r>
            <a:r>
              <a:rPr sz="2150" spc="4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regulares,</a:t>
            </a:r>
            <a:r>
              <a:rPr sz="2150" spc="50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lo</a:t>
            </a:r>
            <a:r>
              <a:rPr sz="2150" spc="4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2150" spc="4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mejora</a:t>
            </a:r>
            <a:r>
              <a:rPr sz="2150" spc="4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150" spc="45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484746"/>
                </a:solidFill>
                <a:latin typeface="Calibri"/>
                <a:cs typeface="Calibri"/>
              </a:rPr>
              <a:t>colaboración,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reduce</a:t>
            </a:r>
            <a:r>
              <a:rPr sz="2150" spc="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errores</a:t>
            </a:r>
            <a:r>
              <a:rPr sz="2150" spc="8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2150" spc="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facilita</a:t>
            </a:r>
            <a:r>
              <a:rPr sz="2150" spc="9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la</a:t>
            </a:r>
            <a:r>
              <a:rPr sz="2150" spc="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resolución</a:t>
            </a:r>
            <a:r>
              <a:rPr sz="2150" spc="1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2150" spc="9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484746"/>
                </a:solidFill>
                <a:latin typeface="Calibri"/>
                <a:cs typeface="Calibri"/>
              </a:rPr>
              <a:t>problemas.</a:t>
            </a:r>
            <a:endParaRPr sz="2150" dirty="0">
              <a:latin typeface="Calibri"/>
              <a:cs typeface="Calibri"/>
            </a:endParaRPr>
          </a:p>
        </p:txBody>
      </p:sp>
      <p:pic>
        <p:nvPicPr>
          <p:cNvPr id="5" name="object 5" descr="Que es un sistema de control de versiones y como me ayuda? – Nettix Perú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575" y="3362325"/>
            <a:ext cx="6381750" cy="318135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C682184-7F99-30D3-D8F6-71F3284EEE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17</a:t>
            </a:fld>
            <a:endParaRPr lang="es-A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7835" y="2854578"/>
            <a:ext cx="620014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Calidad</a:t>
            </a:r>
            <a:r>
              <a:rPr sz="6600" spc="-60" dirty="0"/>
              <a:t> </a:t>
            </a:r>
            <a:r>
              <a:rPr sz="6600" dirty="0"/>
              <a:t>y</a:t>
            </a:r>
            <a:r>
              <a:rPr sz="6600" spc="-15" dirty="0"/>
              <a:t> </a:t>
            </a:r>
            <a:r>
              <a:rPr sz="6600" spc="-10" dirty="0"/>
              <a:t>pruebas</a:t>
            </a:r>
            <a:endParaRPr sz="66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FB174B5-C369-5A65-EF58-B86D48C09B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18</a:t>
            </a:fld>
            <a:endParaRPr lang="es-A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30"/>
              </a:spcBef>
            </a:pPr>
            <a:r>
              <a:rPr dirty="0"/>
              <a:t>Importancia</a:t>
            </a:r>
            <a:r>
              <a:rPr spc="25" dirty="0"/>
              <a:t> </a:t>
            </a:r>
            <a:r>
              <a:rPr dirty="0"/>
              <a:t>de</a:t>
            </a:r>
            <a:r>
              <a:rPr spc="70" dirty="0"/>
              <a:t> </a:t>
            </a:r>
            <a:r>
              <a:rPr dirty="0"/>
              <a:t>las</a:t>
            </a:r>
            <a:r>
              <a:rPr spc="110" dirty="0"/>
              <a:t> </a:t>
            </a:r>
            <a:r>
              <a:rPr spc="-10" dirty="0"/>
              <a:t>pruebas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77" y="1709419"/>
            <a:ext cx="8670925" cy="1861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latin typeface="Calibri"/>
                <a:cs typeface="Calibri"/>
              </a:rPr>
              <a:t>Las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pruebas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son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esenciales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1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verificación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validación</a:t>
            </a:r>
            <a:r>
              <a:rPr sz="2400" spc="13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del </a:t>
            </a:r>
            <a:r>
              <a:rPr sz="2400" dirty="0">
                <a:latin typeface="Calibri"/>
                <a:cs typeface="Calibri"/>
              </a:rPr>
              <a:t>software.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Aseguran</a:t>
            </a:r>
            <a:r>
              <a:rPr sz="2400" spc="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cumple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requisitos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spc="-50" dirty="0">
                <a:latin typeface="Calibri"/>
                <a:cs typeface="Calibri"/>
              </a:rPr>
              <a:t>y </a:t>
            </a:r>
            <a:r>
              <a:rPr sz="2400" dirty="0">
                <a:latin typeface="Calibri"/>
                <a:cs typeface="Calibri"/>
              </a:rPr>
              <a:t>funciona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correctamente.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Ayudan a identificar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corregir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errores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antes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1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1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sea</a:t>
            </a:r>
            <a:r>
              <a:rPr sz="2400" spc="1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desplegado,</a:t>
            </a:r>
            <a:r>
              <a:rPr sz="2400" spc="1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mejorando</a:t>
            </a:r>
            <a:r>
              <a:rPr sz="2400" spc="1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1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calidad</a:t>
            </a:r>
            <a:r>
              <a:rPr sz="2400" spc="1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la </a:t>
            </a:r>
            <a:r>
              <a:rPr sz="2400" dirty="0">
                <a:latin typeface="Calibri"/>
                <a:cs typeface="Calibri"/>
              </a:rPr>
              <a:t>fiabilidad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final.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5" y="4133850"/>
            <a:ext cx="7743825" cy="221932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D4511A-6ED8-051F-9F09-3C58FDAD2A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19</a:t>
            </a:fld>
            <a:endParaRPr lang="es-A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Tipos</a:t>
            </a:r>
            <a:r>
              <a:rPr spc="20" dirty="0"/>
              <a:t> </a:t>
            </a:r>
            <a:r>
              <a:rPr dirty="0"/>
              <a:t>de</a:t>
            </a:r>
            <a:r>
              <a:rPr spc="65" dirty="0"/>
              <a:t> </a:t>
            </a:r>
            <a:r>
              <a:rPr spc="-10" dirty="0"/>
              <a:t>pruebas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06826" y="1982851"/>
            <a:ext cx="5616575" cy="825500"/>
            <a:chOff x="3306826" y="1982851"/>
            <a:chExt cx="5616575" cy="825500"/>
          </a:xfrm>
        </p:grpSpPr>
        <p:sp>
          <p:nvSpPr>
            <p:cNvPr id="4" name="object 4"/>
            <p:cNvSpPr/>
            <p:nvPr/>
          </p:nvSpPr>
          <p:spPr>
            <a:xfrm>
              <a:off x="3319526" y="1995551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457698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5457698" y="800100"/>
                  </a:lnTo>
                  <a:lnTo>
                    <a:pt x="5499865" y="793289"/>
                  </a:lnTo>
                  <a:lnTo>
                    <a:pt x="5536503" y="774330"/>
                  </a:lnTo>
                  <a:lnTo>
                    <a:pt x="5565405" y="745428"/>
                  </a:lnTo>
                  <a:lnTo>
                    <a:pt x="5584364" y="708790"/>
                  </a:lnTo>
                  <a:lnTo>
                    <a:pt x="5591175" y="666623"/>
                  </a:lnTo>
                  <a:lnTo>
                    <a:pt x="5591175" y="133350"/>
                  </a:lnTo>
                  <a:lnTo>
                    <a:pt x="5584364" y="91196"/>
                  </a:lnTo>
                  <a:lnTo>
                    <a:pt x="5565405" y="54589"/>
                  </a:lnTo>
                  <a:lnTo>
                    <a:pt x="5536503" y="25725"/>
                  </a:lnTo>
                  <a:lnTo>
                    <a:pt x="5499865" y="6797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19526" y="1995551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591175" y="133350"/>
                  </a:moveTo>
                  <a:lnTo>
                    <a:pt x="5591175" y="666623"/>
                  </a:lnTo>
                  <a:lnTo>
                    <a:pt x="5584364" y="708790"/>
                  </a:lnTo>
                  <a:lnTo>
                    <a:pt x="5565405" y="745428"/>
                  </a:lnTo>
                  <a:lnTo>
                    <a:pt x="5536503" y="774330"/>
                  </a:lnTo>
                  <a:lnTo>
                    <a:pt x="5499865" y="793289"/>
                  </a:lnTo>
                  <a:lnTo>
                    <a:pt x="5457698" y="800100"/>
                  </a:lnTo>
                  <a:lnTo>
                    <a:pt x="0" y="800100"/>
                  </a:lnTo>
                  <a:lnTo>
                    <a:pt x="0" y="0"/>
                  </a:lnTo>
                  <a:lnTo>
                    <a:pt x="5457698" y="0"/>
                  </a:lnTo>
                  <a:lnTo>
                    <a:pt x="5499865" y="6797"/>
                  </a:lnTo>
                  <a:lnTo>
                    <a:pt x="5536503" y="25725"/>
                  </a:lnTo>
                  <a:lnTo>
                    <a:pt x="5565405" y="54589"/>
                  </a:lnTo>
                  <a:lnTo>
                    <a:pt x="5584364" y="91196"/>
                  </a:lnTo>
                  <a:lnTo>
                    <a:pt x="5591175" y="133350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54476" y="2091372"/>
            <a:ext cx="5080635" cy="548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4150" marR="5080" indent="-171450">
              <a:lnSpc>
                <a:spcPts val="1950"/>
              </a:lnSpc>
              <a:spcBef>
                <a:spcPts val="34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Pruebas</a:t>
            </a:r>
            <a:r>
              <a:rPr sz="1800" spc="2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componentes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individuales.</a:t>
            </a:r>
            <a:r>
              <a:rPr sz="1800" spc="-1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Verifican</a:t>
            </a:r>
            <a:r>
              <a:rPr sz="1800" spc="-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que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cada</a:t>
            </a:r>
            <a:r>
              <a:rPr sz="1800" spc="-4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parte</a:t>
            </a:r>
            <a:r>
              <a:rPr sz="1800" spc="-4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1800" spc="-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código</a:t>
            </a:r>
            <a:r>
              <a:rPr sz="1800" spc="-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funciona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por</a:t>
            </a:r>
            <a:r>
              <a:rPr sz="1800" spc="-3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separado.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037" y="1878076"/>
            <a:ext cx="2778760" cy="1025525"/>
            <a:chOff x="554037" y="1878076"/>
            <a:chExt cx="2778760" cy="1025525"/>
          </a:xfrm>
        </p:grpSpPr>
        <p:sp>
          <p:nvSpPr>
            <p:cNvPr id="8" name="object 8"/>
            <p:cNvSpPr/>
            <p:nvPr/>
          </p:nvSpPr>
          <p:spPr>
            <a:xfrm>
              <a:off x="566737" y="1890776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2586037" y="0"/>
                  </a:moveTo>
                  <a:lnTo>
                    <a:pt x="166687" y="0"/>
                  </a:lnTo>
                  <a:lnTo>
                    <a:pt x="122374" y="5948"/>
                  </a:lnTo>
                  <a:lnTo>
                    <a:pt x="82555" y="22737"/>
                  </a:lnTo>
                  <a:lnTo>
                    <a:pt x="48820" y="48783"/>
                  </a:lnTo>
                  <a:lnTo>
                    <a:pt x="22756" y="82502"/>
                  </a:lnTo>
                  <a:lnTo>
                    <a:pt x="5954" y="122310"/>
                  </a:lnTo>
                  <a:lnTo>
                    <a:pt x="0" y="166624"/>
                  </a:lnTo>
                  <a:lnTo>
                    <a:pt x="0" y="833374"/>
                  </a:lnTo>
                  <a:lnTo>
                    <a:pt x="5954" y="877696"/>
                  </a:lnTo>
                  <a:lnTo>
                    <a:pt x="22756" y="917527"/>
                  </a:lnTo>
                  <a:lnTo>
                    <a:pt x="48820" y="951277"/>
                  </a:lnTo>
                  <a:lnTo>
                    <a:pt x="82555" y="977354"/>
                  </a:lnTo>
                  <a:lnTo>
                    <a:pt x="122374" y="994167"/>
                  </a:lnTo>
                  <a:lnTo>
                    <a:pt x="166687" y="1000125"/>
                  </a:lnTo>
                  <a:lnTo>
                    <a:pt x="2586037" y="1000125"/>
                  </a:lnTo>
                  <a:lnTo>
                    <a:pt x="2630359" y="994167"/>
                  </a:lnTo>
                  <a:lnTo>
                    <a:pt x="2670191" y="977354"/>
                  </a:lnTo>
                  <a:lnTo>
                    <a:pt x="2703941" y="951277"/>
                  </a:lnTo>
                  <a:lnTo>
                    <a:pt x="2730017" y="917527"/>
                  </a:lnTo>
                  <a:lnTo>
                    <a:pt x="2746830" y="877696"/>
                  </a:lnTo>
                  <a:lnTo>
                    <a:pt x="2752788" y="833374"/>
                  </a:lnTo>
                  <a:lnTo>
                    <a:pt x="2752788" y="166624"/>
                  </a:lnTo>
                  <a:lnTo>
                    <a:pt x="2746830" y="122310"/>
                  </a:lnTo>
                  <a:lnTo>
                    <a:pt x="2730017" y="82502"/>
                  </a:lnTo>
                  <a:lnTo>
                    <a:pt x="2703941" y="48783"/>
                  </a:lnTo>
                  <a:lnTo>
                    <a:pt x="2670191" y="22737"/>
                  </a:lnTo>
                  <a:lnTo>
                    <a:pt x="2630359" y="5948"/>
                  </a:lnTo>
                  <a:lnTo>
                    <a:pt x="2586037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6737" y="1890776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0" y="166624"/>
                  </a:moveTo>
                  <a:lnTo>
                    <a:pt x="5954" y="122310"/>
                  </a:lnTo>
                  <a:lnTo>
                    <a:pt x="22756" y="82502"/>
                  </a:lnTo>
                  <a:lnTo>
                    <a:pt x="48820" y="48783"/>
                  </a:lnTo>
                  <a:lnTo>
                    <a:pt x="82555" y="22737"/>
                  </a:lnTo>
                  <a:lnTo>
                    <a:pt x="122374" y="5948"/>
                  </a:lnTo>
                  <a:lnTo>
                    <a:pt x="166687" y="0"/>
                  </a:lnTo>
                  <a:lnTo>
                    <a:pt x="2586037" y="0"/>
                  </a:lnTo>
                  <a:lnTo>
                    <a:pt x="2630359" y="5948"/>
                  </a:lnTo>
                  <a:lnTo>
                    <a:pt x="2670191" y="22737"/>
                  </a:lnTo>
                  <a:lnTo>
                    <a:pt x="2703941" y="48783"/>
                  </a:lnTo>
                  <a:lnTo>
                    <a:pt x="2730017" y="82502"/>
                  </a:lnTo>
                  <a:lnTo>
                    <a:pt x="2746830" y="122310"/>
                  </a:lnTo>
                  <a:lnTo>
                    <a:pt x="2752788" y="166624"/>
                  </a:lnTo>
                  <a:lnTo>
                    <a:pt x="2752788" y="833374"/>
                  </a:lnTo>
                  <a:lnTo>
                    <a:pt x="2746830" y="877696"/>
                  </a:lnTo>
                  <a:lnTo>
                    <a:pt x="2730017" y="917527"/>
                  </a:lnTo>
                  <a:lnTo>
                    <a:pt x="2703941" y="951277"/>
                  </a:lnTo>
                  <a:lnTo>
                    <a:pt x="2670191" y="977354"/>
                  </a:lnTo>
                  <a:lnTo>
                    <a:pt x="2630359" y="994167"/>
                  </a:lnTo>
                  <a:lnTo>
                    <a:pt x="2586037" y="1000125"/>
                  </a:lnTo>
                  <a:lnTo>
                    <a:pt x="166687" y="1000125"/>
                  </a:lnTo>
                  <a:lnTo>
                    <a:pt x="122374" y="994167"/>
                  </a:lnTo>
                  <a:lnTo>
                    <a:pt x="82555" y="977354"/>
                  </a:lnTo>
                  <a:lnTo>
                    <a:pt x="48820" y="951277"/>
                  </a:lnTo>
                  <a:lnTo>
                    <a:pt x="22756" y="917527"/>
                  </a:lnTo>
                  <a:lnTo>
                    <a:pt x="5954" y="877696"/>
                  </a:lnTo>
                  <a:lnTo>
                    <a:pt x="0" y="833374"/>
                  </a:lnTo>
                  <a:lnTo>
                    <a:pt x="0" y="16662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76350" y="2166048"/>
            <a:ext cx="12547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Unitarias: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06826" y="3030601"/>
            <a:ext cx="5616575" cy="825500"/>
            <a:chOff x="3306826" y="3030601"/>
            <a:chExt cx="5616575" cy="825500"/>
          </a:xfrm>
        </p:grpSpPr>
        <p:sp>
          <p:nvSpPr>
            <p:cNvPr id="12" name="object 12"/>
            <p:cNvSpPr/>
            <p:nvPr/>
          </p:nvSpPr>
          <p:spPr>
            <a:xfrm>
              <a:off x="3319526" y="3043301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457698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5457698" y="800100"/>
                  </a:lnTo>
                  <a:lnTo>
                    <a:pt x="5499865" y="793289"/>
                  </a:lnTo>
                  <a:lnTo>
                    <a:pt x="5536503" y="774330"/>
                  </a:lnTo>
                  <a:lnTo>
                    <a:pt x="5565405" y="745428"/>
                  </a:lnTo>
                  <a:lnTo>
                    <a:pt x="5584364" y="708790"/>
                  </a:lnTo>
                  <a:lnTo>
                    <a:pt x="5591175" y="666623"/>
                  </a:lnTo>
                  <a:lnTo>
                    <a:pt x="5591175" y="133350"/>
                  </a:lnTo>
                  <a:lnTo>
                    <a:pt x="5584364" y="91196"/>
                  </a:lnTo>
                  <a:lnTo>
                    <a:pt x="5565405" y="54589"/>
                  </a:lnTo>
                  <a:lnTo>
                    <a:pt x="5536503" y="25725"/>
                  </a:lnTo>
                  <a:lnTo>
                    <a:pt x="5499865" y="6797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19526" y="3043301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591175" y="133350"/>
                  </a:moveTo>
                  <a:lnTo>
                    <a:pt x="5591175" y="666623"/>
                  </a:lnTo>
                  <a:lnTo>
                    <a:pt x="5584364" y="708790"/>
                  </a:lnTo>
                  <a:lnTo>
                    <a:pt x="5565405" y="745428"/>
                  </a:lnTo>
                  <a:lnTo>
                    <a:pt x="5536503" y="774330"/>
                  </a:lnTo>
                  <a:lnTo>
                    <a:pt x="5499865" y="793289"/>
                  </a:lnTo>
                  <a:lnTo>
                    <a:pt x="5457698" y="800100"/>
                  </a:lnTo>
                  <a:lnTo>
                    <a:pt x="0" y="800100"/>
                  </a:lnTo>
                  <a:lnTo>
                    <a:pt x="0" y="0"/>
                  </a:lnTo>
                  <a:lnTo>
                    <a:pt x="5457698" y="0"/>
                  </a:lnTo>
                  <a:lnTo>
                    <a:pt x="5499865" y="6797"/>
                  </a:lnTo>
                  <a:lnTo>
                    <a:pt x="5536503" y="25725"/>
                  </a:lnTo>
                  <a:lnTo>
                    <a:pt x="5565405" y="54589"/>
                  </a:lnTo>
                  <a:lnTo>
                    <a:pt x="5584364" y="91196"/>
                  </a:lnTo>
                  <a:lnTo>
                    <a:pt x="5591175" y="133350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54476" y="3017202"/>
            <a:ext cx="5083810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150" marR="5080" indent="-171450" algn="just">
              <a:lnSpc>
                <a:spcPct val="92200"/>
              </a:lnSpc>
              <a:spcBef>
                <a:spcPts val="27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Pruebas</a:t>
            </a:r>
            <a:r>
              <a:rPr sz="1800" spc="26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</a:t>
            </a:r>
            <a:r>
              <a:rPr sz="1800" spc="245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interacción</a:t>
            </a:r>
            <a:r>
              <a:rPr sz="1800" spc="265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entre</a:t>
            </a:r>
            <a:r>
              <a:rPr sz="1800" spc="260" dirty="0">
                <a:solidFill>
                  <a:srgbClr val="484746"/>
                </a:solidFill>
                <a:latin typeface="Calibri"/>
                <a:cs typeface="Calibri"/>
              </a:rPr>
              <a:t>  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componentes.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Aseguran</a:t>
            </a:r>
            <a:r>
              <a:rPr sz="1800" spc="16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1800" spc="15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1800" spc="1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diferentes</a:t>
            </a:r>
            <a:r>
              <a:rPr sz="1800" spc="1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partes</a:t>
            </a:r>
            <a:r>
              <a:rPr sz="1800" spc="15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1800" spc="13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sistema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funcionan</a:t>
            </a:r>
            <a:r>
              <a:rPr sz="1800" spc="-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juntas</a:t>
            </a:r>
            <a:r>
              <a:rPr sz="1800" spc="-7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correctamente.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4037" y="2935351"/>
            <a:ext cx="2778760" cy="1025525"/>
            <a:chOff x="554037" y="2935351"/>
            <a:chExt cx="2778760" cy="1025525"/>
          </a:xfrm>
        </p:grpSpPr>
        <p:sp>
          <p:nvSpPr>
            <p:cNvPr id="16" name="object 16"/>
            <p:cNvSpPr/>
            <p:nvPr/>
          </p:nvSpPr>
          <p:spPr>
            <a:xfrm>
              <a:off x="566737" y="2948051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2586037" y="0"/>
                  </a:moveTo>
                  <a:lnTo>
                    <a:pt x="166687" y="0"/>
                  </a:lnTo>
                  <a:lnTo>
                    <a:pt x="122374" y="5948"/>
                  </a:lnTo>
                  <a:lnTo>
                    <a:pt x="82555" y="22737"/>
                  </a:lnTo>
                  <a:lnTo>
                    <a:pt x="48820" y="48783"/>
                  </a:lnTo>
                  <a:lnTo>
                    <a:pt x="22756" y="82502"/>
                  </a:lnTo>
                  <a:lnTo>
                    <a:pt x="5954" y="122310"/>
                  </a:lnTo>
                  <a:lnTo>
                    <a:pt x="0" y="166624"/>
                  </a:lnTo>
                  <a:lnTo>
                    <a:pt x="0" y="833374"/>
                  </a:lnTo>
                  <a:lnTo>
                    <a:pt x="5954" y="877696"/>
                  </a:lnTo>
                  <a:lnTo>
                    <a:pt x="22756" y="917527"/>
                  </a:lnTo>
                  <a:lnTo>
                    <a:pt x="48820" y="951277"/>
                  </a:lnTo>
                  <a:lnTo>
                    <a:pt x="82555" y="977354"/>
                  </a:lnTo>
                  <a:lnTo>
                    <a:pt x="122374" y="994167"/>
                  </a:lnTo>
                  <a:lnTo>
                    <a:pt x="166687" y="1000125"/>
                  </a:lnTo>
                  <a:lnTo>
                    <a:pt x="2586037" y="1000125"/>
                  </a:lnTo>
                  <a:lnTo>
                    <a:pt x="2630359" y="994167"/>
                  </a:lnTo>
                  <a:lnTo>
                    <a:pt x="2670191" y="977354"/>
                  </a:lnTo>
                  <a:lnTo>
                    <a:pt x="2703941" y="951277"/>
                  </a:lnTo>
                  <a:lnTo>
                    <a:pt x="2730017" y="917527"/>
                  </a:lnTo>
                  <a:lnTo>
                    <a:pt x="2746830" y="877696"/>
                  </a:lnTo>
                  <a:lnTo>
                    <a:pt x="2752788" y="833374"/>
                  </a:lnTo>
                  <a:lnTo>
                    <a:pt x="2752788" y="166624"/>
                  </a:lnTo>
                  <a:lnTo>
                    <a:pt x="2746830" y="122310"/>
                  </a:lnTo>
                  <a:lnTo>
                    <a:pt x="2730017" y="82502"/>
                  </a:lnTo>
                  <a:lnTo>
                    <a:pt x="2703941" y="48783"/>
                  </a:lnTo>
                  <a:lnTo>
                    <a:pt x="2670191" y="22737"/>
                  </a:lnTo>
                  <a:lnTo>
                    <a:pt x="2630359" y="5948"/>
                  </a:lnTo>
                  <a:lnTo>
                    <a:pt x="2586037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6737" y="2948051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0" y="166624"/>
                  </a:moveTo>
                  <a:lnTo>
                    <a:pt x="5954" y="122310"/>
                  </a:lnTo>
                  <a:lnTo>
                    <a:pt x="22756" y="82502"/>
                  </a:lnTo>
                  <a:lnTo>
                    <a:pt x="48820" y="48783"/>
                  </a:lnTo>
                  <a:lnTo>
                    <a:pt x="82555" y="22737"/>
                  </a:lnTo>
                  <a:lnTo>
                    <a:pt x="122374" y="5948"/>
                  </a:lnTo>
                  <a:lnTo>
                    <a:pt x="166687" y="0"/>
                  </a:lnTo>
                  <a:lnTo>
                    <a:pt x="2586037" y="0"/>
                  </a:lnTo>
                  <a:lnTo>
                    <a:pt x="2630359" y="5948"/>
                  </a:lnTo>
                  <a:lnTo>
                    <a:pt x="2670191" y="22737"/>
                  </a:lnTo>
                  <a:lnTo>
                    <a:pt x="2703941" y="48783"/>
                  </a:lnTo>
                  <a:lnTo>
                    <a:pt x="2730017" y="82502"/>
                  </a:lnTo>
                  <a:lnTo>
                    <a:pt x="2746830" y="122310"/>
                  </a:lnTo>
                  <a:lnTo>
                    <a:pt x="2752788" y="166624"/>
                  </a:lnTo>
                  <a:lnTo>
                    <a:pt x="2752788" y="833374"/>
                  </a:lnTo>
                  <a:lnTo>
                    <a:pt x="2746830" y="877696"/>
                  </a:lnTo>
                  <a:lnTo>
                    <a:pt x="2730017" y="917527"/>
                  </a:lnTo>
                  <a:lnTo>
                    <a:pt x="2703941" y="951277"/>
                  </a:lnTo>
                  <a:lnTo>
                    <a:pt x="2670191" y="977354"/>
                  </a:lnTo>
                  <a:lnTo>
                    <a:pt x="2630359" y="994167"/>
                  </a:lnTo>
                  <a:lnTo>
                    <a:pt x="2586037" y="1000125"/>
                  </a:lnTo>
                  <a:lnTo>
                    <a:pt x="166687" y="1000125"/>
                  </a:lnTo>
                  <a:lnTo>
                    <a:pt x="122374" y="994167"/>
                  </a:lnTo>
                  <a:lnTo>
                    <a:pt x="82555" y="977354"/>
                  </a:lnTo>
                  <a:lnTo>
                    <a:pt x="48820" y="951277"/>
                  </a:lnTo>
                  <a:lnTo>
                    <a:pt x="22756" y="917527"/>
                  </a:lnTo>
                  <a:lnTo>
                    <a:pt x="5954" y="877696"/>
                  </a:lnTo>
                  <a:lnTo>
                    <a:pt x="0" y="833374"/>
                  </a:lnTo>
                  <a:lnTo>
                    <a:pt x="0" y="16662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71892" y="3217481"/>
            <a:ext cx="15278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Integración: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06826" y="4078351"/>
            <a:ext cx="5616575" cy="825500"/>
            <a:chOff x="3306826" y="4078351"/>
            <a:chExt cx="5616575" cy="825500"/>
          </a:xfrm>
        </p:grpSpPr>
        <p:sp>
          <p:nvSpPr>
            <p:cNvPr id="20" name="object 20"/>
            <p:cNvSpPr/>
            <p:nvPr/>
          </p:nvSpPr>
          <p:spPr>
            <a:xfrm>
              <a:off x="3319526" y="4091051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457698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5457698" y="800100"/>
                  </a:lnTo>
                  <a:lnTo>
                    <a:pt x="5499865" y="793289"/>
                  </a:lnTo>
                  <a:lnTo>
                    <a:pt x="5536503" y="774330"/>
                  </a:lnTo>
                  <a:lnTo>
                    <a:pt x="5565405" y="745428"/>
                  </a:lnTo>
                  <a:lnTo>
                    <a:pt x="5584364" y="708790"/>
                  </a:lnTo>
                  <a:lnTo>
                    <a:pt x="5591175" y="666623"/>
                  </a:lnTo>
                  <a:lnTo>
                    <a:pt x="5591175" y="133350"/>
                  </a:lnTo>
                  <a:lnTo>
                    <a:pt x="5584364" y="91196"/>
                  </a:lnTo>
                  <a:lnTo>
                    <a:pt x="5565405" y="54589"/>
                  </a:lnTo>
                  <a:lnTo>
                    <a:pt x="5536503" y="25725"/>
                  </a:lnTo>
                  <a:lnTo>
                    <a:pt x="5499865" y="6797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19526" y="4091051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591175" y="133350"/>
                  </a:moveTo>
                  <a:lnTo>
                    <a:pt x="5591175" y="666623"/>
                  </a:lnTo>
                  <a:lnTo>
                    <a:pt x="5584364" y="708790"/>
                  </a:lnTo>
                  <a:lnTo>
                    <a:pt x="5565405" y="745428"/>
                  </a:lnTo>
                  <a:lnTo>
                    <a:pt x="5536503" y="774330"/>
                  </a:lnTo>
                  <a:lnTo>
                    <a:pt x="5499865" y="793289"/>
                  </a:lnTo>
                  <a:lnTo>
                    <a:pt x="5457698" y="800100"/>
                  </a:lnTo>
                  <a:lnTo>
                    <a:pt x="0" y="800100"/>
                  </a:lnTo>
                  <a:lnTo>
                    <a:pt x="0" y="0"/>
                  </a:lnTo>
                  <a:lnTo>
                    <a:pt x="5457698" y="0"/>
                  </a:lnTo>
                  <a:lnTo>
                    <a:pt x="5499865" y="6797"/>
                  </a:lnTo>
                  <a:lnTo>
                    <a:pt x="5536503" y="25725"/>
                  </a:lnTo>
                  <a:lnTo>
                    <a:pt x="5565405" y="54589"/>
                  </a:lnTo>
                  <a:lnTo>
                    <a:pt x="5584364" y="91196"/>
                  </a:lnTo>
                  <a:lnTo>
                    <a:pt x="5591175" y="133350"/>
                  </a:lnTo>
                  <a:close/>
                </a:path>
              </a:pathLst>
            </a:custGeom>
            <a:ln w="25400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54476" y="4069143"/>
            <a:ext cx="5091430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150" marR="5080" indent="-171450" algn="just">
              <a:lnSpc>
                <a:spcPct val="92100"/>
              </a:lnSpc>
              <a:spcBef>
                <a:spcPts val="27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Pruebas</a:t>
            </a:r>
            <a:r>
              <a:rPr sz="1800" spc="1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del</a:t>
            </a:r>
            <a:r>
              <a:rPr sz="1800" spc="12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1800" spc="13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completo.</a:t>
            </a:r>
            <a:r>
              <a:rPr sz="1800" spc="13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Verifican</a:t>
            </a:r>
            <a:r>
              <a:rPr sz="1800" spc="11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1800" spc="1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el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sistema</a:t>
            </a:r>
            <a:r>
              <a:rPr sz="1800" spc="18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cumple</a:t>
            </a:r>
            <a:r>
              <a:rPr sz="1800" spc="19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1800" spc="15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los</a:t>
            </a:r>
            <a:r>
              <a:rPr sz="1800" spc="20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requisitos</a:t>
            </a:r>
            <a:r>
              <a:rPr sz="1800" spc="204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funcionales</a:t>
            </a:r>
            <a:r>
              <a:rPr sz="1800" spc="22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y</a:t>
            </a:r>
            <a:r>
              <a:rPr sz="1800" spc="18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no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funcionales.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4037" y="3983101"/>
            <a:ext cx="2778760" cy="1025525"/>
            <a:chOff x="554037" y="3983101"/>
            <a:chExt cx="2778760" cy="1025525"/>
          </a:xfrm>
        </p:grpSpPr>
        <p:sp>
          <p:nvSpPr>
            <p:cNvPr id="24" name="object 24"/>
            <p:cNvSpPr/>
            <p:nvPr/>
          </p:nvSpPr>
          <p:spPr>
            <a:xfrm>
              <a:off x="566737" y="3995801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2586037" y="0"/>
                  </a:moveTo>
                  <a:lnTo>
                    <a:pt x="166687" y="0"/>
                  </a:lnTo>
                  <a:lnTo>
                    <a:pt x="122374" y="5948"/>
                  </a:lnTo>
                  <a:lnTo>
                    <a:pt x="82555" y="22737"/>
                  </a:lnTo>
                  <a:lnTo>
                    <a:pt x="48820" y="48783"/>
                  </a:lnTo>
                  <a:lnTo>
                    <a:pt x="22756" y="82502"/>
                  </a:lnTo>
                  <a:lnTo>
                    <a:pt x="5954" y="122310"/>
                  </a:lnTo>
                  <a:lnTo>
                    <a:pt x="0" y="166624"/>
                  </a:lnTo>
                  <a:lnTo>
                    <a:pt x="0" y="833374"/>
                  </a:lnTo>
                  <a:lnTo>
                    <a:pt x="5954" y="877696"/>
                  </a:lnTo>
                  <a:lnTo>
                    <a:pt x="22756" y="917527"/>
                  </a:lnTo>
                  <a:lnTo>
                    <a:pt x="48820" y="951277"/>
                  </a:lnTo>
                  <a:lnTo>
                    <a:pt x="82555" y="977354"/>
                  </a:lnTo>
                  <a:lnTo>
                    <a:pt x="122374" y="994167"/>
                  </a:lnTo>
                  <a:lnTo>
                    <a:pt x="166687" y="1000125"/>
                  </a:lnTo>
                  <a:lnTo>
                    <a:pt x="2586037" y="1000125"/>
                  </a:lnTo>
                  <a:lnTo>
                    <a:pt x="2630359" y="994167"/>
                  </a:lnTo>
                  <a:lnTo>
                    <a:pt x="2670191" y="977354"/>
                  </a:lnTo>
                  <a:lnTo>
                    <a:pt x="2703941" y="951277"/>
                  </a:lnTo>
                  <a:lnTo>
                    <a:pt x="2730017" y="917527"/>
                  </a:lnTo>
                  <a:lnTo>
                    <a:pt x="2746830" y="877696"/>
                  </a:lnTo>
                  <a:lnTo>
                    <a:pt x="2752788" y="833374"/>
                  </a:lnTo>
                  <a:lnTo>
                    <a:pt x="2752788" y="166624"/>
                  </a:lnTo>
                  <a:lnTo>
                    <a:pt x="2746830" y="122310"/>
                  </a:lnTo>
                  <a:lnTo>
                    <a:pt x="2730017" y="82502"/>
                  </a:lnTo>
                  <a:lnTo>
                    <a:pt x="2703941" y="48783"/>
                  </a:lnTo>
                  <a:lnTo>
                    <a:pt x="2670191" y="22737"/>
                  </a:lnTo>
                  <a:lnTo>
                    <a:pt x="2630359" y="5948"/>
                  </a:lnTo>
                  <a:lnTo>
                    <a:pt x="2586037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6737" y="3995801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0" y="166624"/>
                  </a:moveTo>
                  <a:lnTo>
                    <a:pt x="5954" y="122310"/>
                  </a:lnTo>
                  <a:lnTo>
                    <a:pt x="22756" y="82502"/>
                  </a:lnTo>
                  <a:lnTo>
                    <a:pt x="48820" y="48783"/>
                  </a:lnTo>
                  <a:lnTo>
                    <a:pt x="82555" y="22737"/>
                  </a:lnTo>
                  <a:lnTo>
                    <a:pt x="122374" y="5948"/>
                  </a:lnTo>
                  <a:lnTo>
                    <a:pt x="166687" y="0"/>
                  </a:lnTo>
                  <a:lnTo>
                    <a:pt x="2586037" y="0"/>
                  </a:lnTo>
                  <a:lnTo>
                    <a:pt x="2630359" y="5948"/>
                  </a:lnTo>
                  <a:lnTo>
                    <a:pt x="2670191" y="22737"/>
                  </a:lnTo>
                  <a:lnTo>
                    <a:pt x="2703941" y="48783"/>
                  </a:lnTo>
                  <a:lnTo>
                    <a:pt x="2730017" y="82502"/>
                  </a:lnTo>
                  <a:lnTo>
                    <a:pt x="2746830" y="122310"/>
                  </a:lnTo>
                  <a:lnTo>
                    <a:pt x="2752788" y="166624"/>
                  </a:lnTo>
                  <a:lnTo>
                    <a:pt x="2752788" y="833374"/>
                  </a:lnTo>
                  <a:lnTo>
                    <a:pt x="2746830" y="877696"/>
                  </a:lnTo>
                  <a:lnTo>
                    <a:pt x="2730017" y="917527"/>
                  </a:lnTo>
                  <a:lnTo>
                    <a:pt x="2703941" y="951277"/>
                  </a:lnTo>
                  <a:lnTo>
                    <a:pt x="2670191" y="977354"/>
                  </a:lnTo>
                  <a:lnTo>
                    <a:pt x="2630359" y="994167"/>
                  </a:lnTo>
                  <a:lnTo>
                    <a:pt x="2586037" y="1000125"/>
                  </a:lnTo>
                  <a:lnTo>
                    <a:pt x="166687" y="1000125"/>
                  </a:lnTo>
                  <a:lnTo>
                    <a:pt x="122374" y="994167"/>
                  </a:lnTo>
                  <a:lnTo>
                    <a:pt x="82555" y="977354"/>
                  </a:lnTo>
                  <a:lnTo>
                    <a:pt x="48820" y="951277"/>
                  </a:lnTo>
                  <a:lnTo>
                    <a:pt x="22756" y="917527"/>
                  </a:lnTo>
                  <a:lnTo>
                    <a:pt x="5954" y="877696"/>
                  </a:lnTo>
                  <a:lnTo>
                    <a:pt x="0" y="833374"/>
                  </a:lnTo>
                  <a:lnTo>
                    <a:pt x="0" y="16662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88363" y="4268723"/>
            <a:ext cx="110236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Sistema: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06826" y="5135626"/>
            <a:ext cx="5616575" cy="825500"/>
            <a:chOff x="3306826" y="5135626"/>
            <a:chExt cx="5616575" cy="825500"/>
          </a:xfrm>
        </p:grpSpPr>
        <p:sp>
          <p:nvSpPr>
            <p:cNvPr id="28" name="object 28"/>
            <p:cNvSpPr/>
            <p:nvPr/>
          </p:nvSpPr>
          <p:spPr>
            <a:xfrm>
              <a:off x="3319526" y="5148326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457698" y="0"/>
                  </a:moveTo>
                  <a:lnTo>
                    <a:pt x="0" y="0"/>
                  </a:lnTo>
                  <a:lnTo>
                    <a:pt x="0" y="800036"/>
                  </a:lnTo>
                  <a:lnTo>
                    <a:pt x="5457698" y="800036"/>
                  </a:lnTo>
                  <a:lnTo>
                    <a:pt x="5499865" y="793238"/>
                  </a:lnTo>
                  <a:lnTo>
                    <a:pt x="5536503" y="774307"/>
                  </a:lnTo>
                  <a:lnTo>
                    <a:pt x="5565405" y="745441"/>
                  </a:lnTo>
                  <a:lnTo>
                    <a:pt x="5584364" y="708835"/>
                  </a:lnTo>
                  <a:lnTo>
                    <a:pt x="5591175" y="666686"/>
                  </a:lnTo>
                  <a:lnTo>
                    <a:pt x="5591175" y="133350"/>
                  </a:lnTo>
                  <a:lnTo>
                    <a:pt x="5584364" y="91196"/>
                  </a:lnTo>
                  <a:lnTo>
                    <a:pt x="5565405" y="54589"/>
                  </a:lnTo>
                  <a:lnTo>
                    <a:pt x="5536503" y="25725"/>
                  </a:lnTo>
                  <a:lnTo>
                    <a:pt x="5499865" y="6797"/>
                  </a:lnTo>
                  <a:lnTo>
                    <a:pt x="5457698" y="0"/>
                  </a:lnTo>
                  <a:close/>
                </a:path>
              </a:pathLst>
            </a:custGeom>
            <a:solidFill>
              <a:srgbClr val="CADF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19526" y="5148326"/>
              <a:ext cx="5591175" cy="800100"/>
            </a:xfrm>
            <a:custGeom>
              <a:avLst/>
              <a:gdLst/>
              <a:ahLst/>
              <a:cxnLst/>
              <a:rect l="l" t="t" r="r" b="b"/>
              <a:pathLst>
                <a:path w="5591175" h="800100">
                  <a:moveTo>
                    <a:pt x="5591175" y="133350"/>
                  </a:moveTo>
                  <a:lnTo>
                    <a:pt x="5591175" y="666686"/>
                  </a:lnTo>
                  <a:lnTo>
                    <a:pt x="5584364" y="708835"/>
                  </a:lnTo>
                  <a:lnTo>
                    <a:pt x="5565405" y="745441"/>
                  </a:lnTo>
                  <a:lnTo>
                    <a:pt x="5536503" y="774307"/>
                  </a:lnTo>
                  <a:lnTo>
                    <a:pt x="5499865" y="793238"/>
                  </a:lnTo>
                  <a:lnTo>
                    <a:pt x="5457698" y="800036"/>
                  </a:lnTo>
                  <a:lnTo>
                    <a:pt x="0" y="800036"/>
                  </a:lnTo>
                  <a:lnTo>
                    <a:pt x="0" y="0"/>
                  </a:lnTo>
                  <a:lnTo>
                    <a:pt x="5457698" y="0"/>
                  </a:lnTo>
                  <a:lnTo>
                    <a:pt x="5499865" y="6797"/>
                  </a:lnTo>
                  <a:lnTo>
                    <a:pt x="5536503" y="25725"/>
                  </a:lnTo>
                  <a:lnTo>
                    <a:pt x="5565405" y="54589"/>
                  </a:lnTo>
                  <a:lnTo>
                    <a:pt x="5584364" y="91196"/>
                  </a:lnTo>
                  <a:lnTo>
                    <a:pt x="5591175" y="133350"/>
                  </a:lnTo>
                  <a:close/>
                </a:path>
              </a:pathLst>
            </a:custGeom>
            <a:ln w="25399">
              <a:solidFill>
                <a:srgbClr val="CADF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554476" y="5120576"/>
            <a:ext cx="5086985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150" marR="5080" indent="-171450" algn="just">
              <a:lnSpc>
                <a:spcPct val="92100"/>
              </a:lnSpc>
              <a:spcBef>
                <a:spcPts val="270"/>
              </a:spcBef>
              <a:buChar char="•"/>
              <a:tabLst>
                <a:tab pos="184150" algn="l"/>
              </a:tabLst>
            </a:pP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Pruebas</a:t>
            </a:r>
            <a:r>
              <a:rPr sz="1800" spc="45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realizadas</a:t>
            </a:r>
            <a:r>
              <a:rPr sz="1800" spc="48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por</a:t>
            </a:r>
            <a:r>
              <a:rPr sz="1800" spc="484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1800" spc="45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usuario</a:t>
            </a:r>
            <a:r>
              <a:rPr sz="1800" spc="47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final.</a:t>
            </a:r>
            <a:r>
              <a:rPr sz="1800" spc="4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Aseguran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que</a:t>
            </a:r>
            <a:r>
              <a:rPr sz="1800" spc="4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el</a:t>
            </a:r>
            <a:r>
              <a:rPr sz="1800" spc="484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software</a:t>
            </a:r>
            <a:r>
              <a:rPr sz="1800" spc="465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cumple</a:t>
            </a:r>
            <a:r>
              <a:rPr sz="1800" spc="49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con</a:t>
            </a:r>
            <a:r>
              <a:rPr sz="1800" spc="459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las</a:t>
            </a:r>
            <a:r>
              <a:rPr sz="1800" spc="480" dirty="0">
                <a:solidFill>
                  <a:srgbClr val="48474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84746"/>
                </a:solidFill>
                <a:latin typeface="Calibri"/>
                <a:cs typeface="Calibri"/>
              </a:rPr>
              <a:t>expectativas</a:t>
            </a:r>
            <a:r>
              <a:rPr sz="1800" spc="50" dirty="0">
                <a:solidFill>
                  <a:srgbClr val="484746"/>
                </a:solidFill>
                <a:latin typeface="Calibri"/>
                <a:cs typeface="Calibri"/>
              </a:rPr>
              <a:t>  </a:t>
            </a:r>
            <a:r>
              <a:rPr sz="1800" spc="-25" dirty="0">
                <a:solidFill>
                  <a:srgbClr val="484746"/>
                </a:solidFill>
                <a:latin typeface="Calibri"/>
                <a:cs typeface="Calibri"/>
              </a:rPr>
              <a:t>del </a:t>
            </a:r>
            <a:r>
              <a:rPr sz="1800" spc="-10" dirty="0">
                <a:solidFill>
                  <a:srgbClr val="484746"/>
                </a:solidFill>
                <a:latin typeface="Calibri"/>
                <a:cs typeface="Calibri"/>
              </a:rPr>
              <a:t>usuario.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4037" y="5030851"/>
            <a:ext cx="2778760" cy="1025525"/>
            <a:chOff x="554037" y="5030851"/>
            <a:chExt cx="2778760" cy="1025525"/>
          </a:xfrm>
        </p:grpSpPr>
        <p:sp>
          <p:nvSpPr>
            <p:cNvPr id="32" name="object 32"/>
            <p:cNvSpPr/>
            <p:nvPr/>
          </p:nvSpPr>
          <p:spPr>
            <a:xfrm>
              <a:off x="566737" y="5043551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2586037" y="0"/>
                  </a:moveTo>
                  <a:lnTo>
                    <a:pt x="166687" y="0"/>
                  </a:lnTo>
                  <a:lnTo>
                    <a:pt x="122374" y="5948"/>
                  </a:lnTo>
                  <a:lnTo>
                    <a:pt x="82555" y="22737"/>
                  </a:lnTo>
                  <a:lnTo>
                    <a:pt x="48820" y="48783"/>
                  </a:lnTo>
                  <a:lnTo>
                    <a:pt x="22756" y="82502"/>
                  </a:lnTo>
                  <a:lnTo>
                    <a:pt x="5954" y="122310"/>
                  </a:lnTo>
                  <a:lnTo>
                    <a:pt x="0" y="166624"/>
                  </a:lnTo>
                  <a:lnTo>
                    <a:pt x="0" y="833374"/>
                  </a:lnTo>
                  <a:lnTo>
                    <a:pt x="5954" y="877687"/>
                  </a:lnTo>
                  <a:lnTo>
                    <a:pt x="22756" y="917505"/>
                  </a:lnTo>
                  <a:lnTo>
                    <a:pt x="48820" y="951241"/>
                  </a:lnTo>
                  <a:lnTo>
                    <a:pt x="82555" y="977304"/>
                  </a:lnTo>
                  <a:lnTo>
                    <a:pt x="122374" y="994107"/>
                  </a:lnTo>
                  <a:lnTo>
                    <a:pt x="166687" y="1000061"/>
                  </a:lnTo>
                  <a:lnTo>
                    <a:pt x="2586037" y="1000061"/>
                  </a:lnTo>
                  <a:lnTo>
                    <a:pt x="2630359" y="994107"/>
                  </a:lnTo>
                  <a:lnTo>
                    <a:pt x="2670191" y="977304"/>
                  </a:lnTo>
                  <a:lnTo>
                    <a:pt x="2703941" y="951241"/>
                  </a:lnTo>
                  <a:lnTo>
                    <a:pt x="2730017" y="917505"/>
                  </a:lnTo>
                  <a:lnTo>
                    <a:pt x="2746830" y="877687"/>
                  </a:lnTo>
                  <a:lnTo>
                    <a:pt x="2752788" y="833374"/>
                  </a:lnTo>
                  <a:lnTo>
                    <a:pt x="2752788" y="166624"/>
                  </a:lnTo>
                  <a:lnTo>
                    <a:pt x="2746830" y="122310"/>
                  </a:lnTo>
                  <a:lnTo>
                    <a:pt x="2730017" y="82502"/>
                  </a:lnTo>
                  <a:lnTo>
                    <a:pt x="2703941" y="48783"/>
                  </a:lnTo>
                  <a:lnTo>
                    <a:pt x="2670191" y="22737"/>
                  </a:lnTo>
                  <a:lnTo>
                    <a:pt x="2630359" y="5948"/>
                  </a:lnTo>
                  <a:lnTo>
                    <a:pt x="2586037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6737" y="5043551"/>
              <a:ext cx="2753360" cy="1000125"/>
            </a:xfrm>
            <a:custGeom>
              <a:avLst/>
              <a:gdLst/>
              <a:ahLst/>
              <a:cxnLst/>
              <a:rect l="l" t="t" r="r" b="b"/>
              <a:pathLst>
                <a:path w="2753360" h="1000125">
                  <a:moveTo>
                    <a:pt x="0" y="166624"/>
                  </a:moveTo>
                  <a:lnTo>
                    <a:pt x="5954" y="122310"/>
                  </a:lnTo>
                  <a:lnTo>
                    <a:pt x="22756" y="82502"/>
                  </a:lnTo>
                  <a:lnTo>
                    <a:pt x="48820" y="48783"/>
                  </a:lnTo>
                  <a:lnTo>
                    <a:pt x="82555" y="22737"/>
                  </a:lnTo>
                  <a:lnTo>
                    <a:pt x="122374" y="5948"/>
                  </a:lnTo>
                  <a:lnTo>
                    <a:pt x="166687" y="0"/>
                  </a:lnTo>
                  <a:lnTo>
                    <a:pt x="2586037" y="0"/>
                  </a:lnTo>
                  <a:lnTo>
                    <a:pt x="2630359" y="5948"/>
                  </a:lnTo>
                  <a:lnTo>
                    <a:pt x="2670191" y="22737"/>
                  </a:lnTo>
                  <a:lnTo>
                    <a:pt x="2703941" y="48783"/>
                  </a:lnTo>
                  <a:lnTo>
                    <a:pt x="2730017" y="82502"/>
                  </a:lnTo>
                  <a:lnTo>
                    <a:pt x="2746830" y="122310"/>
                  </a:lnTo>
                  <a:lnTo>
                    <a:pt x="2752788" y="166624"/>
                  </a:lnTo>
                  <a:lnTo>
                    <a:pt x="2752788" y="833374"/>
                  </a:lnTo>
                  <a:lnTo>
                    <a:pt x="2746830" y="877687"/>
                  </a:lnTo>
                  <a:lnTo>
                    <a:pt x="2730017" y="917505"/>
                  </a:lnTo>
                  <a:lnTo>
                    <a:pt x="2703941" y="951241"/>
                  </a:lnTo>
                  <a:lnTo>
                    <a:pt x="2670191" y="977304"/>
                  </a:lnTo>
                  <a:lnTo>
                    <a:pt x="2630359" y="994107"/>
                  </a:lnTo>
                  <a:lnTo>
                    <a:pt x="2586037" y="1000061"/>
                  </a:lnTo>
                  <a:lnTo>
                    <a:pt x="166687" y="1000061"/>
                  </a:lnTo>
                  <a:lnTo>
                    <a:pt x="122374" y="994107"/>
                  </a:lnTo>
                  <a:lnTo>
                    <a:pt x="82555" y="977304"/>
                  </a:lnTo>
                  <a:lnTo>
                    <a:pt x="48820" y="951241"/>
                  </a:lnTo>
                  <a:lnTo>
                    <a:pt x="22756" y="917505"/>
                  </a:lnTo>
                  <a:lnTo>
                    <a:pt x="5954" y="877687"/>
                  </a:lnTo>
                  <a:lnTo>
                    <a:pt x="0" y="833374"/>
                  </a:lnTo>
                  <a:lnTo>
                    <a:pt x="0" y="16662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43952" y="5320982"/>
            <a:ext cx="1518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Aceptación: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Marcador de número de diapositiva 34">
            <a:extLst>
              <a:ext uri="{FF2B5EF4-FFF2-40B4-BE49-F238E27FC236}">
                <a16:creationId xmlns:a16="http://schemas.microsoft.com/office/drawing/2014/main" id="{021D0207-28AD-FFBA-8084-91B344759C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20</a:t>
            </a:fld>
            <a:endParaRPr lang="es-A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66309" y="2854578"/>
            <a:ext cx="266319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spc="-10" dirty="0"/>
              <a:t>Síntesis</a:t>
            </a:r>
            <a:endParaRPr sz="66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D49F7E6-1D51-DF35-447C-27C3CA5CE3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21</a:t>
            </a:fld>
            <a:endParaRPr lang="es-A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Síntesis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1702" y="1817941"/>
            <a:ext cx="8077200" cy="4486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2400" b="1" spc="2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programación</a:t>
            </a:r>
            <a:r>
              <a:rPr sz="2400" b="1" spc="2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es</a:t>
            </a:r>
            <a:r>
              <a:rPr sz="2400" b="1" spc="2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esencial</a:t>
            </a:r>
            <a:r>
              <a:rPr sz="2400" b="1" spc="2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2400" b="1" spc="25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2400" b="1" spc="2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ciclo</a:t>
            </a:r>
            <a:r>
              <a:rPr sz="2400" b="1" spc="2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2400" b="1" spc="2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vida</a:t>
            </a:r>
            <a:r>
              <a:rPr sz="2400" b="1" spc="25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del</a:t>
            </a:r>
            <a:r>
              <a:rPr sz="2400" b="1" spc="2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7E7E"/>
                </a:solidFill>
                <a:latin typeface="Calibri"/>
                <a:cs typeface="Calibri"/>
              </a:rPr>
              <a:t>desarrollo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2400" b="1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software.</a:t>
            </a:r>
            <a:r>
              <a:rPr sz="2400" b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Es</a:t>
            </a:r>
            <a:r>
              <a:rPr sz="2400" b="1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2400" b="1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fase</a:t>
            </a:r>
            <a:r>
              <a:rPr sz="2400" b="1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donde</a:t>
            </a:r>
            <a:r>
              <a:rPr sz="2400" b="1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2400" b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materializan</a:t>
            </a:r>
            <a:r>
              <a:rPr sz="2400" b="1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los</a:t>
            </a:r>
            <a:r>
              <a:rPr sz="2400" b="1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requisitos</a:t>
            </a:r>
            <a:r>
              <a:rPr sz="2400" b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2400" b="1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7E7E"/>
                </a:solidFill>
                <a:latin typeface="Calibri"/>
                <a:cs typeface="Calibri"/>
              </a:rPr>
              <a:t>el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diseño</a:t>
            </a:r>
            <a:r>
              <a:rPr sz="2400" b="1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2400" b="1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un</a:t>
            </a:r>
            <a:r>
              <a:rPr sz="2400" b="1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producto</a:t>
            </a:r>
            <a:r>
              <a:rPr sz="2400" b="1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7E7E"/>
                </a:solidFill>
                <a:latin typeface="Calibri"/>
                <a:cs typeface="Calibri"/>
              </a:rPr>
              <a:t>funcional.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400">
              <a:latin typeface="Calibri"/>
              <a:cs typeface="Calibri"/>
            </a:endParaRPr>
          </a:p>
          <a:p>
            <a:pPr marL="12700" marR="9525" algn="just">
              <a:lnSpc>
                <a:spcPct val="100400"/>
              </a:lnSpc>
              <a:spcBef>
                <a:spcPts val="5"/>
              </a:spcBef>
            </a:pP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r>
              <a:rPr sz="2400" b="1" spc="420" dirty="0">
                <a:solidFill>
                  <a:srgbClr val="7E7E7E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técnicas</a:t>
            </a:r>
            <a:r>
              <a:rPr sz="2400" b="1" spc="409" dirty="0">
                <a:solidFill>
                  <a:srgbClr val="7E7E7E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2400" b="1" spc="415" dirty="0">
                <a:solidFill>
                  <a:srgbClr val="7E7E7E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herramientas</a:t>
            </a:r>
            <a:r>
              <a:rPr sz="2400" b="1" spc="420" dirty="0">
                <a:solidFill>
                  <a:srgbClr val="7E7E7E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2400" b="1" spc="420" dirty="0">
                <a:solidFill>
                  <a:srgbClr val="7E7E7E"/>
                </a:solidFill>
                <a:latin typeface="Calibri"/>
                <a:cs typeface="Calibri"/>
              </a:rPr>
              <a:t> 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programación</a:t>
            </a:r>
            <a:r>
              <a:rPr sz="2400" b="1" spc="420" dirty="0">
                <a:solidFill>
                  <a:srgbClr val="7E7E7E"/>
                </a:solidFill>
                <a:latin typeface="Calibri"/>
                <a:cs typeface="Calibri"/>
              </a:rPr>
              <a:t>   </a:t>
            </a:r>
            <a:r>
              <a:rPr sz="2400" b="1" spc="-25" dirty="0">
                <a:solidFill>
                  <a:srgbClr val="7E7E7E"/>
                </a:solidFill>
                <a:latin typeface="Calibri"/>
                <a:cs typeface="Calibri"/>
              </a:rPr>
              <a:t>son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fundamentales</a:t>
            </a:r>
            <a:r>
              <a:rPr sz="2400" b="1" spc="1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para</a:t>
            </a:r>
            <a:r>
              <a:rPr sz="2400" b="1" spc="1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crear</a:t>
            </a:r>
            <a:r>
              <a:rPr sz="2400" b="1" spc="7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software</a:t>
            </a:r>
            <a:r>
              <a:rPr sz="2400" b="1" spc="11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2400" b="1" spc="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alta</a:t>
            </a:r>
            <a:r>
              <a:rPr sz="2400" b="1" spc="9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calidad.</a:t>
            </a:r>
            <a:r>
              <a:rPr sz="2400" b="1" spc="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Facilitan</a:t>
            </a:r>
            <a:r>
              <a:rPr sz="2400" b="1" spc="1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7E7E"/>
                </a:solidFill>
                <a:latin typeface="Calibri"/>
                <a:cs typeface="Calibri"/>
              </a:rPr>
              <a:t>el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desarrollo,</a:t>
            </a:r>
            <a:r>
              <a:rPr sz="2400" b="1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2400" b="1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depuración</a:t>
            </a:r>
            <a:r>
              <a:rPr sz="2400" b="1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2400" b="1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2400" b="1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mantenimiento</a:t>
            </a:r>
            <a:r>
              <a:rPr sz="2400" b="1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del</a:t>
            </a:r>
            <a:r>
              <a:rPr sz="2400" b="1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7E7E"/>
                </a:solidFill>
                <a:latin typeface="Calibri"/>
                <a:cs typeface="Calibri"/>
              </a:rPr>
              <a:t>código.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400">
              <a:latin typeface="Calibri"/>
              <a:cs typeface="Calibri"/>
            </a:endParaRPr>
          </a:p>
          <a:p>
            <a:pPr marL="13970" marR="6350" algn="just">
              <a:lnSpc>
                <a:spcPct val="100000"/>
              </a:lnSpc>
            </a:pP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r>
              <a:rPr sz="2400" b="1" spc="1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pruebas</a:t>
            </a:r>
            <a:r>
              <a:rPr sz="2400" b="1" spc="1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2400" b="1" spc="1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2400" b="1" spc="1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mantenimiento</a:t>
            </a:r>
            <a:r>
              <a:rPr sz="2400" b="1" spc="1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son</a:t>
            </a:r>
            <a:r>
              <a:rPr sz="2400" b="1" spc="1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cruciales</a:t>
            </a:r>
            <a:r>
              <a:rPr sz="2400" b="1" spc="1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para</a:t>
            </a:r>
            <a:r>
              <a:rPr sz="2400" b="1" spc="1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asegurar</a:t>
            </a:r>
            <a:r>
              <a:rPr sz="2400" b="1" spc="1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7E7E"/>
                </a:solidFill>
                <a:latin typeface="Calibri"/>
                <a:cs typeface="Calibri"/>
              </a:rPr>
              <a:t>la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calidad</a:t>
            </a:r>
            <a:r>
              <a:rPr sz="2400" b="1" spc="2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2400" b="1" spc="25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2400" b="1" spc="2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mantenibilidad</a:t>
            </a:r>
            <a:r>
              <a:rPr sz="2400" b="1" spc="2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del</a:t>
            </a:r>
            <a:r>
              <a:rPr sz="2400" b="1" spc="28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software.</a:t>
            </a:r>
            <a:r>
              <a:rPr sz="2400" b="1" spc="25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Permiten</a:t>
            </a:r>
            <a:r>
              <a:rPr sz="2400" b="1" spc="2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detectar</a:t>
            </a:r>
            <a:r>
              <a:rPr sz="2400" b="1" spc="2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7E7E7E"/>
                </a:solidFill>
                <a:latin typeface="Calibri"/>
                <a:cs typeface="Calibri"/>
              </a:rPr>
              <a:t>y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corregir</a:t>
            </a:r>
            <a:r>
              <a:rPr sz="2400" b="1" spc="235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errores,</a:t>
            </a:r>
            <a:r>
              <a:rPr sz="2400" b="1" spc="240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así</a:t>
            </a:r>
            <a:r>
              <a:rPr sz="2400" b="1" spc="204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como</a:t>
            </a:r>
            <a:r>
              <a:rPr sz="2400" b="1" spc="195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adaptar</a:t>
            </a:r>
            <a:r>
              <a:rPr sz="2400" b="1" spc="225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2400" b="1" spc="225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software</a:t>
            </a:r>
            <a:r>
              <a:rPr sz="2400" b="1" spc="225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2400" b="1" spc="220" dirty="0">
                <a:solidFill>
                  <a:srgbClr val="7E7E7E"/>
                </a:solidFill>
                <a:latin typeface="Calibri"/>
                <a:cs typeface="Calibri"/>
              </a:rPr>
              <a:t>  </a:t>
            </a:r>
            <a:r>
              <a:rPr sz="2400" b="1" spc="-10" dirty="0">
                <a:solidFill>
                  <a:srgbClr val="7E7E7E"/>
                </a:solidFill>
                <a:latin typeface="Calibri"/>
                <a:cs typeface="Calibri"/>
              </a:rPr>
              <a:t>nuevos requisitos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4350" y="1981200"/>
            <a:ext cx="133350" cy="3105150"/>
            <a:chOff x="514350" y="1981200"/>
            <a:chExt cx="133350" cy="3105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" y="1981200"/>
              <a:ext cx="133350" cy="133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350" y="3438525"/>
              <a:ext cx="133350" cy="1238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50" y="4962525"/>
              <a:ext cx="133350" cy="123825"/>
            </a:xfrm>
            <a:prstGeom prst="rect">
              <a:avLst/>
            </a:prstGeom>
          </p:spPr>
        </p:pic>
      </p:grp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3DDC96AA-CE84-FAF4-8A14-5913DBDF7F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22</a:t>
            </a:fld>
            <a:endParaRPr lang="es-A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44901" y="2854578"/>
            <a:ext cx="591566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¡Muchas</a:t>
            </a:r>
            <a:r>
              <a:rPr sz="6600" spc="-80" dirty="0"/>
              <a:t> </a:t>
            </a:r>
            <a:r>
              <a:rPr sz="6600" spc="-10" dirty="0"/>
              <a:t>gracias!</a:t>
            </a:r>
            <a:endParaRPr sz="66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BD35C9-AEF3-D73A-499D-33E8AC65A2A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AR" smtClean="0"/>
              <a:t>23</a:t>
            </a:fld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299BB7DBAB604CBF92CED6F341956D" ma:contentTypeVersion="3" ma:contentTypeDescription="Crear nuevo documento." ma:contentTypeScope="" ma:versionID="9afc5c629d1fa4daa758eae5c0ffce08">
  <xsd:schema xmlns:xsd="http://www.w3.org/2001/XMLSchema" xmlns:xs="http://www.w3.org/2001/XMLSchema" xmlns:p="http://schemas.microsoft.com/office/2006/metadata/properties" xmlns:ns2="0fd8070d-56ff-4b43-b705-64ae6a394890" targetNamespace="http://schemas.microsoft.com/office/2006/metadata/properties" ma:root="true" ma:fieldsID="e452753519e258a995a8d5047b5119ca" ns2:_="">
    <xsd:import namespace="0fd8070d-56ff-4b43-b705-64ae6a394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070d-56ff-4b43-b705-64ae6a394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C332F3-FBAA-4E28-A379-BF0B9DAA48F8}"/>
</file>

<file path=customXml/itemProps2.xml><?xml version="1.0" encoding="utf-8"?>
<ds:datastoreItem xmlns:ds="http://schemas.openxmlformats.org/officeDocument/2006/customXml" ds:itemID="{0D0521F6-5E3F-4C03-8DC8-C0BAD8830F0F}"/>
</file>

<file path=customXml/itemProps3.xml><?xml version="1.0" encoding="utf-8"?>
<ds:datastoreItem xmlns:ds="http://schemas.openxmlformats.org/officeDocument/2006/customXml" ds:itemID="{35307E0E-45F1-42C4-89C7-6FC51F34896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998</Words>
  <Application>Microsoft Office PowerPoint</Application>
  <PresentationFormat>Panorámica</PresentationFormat>
  <Paragraphs>118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Presentación de PowerPoint</vt:lpstr>
      <vt:lpstr>Temas a desarrollar</vt:lpstr>
      <vt:lpstr>Definición de programación</vt:lpstr>
      <vt:lpstr>Definición de programación</vt:lpstr>
      <vt:lpstr>Importancia de la programación</vt:lpstr>
      <vt:lpstr>Ciclo de vida del desarrollo de software</vt:lpstr>
      <vt:lpstr>Fases del ciclo de vida</vt:lpstr>
      <vt:lpstr>Programación en el ciclo de vida</vt:lpstr>
      <vt:lpstr>Programación en el ciclo de vida</vt:lpstr>
      <vt:lpstr>Interacción con otras fases</vt:lpstr>
      <vt:lpstr>Técnicas de programación</vt:lpstr>
      <vt:lpstr>Programación orientada a objetos (POO)</vt:lpstr>
      <vt:lpstr>Programación estructurada</vt:lpstr>
      <vt:lpstr>Herramientas de programación</vt:lpstr>
      <vt:lpstr>Entornos de desarrollo integrado (IDE)</vt:lpstr>
      <vt:lpstr>Entornos de desarrollo integrado (IDE)</vt:lpstr>
      <vt:lpstr>Control de versiones</vt:lpstr>
      <vt:lpstr>Calidad y pruebas</vt:lpstr>
      <vt:lpstr>Importancia de las pruebas</vt:lpstr>
      <vt:lpstr>Tipos de pruebas</vt:lpstr>
      <vt:lpstr>Síntesis</vt:lpstr>
      <vt:lpstr>Síntesis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Daldin Susana</dc:creator>
  <cp:lastModifiedBy>Daldin Susana</cp:lastModifiedBy>
  <cp:revision>2</cp:revision>
  <dcterms:created xsi:type="dcterms:W3CDTF">2026-08-31T15:57:16Z</dcterms:created>
  <dcterms:modified xsi:type="dcterms:W3CDTF">2026-08-31T17:40:41Z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2025-02-03T00:00:00Z</vt:filetime>
  </property>
  <property fmtid="{D5CDD505-2E9C-101B-9397-08002B2CF9AE}" pid="4" name="LastSaved">
    <vt:filetime>2026-08-31T00:00:00Z</vt:filetime>
  </property>
  <property fmtid="{D5CDD505-2E9C-101B-9397-08002B2CF9AE}" pid="5" name="ContentTypeId">
    <vt:lpwstr>0x01010019299BB7DBAB604CBF92CED6F341956D</vt:lpwstr>
  </property>
</Properties>
</file>