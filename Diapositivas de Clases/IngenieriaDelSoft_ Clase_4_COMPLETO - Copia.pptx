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4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Lst>
  <p:sldSz cx="12192000" cy="6858000"/>
  <p:notesSz cx="6797675" cy="99266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BEFF56-24DE-22B5-F213-D073CCB4BEFE}" v="1" dt="2026-09-07T10:22:31.5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LDIN GRACIELA SUSANA" userId="S::gdaldin@uade.edu.ar::4fdff1c9-ccbd-4515-a030-ff7d0f1057b2" providerId="AD" clId="Web-{50BEFF56-24DE-22B5-F213-D073CCB4BEFE}"/>
    <pc:docChg chg="modSld">
      <pc:chgData name="DALDIN GRACIELA SUSANA" userId="S::gdaldin@uade.edu.ar::4fdff1c9-ccbd-4515-a030-ff7d0f1057b2" providerId="AD" clId="Web-{50BEFF56-24DE-22B5-F213-D073CCB4BEFE}" dt="2026-09-07T10:22:31.547" v="0" actId="14100"/>
      <pc:docMkLst>
        <pc:docMk/>
      </pc:docMkLst>
      <pc:sldChg chg="modSp">
        <pc:chgData name="DALDIN GRACIELA SUSANA" userId="S::gdaldin@uade.edu.ar::4fdff1c9-ccbd-4515-a030-ff7d0f1057b2" providerId="AD" clId="Web-{50BEFF56-24DE-22B5-F213-D073CCB4BEFE}" dt="2026-09-07T10:22:31.547" v="0" actId="14100"/>
        <pc:sldMkLst>
          <pc:docMk/>
          <pc:sldMk cId="0" sldId="265"/>
        </pc:sldMkLst>
        <pc:spChg chg="mod">
          <ac:chgData name="DALDIN GRACIELA SUSANA" userId="S::gdaldin@uade.edu.ar::4fdff1c9-ccbd-4515-a030-ff7d0f1057b2" providerId="AD" clId="Web-{50BEFF56-24DE-22B5-F213-D073CCB4BEFE}" dt="2026-09-07T10:22:31.547" v="0" actId="14100"/>
          <ac:spMkLst>
            <pc:docMk/>
            <pc:sldMk cId="0" sldId="265"/>
            <ac:spMk id="145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41"/>
        <p:cNvGrpSpPr/>
        <p:nvPr/>
      </p:nvGrpSpPr>
      <p:grpSpPr>
        <a:xfrm>
          <a:off x="0" y="0"/>
          <a:ext cx="0" cy="0"/>
          <a:chOff x="0" y="0"/>
          <a:chExt cx="0" cy="0"/>
        </a:xfrm>
      </p:grpSpPr>
      <p:sp>
        <p:nvSpPr>
          <p:cNvPr id="14342" name="Google Shape;14342;n"/>
          <p:cNvSpPr txBox="1">
            <a:spLocks noGrp="1"/>
          </p:cNvSpPr>
          <p:nvPr>
            <p:ph type="hdr" idx="2"/>
          </p:nvPr>
        </p:nvSpPr>
        <p:spPr>
          <a:xfrm>
            <a:off x="0" y="0"/>
            <a:ext cx="2945700" cy="498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343" name="Google Shape;14343;n"/>
          <p:cNvSpPr txBox="1">
            <a:spLocks noGrp="1"/>
          </p:cNvSpPr>
          <p:nvPr>
            <p:ph type="dt" idx="10"/>
          </p:nvPr>
        </p:nvSpPr>
        <p:spPr>
          <a:xfrm>
            <a:off x="3850443" y="0"/>
            <a:ext cx="2945700" cy="4980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344" name="Google Shape;14344;n"/>
          <p:cNvSpPr>
            <a:spLocks noGrp="1" noRot="1" noChangeAspect="1"/>
          </p:cNvSpPr>
          <p:nvPr>
            <p:ph type="sldImg" idx="3"/>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45" name="Google Shape;14345;n"/>
          <p:cNvSpPr txBox="1">
            <a:spLocks noGrp="1"/>
          </p:cNvSpPr>
          <p:nvPr>
            <p:ph type="body" idx="1"/>
          </p:nvPr>
        </p:nvSpPr>
        <p:spPr>
          <a:xfrm>
            <a:off x="679768" y="4777194"/>
            <a:ext cx="5438100" cy="39087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4346" name="Google Shape;14346;n"/>
          <p:cNvSpPr txBox="1">
            <a:spLocks noGrp="1"/>
          </p:cNvSpPr>
          <p:nvPr>
            <p:ph type="ftr" idx="11"/>
          </p:nvPr>
        </p:nvSpPr>
        <p:spPr>
          <a:xfrm>
            <a:off x="0" y="9428584"/>
            <a:ext cx="2945700" cy="4980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347" name="Google Shape;14347;n"/>
          <p:cNvSpPr txBox="1">
            <a:spLocks noGrp="1"/>
          </p:cNvSpPr>
          <p:nvPr>
            <p:ph type="sldNum" idx="12"/>
          </p:nvPr>
        </p:nvSpPr>
        <p:spPr>
          <a:xfrm>
            <a:off x="3850443" y="9428584"/>
            <a:ext cx="2945700" cy="4980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MX"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35"/>
        <p:cNvGrpSpPr/>
        <p:nvPr/>
      </p:nvGrpSpPr>
      <p:grpSpPr>
        <a:xfrm>
          <a:off x="0" y="0"/>
          <a:ext cx="0" cy="0"/>
          <a:chOff x="0" y="0"/>
          <a:chExt cx="0" cy="0"/>
        </a:xfrm>
      </p:grpSpPr>
      <p:sp>
        <p:nvSpPr>
          <p:cNvPr id="14436" name="Google Shape;14436;p1: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37" name="Google Shape;14437;p1:notes"/>
          <p:cNvSpPr txBox="1">
            <a:spLocks noGrp="1"/>
          </p:cNvSpPr>
          <p:nvPr>
            <p:ph type="body" idx="1"/>
          </p:nvPr>
        </p:nvSpPr>
        <p:spPr>
          <a:xfrm>
            <a:off x="679768" y="4777194"/>
            <a:ext cx="5438100" cy="3908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38" name="Google Shape;14438;p1:notes"/>
          <p:cNvSpPr txBox="1">
            <a:spLocks noGrp="1"/>
          </p:cNvSpPr>
          <p:nvPr>
            <p:ph type="sldNum" idx="12"/>
          </p:nvPr>
        </p:nvSpPr>
        <p:spPr>
          <a:xfrm>
            <a:off x="3850443" y="9428584"/>
            <a:ext cx="2945700" cy="4980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52"/>
        <p:cNvGrpSpPr/>
        <p:nvPr/>
      </p:nvGrpSpPr>
      <p:grpSpPr>
        <a:xfrm>
          <a:off x="0" y="0"/>
          <a:ext cx="0" cy="0"/>
          <a:chOff x="0" y="0"/>
          <a:chExt cx="0" cy="0"/>
        </a:xfrm>
      </p:grpSpPr>
      <p:sp>
        <p:nvSpPr>
          <p:cNvPr id="14453" name="Google Shape;14453;p2: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54" name="Google Shape;14454;p2: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58"/>
        <p:cNvGrpSpPr/>
        <p:nvPr/>
      </p:nvGrpSpPr>
      <p:grpSpPr>
        <a:xfrm>
          <a:off x="0" y="0"/>
          <a:ext cx="0" cy="0"/>
          <a:chOff x="0" y="0"/>
          <a:chExt cx="0" cy="0"/>
        </a:xfrm>
      </p:grpSpPr>
      <p:sp>
        <p:nvSpPr>
          <p:cNvPr id="14459" name="Google Shape;14459;p3: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60" name="Google Shape;14460;p3: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65"/>
        <p:cNvGrpSpPr/>
        <p:nvPr/>
      </p:nvGrpSpPr>
      <p:grpSpPr>
        <a:xfrm>
          <a:off x="0" y="0"/>
          <a:ext cx="0" cy="0"/>
          <a:chOff x="0" y="0"/>
          <a:chExt cx="0" cy="0"/>
        </a:xfrm>
      </p:grpSpPr>
      <p:sp>
        <p:nvSpPr>
          <p:cNvPr id="14466" name="Google Shape;14466;p4: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67" name="Google Shape;14467;p4: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72"/>
        <p:cNvGrpSpPr/>
        <p:nvPr/>
      </p:nvGrpSpPr>
      <p:grpSpPr>
        <a:xfrm>
          <a:off x="0" y="0"/>
          <a:ext cx="0" cy="0"/>
          <a:chOff x="0" y="0"/>
          <a:chExt cx="0" cy="0"/>
        </a:xfrm>
      </p:grpSpPr>
      <p:sp>
        <p:nvSpPr>
          <p:cNvPr id="14473" name="Google Shape;14473;p5: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74" name="Google Shape;14474;p5: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79"/>
        <p:cNvGrpSpPr/>
        <p:nvPr/>
      </p:nvGrpSpPr>
      <p:grpSpPr>
        <a:xfrm>
          <a:off x="0" y="0"/>
          <a:ext cx="0" cy="0"/>
          <a:chOff x="0" y="0"/>
          <a:chExt cx="0" cy="0"/>
        </a:xfrm>
      </p:grpSpPr>
      <p:sp>
        <p:nvSpPr>
          <p:cNvPr id="14480" name="Google Shape;14480;p6:notes"/>
          <p:cNvSpPr>
            <a:spLocks noGrp="1" noRot="1" noChangeAspect="1"/>
          </p:cNvSpPr>
          <p:nvPr>
            <p:ph type="sldImg" idx="2"/>
          </p:nvPr>
        </p:nvSpPr>
        <p:spPr>
          <a:xfrm>
            <a:off x="101600" y="750888"/>
            <a:ext cx="6594600" cy="3710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81" name="Google Shape;14481;p6:notes"/>
          <p:cNvSpPr txBox="1">
            <a:spLocks noGrp="1"/>
          </p:cNvSpPr>
          <p:nvPr>
            <p:ph type="body" idx="1"/>
          </p:nvPr>
        </p:nvSpPr>
        <p:spPr>
          <a:xfrm>
            <a:off x="679768" y="4777194"/>
            <a:ext cx="5438100" cy="3908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86"/>
        <p:cNvGrpSpPr/>
        <p:nvPr/>
      </p:nvGrpSpPr>
      <p:grpSpPr>
        <a:xfrm>
          <a:off x="0" y="0"/>
          <a:ext cx="0" cy="0"/>
          <a:chOff x="0" y="0"/>
          <a:chExt cx="0" cy="0"/>
        </a:xfrm>
      </p:grpSpPr>
      <p:sp>
        <p:nvSpPr>
          <p:cNvPr id="14487" name="Google Shape;14487;p7: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88" name="Google Shape;14488;p7: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93"/>
        <p:cNvGrpSpPr/>
        <p:nvPr/>
      </p:nvGrpSpPr>
      <p:grpSpPr>
        <a:xfrm>
          <a:off x="0" y="0"/>
          <a:ext cx="0" cy="0"/>
          <a:chOff x="0" y="0"/>
          <a:chExt cx="0" cy="0"/>
        </a:xfrm>
      </p:grpSpPr>
      <p:sp>
        <p:nvSpPr>
          <p:cNvPr id="14494" name="Google Shape;14494;p8: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95" name="Google Shape;14495;p8: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00"/>
        <p:cNvGrpSpPr/>
        <p:nvPr/>
      </p:nvGrpSpPr>
      <p:grpSpPr>
        <a:xfrm>
          <a:off x="0" y="0"/>
          <a:ext cx="0" cy="0"/>
          <a:chOff x="0" y="0"/>
          <a:chExt cx="0" cy="0"/>
        </a:xfrm>
      </p:grpSpPr>
      <p:sp>
        <p:nvSpPr>
          <p:cNvPr id="14501" name="Google Shape;14501;p9: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02" name="Google Shape;14502;p9: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07"/>
        <p:cNvGrpSpPr/>
        <p:nvPr/>
      </p:nvGrpSpPr>
      <p:grpSpPr>
        <a:xfrm>
          <a:off x="0" y="0"/>
          <a:ext cx="0" cy="0"/>
          <a:chOff x="0" y="0"/>
          <a:chExt cx="0" cy="0"/>
        </a:xfrm>
      </p:grpSpPr>
      <p:sp>
        <p:nvSpPr>
          <p:cNvPr id="14508" name="Google Shape;14508;p10: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09" name="Google Shape;14509;p1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15"/>
        <p:cNvGrpSpPr/>
        <p:nvPr/>
      </p:nvGrpSpPr>
      <p:grpSpPr>
        <a:xfrm>
          <a:off x="0" y="0"/>
          <a:ext cx="0" cy="0"/>
          <a:chOff x="0" y="0"/>
          <a:chExt cx="0" cy="0"/>
        </a:xfrm>
      </p:grpSpPr>
      <p:sp>
        <p:nvSpPr>
          <p:cNvPr id="14516" name="Google Shape;14516;p11: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17" name="Google Shape;14517;p11: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22"/>
        <p:cNvGrpSpPr/>
        <p:nvPr/>
      </p:nvGrpSpPr>
      <p:grpSpPr>
        <a:xfrm>
          <a:off x="0" y="0"/>
          <a:ext cx="0" cy="0"/>
          <a:chOff x="0" y="0"/>
          <a:chExt cx="0" cy="0"/>
        </a:xfrm>
      </p:grpSpPr>
      <p:sp>
        <p:nvSpPr>
          <p:cNvPr id="14523" name="Google Shape;14523;p12: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24" name="Google Shape;14524;p12: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29"/>
        <p:cNvGrpSpPr/>
        <p:nvPr/>
      </p:nvGrpSpPr>
      <p:grpSpPr>
        <a:xfrm>
          <a:off x="0" y="0"/>
          <a:ext cx="0" cy="0"/>
          <a:chOff x="0" y="0"/>
          <a:chExt cx="0" cy="0"/>
        </a:xfrm>
      </p:grpSpPr>
      <p:sp>
        <p:nvSpPr>
          <p:cNvPr id="14530" name="Google Shape;14530;p13: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31" name="Google Shape;14531;p13: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6"/>
        <p:cNvGrpSpPr/>
        <p:nvPr/>
      </p:nvGrpSpPr>
      <p:grpSpPr>
        <a:xfrm>
          <a:off x="0" y="0"/>
          <a:ext cx="0" cy="0"/>
          <a:chOff x="0" y="0"/>
          <a:chExt cx="0" cy="0"/>
        </a:xfrm>
      </p:grpSpPr>
      <p:sp>
        <p:nvSpPr>
          <p:cNvPr id="14537" name="Google Shape;14537;p14: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38" name="Google Shape;14538;p14: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43"/>
        <p:cNvGrpSpPr/>
        <p:nvPr/>
      </p:nvGrpSpPr>
      <p:grpSpPr>
        <a:xfrm>
          <a:off x="0" y="0"/>
          <a:ext cx="0" cy="0"/>
          <a:chOff x="0" y="0"/>
          <a:chExt cx="0" cy="0"/>
        </a:xfrm>
      </p:grpSpPr>
      <p:sp>
        <p:nvSpPr>
          <p:cNvPr id="14544" name="Google Shape;14544;p15: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45" name="Google Shape;14545;p15: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50"/>
        <p:cNvGrpSpPr/>
        <p:nvPr/>
      </p:nvGrpSpPr>
      <p:grpSpPr>
        <a:xfrm>
          <a:off x="0" y="0"/>
          <a:ext cx="0" cy="0"/>
          <a:chOff x="0" y="0"/>
          <a:chExt cx="0" cy="0"/>
        </a:xfrm>
      </p:grpSpPr>
      <p:sp>
        <p:nvSpPr>
          <p:cNvPr id="14551" name="Google Shape;14551;p16: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52" name="Google Shape;14552;p16: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58"/>
        <p:cNvGrpSpPr/>
        <p:nvPr/>
      </p:nvGrpSpPr>
      <p:grpSpPr>
        <a:xfrm>
          <a:off x="0" y="0"/>
          <a:ext cx="0" cy="0"/>
          <a:chOff x="0" y="0"/>
          <a:chExt cx="0" cy="0"/>
        </a:xfrm>
      </p:grpSpPr>
      <p:sp>
        <p:nvSpPr>
          <p:cNvPr id="14559" name="Google Shape;14559;p17: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60" name="Google Shape;14560;p17: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67"/>
        <p:cNvGrpSpPr/>
        <p:nvPr/>
      </p:nvGrpSpPr>
      <p:grpSpPr>
        <a:xfrm>
          <a:off x="0" y="0"/>
          <a:ext cx="0" cy="0"/>
          <a:chOff x="0" y="0"/>
          <a:chExt cx="0" cy="0"/>
        </a:xfrm>
      </p:grpSpPr>
      <p:sp>
        <p:nvSpPr>
          <p:cNvPr id="14568" name="Google Shape;14568;p18: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69" name="Google Shape;14569;p18: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74"/>
        <p:cNvGrpSpPr/>
        <p:nvPr/>
      </p:nvGrpSpPr>
      <p:grpSpPr>
        <a:xfrm>
          <a:off x="0" y="0"/>
          <a:ext cx="0" cy="0"/>
          <a:chOff x="0" y="0"/>
          <a:chExt cx="0" cy="0"/>
        </a:xfrm>
      </p:grpSpPr>
      <p:sp>
        <p:nvSpPr>
          <p:cNvPr id="14575" name="Google Shape;14575;p19: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76" name="Google Shape;14576;p19: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81"/>
        <p:cNvGrpSpPr/>
        <p:nvPr/>
      </p:nvGrpSpPr>
      <p:grpSpPr>
        <a:xfrm>
          <a:off x="0" y="0"/>
          <a:ext cx="0" cy="0"/>
          <a:chOff x="0" y="0"/>
          <a:chExt cx="0" cy="0"/>
        </a:xfrm>
      </p:grpSpPr>
      <p:sp>
        <p:nvSpPr>
          <p:cNvPr id="14582" name="Google Shape;14582;p20: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83" name="Google Shape;14583;p20: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88"/>
        <p:cNvGrpSpPr/>
        <p:nvPr/>
      </p:nvGrpSpPr>
      <p:grpSpPr>
        <a:xfrm>
          <a:off x="0" y="0"/>
          <a:ext cx="0" cy="0"/>
          <a:chOff x="0" y="0"/>
          <a:chExt cx="0" cy="0"/>
        </a:xfrm>
      </p:grpSpPr>
      <p:sp>
        <p:nvSpPr>
          <p:cNvPr id="14589" name="Google Shape;14589;p21: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90" name="Google Shape;14590;p21: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96"/>
        <p:cNvGrpSpPr/>
        <p:nvPr/>
      </p:nvGrpSpPr>
      <p:grpSpPr>
        <a:xfrm>
          <a:off x="0" y="0"/>
          <a:ext cx="0" cy="0"/>
          <a:chOff x="0" y="0"/>
          <a:chExt cx="0" cy="0"/>
        </a:xfrm>
      </p:grpSpPr>
      <p:sp>
        <p:nvSpPr>
          <p:cNvPr id="14597" name="Google Shape;14597;p22: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98" name="Google Shape;14598;p22: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03"/>
        <p:cNvGrpSpPr/>
        <p:nvPr/>
      </p:nvGrpSpPr>
      <p:grpSpPr>
        <a:xfrm>
          <a:off x="0" y="0"/>
          <a:ext cx="0" cy="0"/>
          <a:chOff x="0" y="0"/>
          <a:chExt cx="0" cy="0"/>
        </a:xfrm>
      </p:grpSpPr>
      <p:sp>
        <p:nvSpPr>
          <p:cNvPr id="14604" name="Google Shape;14604;p23: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05" name="Google Shape;14605;p23: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10"/>
        <p:cNvGrpSpPr/>
        <p:nvPr/>
      </p:nvGrpSpPr>
      <p:grpSpPr>
        <a:xfrm>
          <a:off x="0" y="0"/>
          <a:ext cx="0" cy="0"/>
          <a:chOff x="0" y="0"/>
          <a:chExt cx="0" cy="0"/>
        </a:xfrm>
      </p:grpSpPr>
      <p:sp>
        <p:nvSpPr>
          <p:cNvPr id="14611" name="Google Shape;14611;p24: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12" name="Google Shape;14612;p24: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17"/>
        <p:cNvGrpSpPr/>
        <p:nvPr/>
      </p:nvGrpSpPr>
      <p:grpSpPr>
        <a:xfrm>
          <a:off x="0" y="0"/>
          <a:ext cx="0" cy="0"/>
          <a:chOff x="0" y="0"/>
          <a:chExt cx="0" cy="0"/>
        </a:xfrm>
      </p:grpSpPr>
      <p:sp>
        <p:nvSpPr>
          <p:cNvPr id="14618" name="Google Shape;14618;p25: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19" name="Google Shape;14619;p25: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4"/>
        <p:cNvGrpSpPr/>
        <p:nvPr/>
      </p:nvGrpSpPr>
      <p:grpSpPr>
        <a:xfrm>
          <a:off x="0" y="0"/>
          <a:ext cx="0" cy="0"/>
          <a:chOff x="0" y="0"/>
          <a:chExt cx="0" cy="0"/>
        </a:xfrm>
      </p:grpSpPr>
      <p:sp>
        <p:nvSpPr>
          <p:cNvPr id="14625" name="Google Shape;14625;p26: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26" name="Google Shape;14626;p26: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1"/>
        <p:cNvGrpSpPr/>
        <p:nvPr/>
      </p:nvGrpSpPr>
      <p:grpSpPr>
        <a:xfrm>
          <a:off x="0" y="0"/>
          <a:ext cx="0" cy="0"/>
          <a:chOff x="0" y="0"/>
          <a:chExt cx="0" cy="0"/>
        </a:xfrm>
      </p:grpSpPr>
      <p:sp>
        <p:nvSpPr>
          <p:cNvPr id="14632" name="Google Shape;14632;p27: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33" name="Google Shape;14633;p27: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8"/>
        <p:cNvGrpSpPr/>
        <p:nvPr/>
      </p:nvGrpSpPr>
      <p:grpSpPr>
        <a:xfrm>
          <a:off x="0" y="0"/>
          <a:ext cx="0" cy="0"/>
          <a:chOff x="0" y="0"/>
          <a:chExt cx="0" cy="0"/>
        </a:xfrm>
      </p:grpSpPr>
      <p:sp>
        <p:nvSpPr>
          <p:cNvPr id="14639" name="Google Shape;14639;p28: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40" name="Google Shape;14640;p28: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45"/>
        <p:cNvGrpSpPr/>
        <p:nvPr/>
      </p:nvGrpSpPr>
      <p:grpSpPr>
        <a:xfrm>
          <a:off x="0" y="0"/>
          <a:ext cx="0" cy="0"/>
          <a:chOff x="0" y="0"/>
          <a:chExt cx="0" cy="0"/>
        </a:xfrm>
      </p:grpSpPr>
      <p:sp>
        <p:nvSpPr>
          <p:cNvPr id="14646" name="Google Shape;14646;p29: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47" name="Google Shape;14647;p29: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52"/>
        <p:cNvGrpSpPr/>
        <p:nvPr/>
      </p:nvGrpSpPr>
      <p:grpSpPr>
        <a:xfrm>
          <a:off x="0" y="0"/>
          <a:ext cx="0" cy="0"/>
          <a:chOff x="0" y="0"/>
          <a:chExt cx="0" cy="0"/>
        </a:xfrm>
      </p:grpSpPr>
      <p:sp>
        <p:nvSpPr>
          <p:cNvPr id="14653" name="Google Shape;14653;p30: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54" name="Google Shape;14654;p30: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59"/>
        <p:cNvGrpSpPr/>
        <p:nvPr/>
      </p:nvGrpSpPr>
      <p:grpSpPr>
        <a:xfrm>
          <a:off x="0" y="0"/>
          <a:ext cx="0" cy="0"/>
          <a:chOff x="0" y="0"/>
          <a:chExt cx="0" cy="0"/>
        </a:xfrm>
      </p:grpSpPr>
      <p:sp>
        <p:nvSpPr>
          <p:cNvPr id="14660" name="Google Shape;14660;p31: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61" name="Google Shape;14661;p31: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66"/>
        <p:cNvGrpSpPr/>
        <p:nvPr/>
      </p:nvGrpSpPr>
      <p:grpSpPr>
        <a:xfrm>
          <a:off x="0" y="0"/>
          <a:ext cx="0" cy="0"/>
          <a:chOff x="0" y="0"/>
          <a:chExt cx="0" cy="0"/>
        </a:xfrm>
      </p:grpSpPr>
      <p:sp>
        <p:nvSpPr>
          <p:cNvPr id="14667" name="Google Shape;14667;p32: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68" name="Google Shape;14668;p32: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3"/>
        <p:cNvGrpSpPr/>
        <p:nvPr/>
      </p:nvGrpSpPr>
      <p:grpSpPr>
        <a:xfrm>
          <a:off x="0" y="0"/>
          <a:ext cx="0" cy="0"/>
          <a:chOff x="0" y="0"/>
          <a:chExt cx="0" cy="0"/>
        </a:xfrm>
      </p:grpSpPr>
      <p:sp>
        <p:nvSpPr>
          <p:cNvPr id="14674" name="Google Shape;14674;p33: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75" name="Google Shape;14675;p33: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80"/>
        <p:cNvGrpSpPr/>
        <p:nvPr/>
      </p:nvGrpSpPr>
      <p:grpSpPr>
        <a:xfrm>
          <a:off x="0" y="0"/>
          <a:ext cx="0" cy="0"/>
          <a:chOff x="0" y="0"/>
          <a:chExt cx="0" cy="0"/>
        </a:xfrm>
      </p:grpSpPr>
      <p:sp>
        <p:nvSpPr>
          <p:cNvPr id="14681" name="Google Shape;14681;p34: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82" name="Google Shape;14682;p34: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87"/>
        <p:cNvGrpSpPr/>
        <p:nvPr/>
      </p:nvGrpSpPr>
      <p:grpSpPr>
        <a:xfrm>
          <a:off x="0" y="0"/>
          <a:ext cx="0" cy="0"/>
          <a:chOff x="0" y="0"/>
          <a:chExt cx="0" cy="0"/>
        </a:xfrm>
      </p:grpSpPr>
      <p:sp>
        <p:nvSpPr>
          <p:cNvPr id="14688" name="Google Shape;14688;p35: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89" name="Google Shape;14689;p35: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95"/>
        <p:cNvGrpSpPr/>
        <p:nvPr/>
      </p:nvGrpSpPr>
      <p:grpSpPr>
        <a:xfrm>
          <a:off x="0" y="0"/>
          <a:ext cx="0" cy="0"/>
          <a:chOff x="0" y="0"/>
          <a:chExt cx="0" cy="0"/>
        </a:xfrm>
      </p:grpSpPr>
      <p:sp>
        <p:nvSpPr>
          <p:cNvPr id="14696" name="Google Shape;14696;p36: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97" name="Google Shape;14697;p36: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02"/>
        <p:cNvGrpSpPr/>
        <p:nvPr/>
      </p:nvGrpSpPr>
      <p:grpSpPr>
        <a:xfrm>
          <a:off x="0" y="0"/>
          <a:ext cx="0" cy="0"/>
          <a:chOff x="0" y="0"/>
          <a:chExt cx="0" cy="0"/>
        </a:xfrm>
      </p:grpSpPr>
      <p:sp>
        <p:nvSpPr>
          <p:cNvPr id="14703" name="Google Shape;14703;p37:notes"/>
          <p:cNvSpPr txBox="1">
            <a:spLocks noGrp="1"/>
          </p:cNvSpPr>
          <p:nvPr>
            <p:ph type="body" idx="1"/>
          </p:nvPr>
        </p:nvSpPr>
        <p:spPr>
          <a:xfrm>
            <a:off x="679768" y="4777194"/>
            <a:ext cx="5438100" cy="3908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04" name="Google Shape;14704;p37: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09"/>
        <p:cNvGrpSpPr/>
        <p:nvPr/>
      </p:nvGrpSpPr>
      <p:grpSpPr>
        <a:xfrm>
          <a:off x="0" y="0"/>
          <a:ext cx="0" cy="0"/>
          <a:chOff x="0" y="0"/>
          <a:chExt cx="0" cy="0"/>
        </a:xfrm>
      </p:grpSpPr>
      <p:sp>
        <p:nvSpPr>
          <p:cNvPr id="14710" name="Google Shape;14710;p38:notes"/>
          <p:cNvSpPr>
            <a:spLocks noGrp="1" noRot="1" noChangeAspect="1"/>
          </p:cNvSpPr>
          <p:nvPr>
            <p:ph type="sldImg" idx="2"/>
          </p:nvPr>
        </p:nvSpPr>
        <p:spPr>
          <a:xfrm>
            <a:off x="422275" y="1241425"/>
            <a:ext cx="5953200" cy="3349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11" name="Google Shape;14711;p38:notes"/>
          <p:cNvSpPr txBox="1">
            <a:spLocks noGrp="1"/>
          </p:cNvSpPr>
          <p:nvPr>
            <p:ph type="body" idx="1"/>
          </p:nvPr>
        </p:nvSpPr>
        <p:spPr>
          <a:xfrm>
            <a:off x="679768" y="4777194"/>
            <a:ext cx="5438100" cy="3908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12" name="Google Shape;14712;p38:notes"/>
          <p:cNvSpPr txBox="1">
            <a:spLocks noGrp="1"/>
          </p:cNvSpPr>
          <p:nvPr>
            <p:ph type="sldNum" idx="12"/>
          </p:nvPr>
        </p:nvSpPr>
        <p:spPr>
          <a:xfrm>
            <a:off x="3850443" y="9428584"/>
            <a:ext cx="2945700" cy="4980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38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4357"/>
        <p:cNvGrpSpPr/>
        <p:nvPr/>
      </p:nvGrpSpPr>
      <p:grpSpPr>
        <a:xfrm>
          <a:off x="0" y="0"/>
          <a:ext cx="0" cy="0"/>
          <a:chOff x="0" y="0"/>
          <a:chExt cx="0" cy="0"/>
        </a:xfrm>
      </p:grpSpPr>
      <p:sp>
        <p:nvSpPr>
          <p:cNvPr id="14358" name="Google Shape;14358;p2"/>
          <p:cNvSpPr/>
          <p:nvPr/>
        </p:nvSpPr>
        <p:spPr>
          <a:xfrm>
            <a:off x="447817" y="5141973"/>
            <a:ext cx="11298300" cy="12747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4359" name="Google Shape;14359;p2"/>
          <p:cNvSpPr txBox="1">
            <a:spLocks noGrp="1"/>
          </p:cNvSpPr>
          <p:nvPr>
            <p:ph type="title"/>
          </p:nvPr>
        </p:nvSpPr>
        <p:spPr>
          <a:xfrm>
            <a:off x="581192" y="5262296"/>
            <a:ext cx="4909500" cy="6894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rgbClr val="2D59AB"/>
              </a:buClr>
              <a:buSzPts val="2000"/>
              <a:buFont typeface="Gill Sans"/>
              <a:buNone/>
              <a:defRPr sz="2000" b="0">
                <a:solidFill>
                  <a:srgbClr val="2D59AB"/>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60" name="Google Shape;14360;p2"/>
          <p:cNvSpPr txBox="1">
            <a:spLocks noGrp="1"/>
          </p:cNvSpPr>
          <p:nvPr>
            <p:ph type="body" idx="1"/>
          </p:nvPr>
        </p:nvSpPr>
        <p:spPr>
          <a:xfrm>
            <a:off x="447816" y="601200"/>
            <a:ext cx="11292900" cy="4204800"/>
          </a:xfrm>
          <a:prstGeom prst="rect">
            <a:avLst/>
          </a:prstGeom>
          <a:noFill/>
          <a:ln>
            <a:noFill/>
          </a:ln>
        </p:spPr>
        <p:txBody>
          <a:bodyPr spcFirstLastPara="1" wrap="square" lIns="91425" tIns="45700" rIns="91425" bIns="45700" anchor="ctr" anchorCtr="0">
            <a:normAutofit/>
          </a:bodyPr>
          <a:lstStyle>
            <a:lvl1pPr marL="457200" lvl="0" indent="-345440" algn="l" rtl="0">
              <a:spcBef>
                <a:spcPts val="400"/>
              </a:spcBef>
              <a:spcAft>
                <a:spcPts val="0"/>
              </a:spcAft>
              <a:buSzPts val="1840"/>
              <a:buChar char="◼"/>
              <a:defRPr sz="2000">
                <a:solidFill>
                  <a:schemeClr val="dk2"/>
                </a:solidFill>
              </a:defRPr>
            </a:lvl1pPr>
            <a:lvl2pPr marL="914400" lvl="1" indent="-333756" algn="l" rtl="0">
              <a:spcBef>
                <a:spcPts val="600"/>
              </a:spcBef>
              <a:spcAft>
                <a:spcPts val="0"/>
              </a:spcAft>
              <a:buSzPts val="1656"/>
              <a:buChar char="◼"/>
              <a:defRPr sz="1800">
                <a:solidFill>
                  <a:schemeClr val="dk2"/>
                </a:solidFill>
              </a:defRPr>
            </a:lvl2pPr>
            <a:lvl3pPr marL="1371600" lvl="2" indent="-322072" algn="l" rtl="0">
              <a:spcBef>
                <a:spcPts val="600"/>
              </a:spcBef>
              <a:spcAft>
                <a:spcPts val="0"/>
              </a:spcAft>
              <a:buSzPts val="1472"/>
              <a:buChar char="◼"/>
              <a:defRPr sz="1600">
                <a:solidFill>
                  <a:schemeClr val="dk2"/>
                </a:solidFill>
              </a:defRPr>
            </a:lvl3pPr>
            <a:lvl4pPr marL="1828800" lvl="3" indent="-310388" algn="l" rtl="0">
              <a:spcBef>
                <a:spcPts val="600"/>
              </a:spcBef>
              <a:spcAft>
                <a:spcPts val="0"/>
              </a:spcAft>
              <a:buSzPts val="1288"/>
              <a:buChar char="◼"/>
              <a:defRPr sz="1400">
                <a:solidFill>
                  <a:schemeClr val="dk2"/>
                </a:solidFill>
              </a:defRPr>
            </a:lvl4pPr>
            <a:lvl5pPr marL="2286000" lvl="4" indent="-310388" algn="l" rtl="0">
              <a:spcBef>
                <a:spcPts val="600"/>
              </a:spcBef>
              <a:spcAft>
                <a:spcPts val="0"/>
              </a:spcAft>
              <a:buSzPts val="1288"/>
              <a:buChar char="◼"/>
              <a:defRPr sz="1400">
                <a:solidFill>
                  <a:schemeClr val="dk2"/>
                </a:solidFill>
              </a:defRPr>
            </a:lvl5pPr>
            <a:lvl6pPr marL="2743200" lvl="5" indent="-310388" algn="l" rtl="0">
              <a:spcBef>
                <a:spcPts val="600"/>
              </a:spcBef>
              <a:spcAft>
                <a:spcPts val="0"/>
              </a:spcAft>
              <a:buSzPts val="1288"/>
              <a:buChar char="◼"/>
              <a:defRPr sz="1400">
                <a:solidFill>
                  <a:schemeClr val="dk2"/>
                </a:solidFill>
              </a:defRPr>
            </a:lvl6pPr>
            <a:lvl7pPr marL="3200400" lvl="6" indent="-310388" algn="l" rtl="0">
              <a:spcBef>
                <a:spcPts val="600"/>
              </a:spcBef>
              <a:spcAft>
                <a:spcPts val="0"/>
              </a:spcAft>
              <a:buSzPts val="1288"/>
              <a:buChar char="◼"/>
              <a:defRPr sz="1400">
                <a:solidFill>
                  <a:schemeClr val="dk2"/>
                </a:solidFill>
              </a:defRPr>
            </a:lvl7pPr>
            <a:lvl8pPr marL="3657600" lvl="7" indent="-310388" algn="l" rtl="0">
              <a:spcBef>
                <a:spcPts val="600"/>
              </a:spcBef>
              <a:spcAft>
                <a:spcPts val="0"/>
              </a:spcAft>
              <a:buSzPts val="1288"/>
              <a:buChar char="◼"/>
              <a:defRPr sz="1400">
                <a:solidFill>
                  <a:schemeClr val="dk2"/>
                </a:solidFill>
              </a:defRPr>
            </a:lvl8pPr>
            <a:lvl9pPr marL="4114800" lvl="8" indent="-310388" algn="l" rtl="0">
              <a:spcBef>
                <a:spcPts val="600"/>
              </a:spcBef>
              <a:spcAft>
                <a:spcPts val="600"/>
              </a:spcAft>
              <a:buSzPts val="1288"/>
              <a:buChar char="◼"/>
              <a:defRPr sz="1400">
                <a:solidFill>
                  <a:schemeClr val="dk2"/>
                </a:solidFill>
              </a:defRPr>
            </a:lvl9pPr>
          </a:lstStyle>
          <a:p>
            <a:endParaRPr/>
          </a:p>
        </p:txBody>
      </p:sp>
      <p:sp>
        <p:nvSpPr>
          <p:cNvPr id="14361" name="Google Shape;14361;p2"/>
          <p:cNvSpPr txBox="1">
            <a:spLocks noGrp="1"/>
          </p:cNvSpPr>
          <p:nvPr>
            <p:ph type="body" idx="2"/>
          </p:nvPr>
        </p:nvSpPr>
        <p:spPr>
          <a:xfrm>
            <a:off x="5740823" y="5262296"/>
            <a:ext cx="5870100" cy="689400"/>
          </a:xfrm>
          <a:prstGeom prst="rect">
            <a:avLst/>
          </a:prstGeom>
          <a:noFill/>
          <a:ln>
            <a:noFill/>
          </a:ln>
        </p:spPr>
        <p:txBody>
          <a:bodyPr spcFirstLastPara="1" wrap="square" lIns="91425" tIns="45700" rIns="91425" bIns="45700" anchor="ctr" anchorCtr="0">
            <a:normAutofit/>
          </a:bodyPr>
          <a:lstStyle>
            <a:lvl1pPr marL="457200" lvl="0" indent="-228600" algn="r" rtl="0">
              <a:spcBef>
                <a:spcPts val="220"/>
              </a:spcBef>
              <a:spcAft>
                <a:spcPts val="0"/>
              </a:spcAft>
              <a:buSzPts val="1012"/>
              <a:buNone/>
              <a:defRPr sz="1100">
                <a:solidFill>
                  <a:schemeClr val="lt1"/>
                </a:solidFill>
              </a:defRPr>
            </a:lvl1pPr>
            <a:lvl2pPr marL="914400" lvl="1" indent="-228600" algn="l" rtl="0">
              <a:spcBef>
                <a:spcPts val="600"/>
              </a:spcBef>
              <a:spcAft>
                <a:spcPts val="0"/>
              </a:spcAft>
              <a:buSzPts val="1012"/>
              <a:buNone/>
              <a:defRPr sz="1100"/>
            </a:lvl2pPr>
            <a:lvl3pPr marL="1371600" lvl="2" indent="-228600" algn="l" rtl="0">
              <a:spcBef>
                <a:spcPts val="600"/>
              </a:spcBef>
              <a:spcAft>
                <a:spcPts val="0"/>
              </a:spcAft>
              <a:buSzPts val="920"/>
              <a:buNone/>
              <a:defRPr sz="1000"/>
            </a:lvl3pPr>
            <a:lvl4pPr marL="1828800" lvl="3" indent="-228600" algn="l" rtl="0">
              <a:spcBef>
                <a:spcPts val="600"/>
              </a:spcBef>
              <a:spcAft>
                <a:spcPts val="0"/>
              </a:spcAft>
              <a:buSzPts val="828"/>
              <a:buNone/>
              <a:defRPr sz="900"/>
            </a:lvl4pPr>
            <a:lvl5pPr marL="2286000" lvl="4" indent="-228600" algn="l" rtl="0">
              <a:spcBef>
                <a:spcPts val="600"/>
              </a:spcBef>
              <a:spcAft>
                <a:spcPts val="0"/>
              </a:spcAft>
              <a:buSzPts val="828"/>
              <a:buNone/>
              <a:defRPr sz="900"/>
            </a:lvl5pPr>
            <a:lvl6pPr marL="2743200" lvl="5" indent="-228600" algn="l" rtl="0">
              <a:spcBef>
                <a:spcPts val="600"/>
              </a:spcBef>
              <a:spcAft>
                <a:spcPts val="0"/>
              </a:spcAft>
              <a:buSzPts val="828"/>
              <a:buNone/>
              <a:defRPr sz="900"/>
            </a:lvl6pPr>
            <a:lvl7pPr marL="3200400" lvl="6" indent="-228600" algn="l" rtl="0">
              <a:spcBef>
                <a:spcPts val="600"/>
              </a:spcBef>
              <a:spcAft>
                <a:spcPts val="0"/>
              </a:spcAft>
              <a:buSzPts val="828"/>
              <a:buNone/>
              <a:defRPr sz="900"/>
            </a:lvl7pPr>
            <a:lvl8pPr marL="3657600" lvl="7" indent="-228600" algn="l" rtl="0">
              <a:spcBef>
                <a:spcPts val="600"/>
              </a:spcBef>
              <a:spcAft>
                <a:spcPts val="0"/>
              </a:spcAft>
              <a:buSzPts val="828"/>
              <a:buNone/>
              <a:defRPr sz="900"/>
            </a:lvl8pPr>
            <a:lvl9pPr marL="4114800" lvl="8" indent="-228600" algn="l" rtl="0">
              <a:spcBef>
                <a:spcPts val="600"/>
              </a:spcBef>
              <a:spcAft>
                <a:spcPts val="600"/>
              </a:spcAft>
              <a:buSzPts val="828"/>
              <a:buNone/>
              <a:defRPr sz="900"/>
            </a:lvl9pPr>
          </a:lstStyle>
          <a:p>
            <a:endParaRPr/>
          </a:p>
        </p:txBody>
      </p:sp>
      <p:sp>
        <p:nvSpPr>
          <p:cNvPr id="14362" name="Google Shape;14362;p2"/>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solidFill>
                  <a:srgbClr val="2D59AB"/>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63" name="Google Shape;14363;p2"/>
          <p:cNvSpPr txBox="1">
            <a:spLocks noGrp="1"/>
          </p:cNvSpPr>
          <p:nvPr>
            <p:ph type="ftr" idx="11"/>
          </p:nvPr>
        </p:nvSpPr>
        <p:spPr>
          <a:xfrm>
            <a:off x="581192" y="5951811"/>
            <a:ext cx="69171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solidFill>
                  <a:srgbClr val="2D59AB"/>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64" name="Google Shape;14364;p2"/>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900">
                <a:solidFill>
                  <a:srgbClr val="2D59AB"/>
                </a:solidFill>
                <a:latin typeface="Gill Sans"/>
                <a:ea typeface="Gill Sans"/>
                <a:cs typeface="Gill Sans"/>
                <a:sym typeface="Gill Sans"/>
              </a:defRPr>
            </a:lvl1pPr>
            <a:lvl2pPr marL="0" lvl="1" indent="0" algn="r" rtl="0">
              <a:spcBef>
                <a:spcPts val="0"/>
              </a:spcBef>
              <a:buNone/>
              <a:defRPr sz="900">
                <a:solidFill>
                  <a:srgbClr val="2D59AB"/>
                </a:solidFill>
                <a:latin typeface="Gill Sans"/>
                <a:ea typeface="Gill Sans"/>
                <a:cs typeface="Gill Sans"/>
                <a:sym typeface="Gill Sans"/>
              </a:defRPr>
            </a:lvl2pPr>
            <a:lvl3pPr marL="0" lvl="2" indent="0" algn="r" rtl="0">
              <a:spcBef>
                <a:spcPts val="0"/>
              </a:spcBef>
              <a:buNone/>
              <a:defRPr sz="900">
                <a:solidFill>
                  <a:srgbClr val="2D59AB"/>
                </a:solidFill>
                <a:latin typeface="Gill Sans"/>
                <a:ea typeface="Gill Sans"/>
                <a:cs typeface="Gill Sans"/>
                <a:sym typeface="Gill Sans"/>
              </a:defRPr>
            </a:lvl3pPr>
            <a:lvl4pPr marL="0" lvl="3" indent="0" algn="r" rtl="0">
              <a:spcBef>
                <a:spcPts val="0"/>
              </a:spcBef>
              <a:buNone/>
              <a:defRPr sz="900">
                <a:solidFill>
                  <a:srgbClr val="2D59AB"/>
                </a:solidFill>
                <a:latin typeface="Gill Sans"/>
                <a:ea typeface="Gill Sans"/>
                <a:cs typeface="Gill Sans"/>
                <a:sym typeface="Gill Sans"/>
              </a:defRPr>
            </a:lvl4pPr>
            <a:lvl5pPr marL="0" lvl="4" indent="0" algn="r" rtl="0">
              <a:spcBef>
                <a:spcPts val="0"/>
              </a:spcBef>
              <a:buNone/>
              <a:defRPr sz="900">
                <a:solidFill>
                  <a:srgbClr val="2D59AB"/>
                </a:solidFill>
                <a:latin typeface="Gill Sans"/>
                <a:ea typeface="Gill Sans"/>
                <a:cs typeface="Gill Sans"/>
                <a:sym typeface="Gill Sans"/>
              </a:defRPr>
            </a:lvl5pPr>
            <a:lvl6pPr marL="0" lvl="5" indent="0" algn="r" rtl="0">
              <a:spcBef>
                <a:spcPts val="0"/>
              </a:spcBef>
              <a:buNone/>
              <a:defRPr sz="900">
                <a:solidFill>
                  <a:srgbClr val="2D59AB"/>
                </a:solidFill>
                <a:latin typeface="Gill Sans"/>
                <a:ea typeface="Gill Sans"/>
                <a:cs typeface="Gill Sans"/>
                <a:sym typeface="Gill Sans"/>
              </a:defRPr>
            </a:lvl6pPr>
            <a:lvl7pPr marL="0" lvl="6" indent="0" algn="r" rtl="0">
              <a:spcBef>
                <a:spcPts val="0"/>
              </a:spcBef>
              <a:buNone/>
              <a:defRPr sz="900">
                <a:solidFill>
                  <a:srgbClr val="2D59AB"/>
                </a:solidFill>
                <a:latin typeface="Gill Sans"/>
                <a:ea typeface="Gill Sans"/>
                <a:cs typeface="Gill Sans"/>
                <a:sym typeface="Gill Sans"/>
              </a:defRPr>
            </a:lvl7pPr>
            <a:lvl8pPr marL="0" lvl="7" indent="0" algn="r" rtl="0">
              <a:spcBef>
                <a:spcPts val="0"/>
              </a:spcBef>
              <a:buNone/>
              <a:defRPr sz="900">
                <a:solidFill>
                  <a:srgbClr val="2D59AB"/>
                </a:solidFill>
                <a:latin typeface="Gill Sans"/>
                <a:ea typeface="Gill Sans"/>
                <a:cs typeface="Gill Sans"/>
                <a:sym typeface="Gill Sans"/>
              </a:defRPr>
            </a:lvl8pPr>
            <a:lvl9pPr marL="0" lvl="8" indent="0" algn="r" rtl="0">
              <a:spcBef>
                <a:spcPts val="0"/>
              </a:spcBef>
              <a:buNone/>
              <a:defRPr sz="900">
                <a:solidFill>
                  <a:srgbClr val="2D59AB"/>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365"/>
        <p:cNvGrpSpPr/>
        <p:nvPr/>
      </p:nvGrpSpPr>
      <p:grpSpPr>
        <a:xfrm>
          <a:off x="0" y="0"/>
          <a:ext cx="0" cy="0"/>
          <a:chOff x="0" y="0"/>
          <a:chExt cx="0" cy="0"/>
        </a:xfrm>
      </p:grpSpPr>
      <p:sp>
        <p:nvSpPr>
          <p:cNvPr id="14366" name="Google Shape;14366;p3"/>
          <p:cNvSpPr/>
          <p:nvPr/>
        </p:nvSpPr>
        <p:spPr>
          <a:xfrm>
            <a:off x="446534" y="3085765"/>
            <a:ext cx="11262900" cy="33048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4367" name="Google Shape;14367;p3"/>
          <p:cNvSpPr txBox="1">
            <a:spLocks noGrp="1"/>
          </p:cNvSpPr>
          <p:nvPr>
            <p:ph type="ctrTitle"/>
          </p:nvPr>
        </p:nvSpPr>
        <p:spPr>
          <a:xfrm>
            <a:off x="581191" y="1020431"/>
            <a:ext cx="10993500" cy="14751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3600"/>
              <a:buFont typeface="Gill Sans"/>
              <a:buNone/>
              <a:defRPr sz="3600">
                <a:solidFill>
                  <a:schemeClr val="accent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68" name="Google Shape;14368;p3"/>
          <p:cNvSpPr txBox="1">
            <a:spLocks noGrp="1"/>
          </p:cNvSpPr>
          <p:nvPr>
            <p:ph type="subTitle" idx="1"/>
          </p:nvPr>
        </p:nvSpPr>
        <p:spPr>
          <a:xfrm>
            <a:off x="581194" y="2495445"/>
            <a:ext cx="10993500" cy="590400"/>
          </a:xfrm>
          <a:prstGeom prst="rect">
            <a:avLst/>
          </a:prstGeom>
          <a:noFill/>
          <a:ln>
            <a:noFill/>
          </a:ln>
        </p:spPr>
        <p:txBody>
          <a:bodyPr spcFirstLastPara="1" wrap="square" lIns="91425" tIns="45700" rIns="91425" bIns="45700" anchor="t" anchorCtr="0">
            <a:normAutofit/>
          </a:bodyPr>
          <a:lstStyle>
            <a:lvl1pPr lvl="0" algn="l" rtl="0">
              <a:spcBef>
                <a:spcPts val="320"/>
              </a:spcBef>
              <a:spcAft>
                <a:spcPts val="0"/>
              </a:spcAft>
              <a:buSzPts val="1472"/>
              <a:buNone/>
              <a:defRPr sz="1600" cap="none">
                <a:solidFill>
                  <a:schemeClr val="accent2"/>
                </a:solidFill>
              </a:defRPr>
            </a:lvl1pPr>
            <a:lvl2pPr lvl="1" algn="ctr" rtl="0">
              <a:spcBef>
                <a:spcPts val="600"/>
              </a:spcBef>
              <a:spcAft>
                <a:spcPts val="0"/>
              </a:spcAft>
              <a:buSzPts val="1472"/>
              <a:buNone/>
              <a:defRPr>
                <a:solidFill>
                  <a:srgbClr val="888888"/>
                </a:solidFill>
              </a:defRPr>
            </a:lvl2pPr>
            <a:lvl3pPr lvl="2" algn="ctr" rtl="0">
              <a:spcBef>
                <a:spcPts val="600"/>
              </a:spcBef>
              <a:spcAft>
                <a:spcPts val="0"/>
              </a:spcAft>
              <a:buSzPts val="1288"/>
              <a:buNone/>
              <a:defRPr>
                <a:solidFill>
                  <a:srgbClr val="888888"/>
                </a:solidFill>
              </a:defRPr>
            </a:lvl3pPr>
            <a:lvl4pPr lvl="3" algn="ctr" rtl="0">
              <a:spcBef>
                <a:spcPts val="600"/>
              </a:spcBef>
              <a:spcAft>
                <a:spcPts val="0"/>
              </a:spcAft>
              <a:buSzPts val="1104"/>
              <a:buNone/>
              <a:defRPr>
                <a:solidFill>
                  <a:srgbClr val="888888"/>
                </a:solidFill>
              </a:defRPr>
            </a:lvl4pPr>
            <a:lvl5pPr lvl="4" algn="ctr" rtl="0">
              <a:spcBef>
                <a:spcPts val="600"/>
              </a:spcBef>
              <a:spcAft>
                <a:spcPts val="0"/>
              </a:spcAft>
              <a:buSzPts val="1104"/>
              <a:buNone/>
              <a:defRPr>
                <a:solidFill>
                  <a:srgbClr val="888888"/>
                </a:solidFill>
              </a:defRPr>
            </a:lvl5pPr>
            <a:lvl6pPr lvl="5" algn="ctr" rtl="0">
              <a:spcBef>
                <a:spcPts val="600"/>
              </a:spcBef>
              <a:spcAft>
                <a:spcPts val="0"/>
              </a:spcAft>
              <a:buSzPts val="1104"/>
              <a:buNone/>
              <a:defRPr>
                <a:solidFill>
                  <a:srgbClr val="888888"/>
                </a:solidFill>
              </a:defRPr>
            </a:lvl6pPr>
            <a:lvl7pPr lvl="6" algn="ctr" rtl="0">
              <a:spcBef>
                <a:spcPts val="600"/>
              </a:spcBef>
              <a:spcAft>
                <a:spcPts val="0"/>
              </a:spcAft>
              <a:buSzPts val="1104"/>
              <a:buNone/>
              <a:defRPr>
                <a:solidFill>
                  <a:srgbClr val="888888"/>
                </a:solidFill>
              </a:defRPr>
            </a:lvl7pPr>
            <a:lvl8pPr lvl="7" algn="ctr" rtl="0">
              <a:spcBef>
                <a:spcPts val="600"/>
              </a:spcBef>
              <a:spcAft>
                <a:spcPts val="0"/>
              </a:spcAft>
              <a:buSzPts val="1104"/>
              <a:buNone/>
              <a:defRPr>
                <a:solidFill>
                  <a:srgbClr val="888888"/>
                </a:solidFill>
              </a:defRPr>
            </a:lvl8pPr>
            <a:lvl9pPr lvl="8" algn="ctr" rtl="0">
              <a:spcBef>
                <a:spcPts val="600"/>
              </a:spcBef>
              <a:spcAft>
                <a:spcPts val="600"/>
              </a:spcAft>
              <a:buSzPts val="1104"/>
              <a:buNone/>
              <a:defRPr>
                <a:solidFill>
                  <a:srgbClr val="888888"/>
                </a:solidFill>
              </a:defRPr>
            </a:lvl9pPr>
          </a:lstStyle>
          <a:p>
            <a:endParaRPr/>
          </a:p>
        </p:txBody>
      </p:sp>
      <p:sp>
        <p:nvSpPr>
          <p:cNvPr id="14369" name="Google Shape;14369;p3"/>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solidFill>
                  <a:srgbClr val="2D59AB"/>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70" name="Google Shape;14370;p3"/>
          <p:cNvSpPr txBox="1">
            <a:spLocks noGrp="1"/>
          </p:cNvSpPr>
          <p:nvPr>
            <p:ph type="ftr" idx="11"/>
          </p:nvPr>
        </p:nvSpPr>
        <p:spPr>
          <a:xfrm>
            <a:off x="581192" y="5951811"/>
            <a:ext cx="69171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solidFill>
                  <a:srgbClr val="2D59AB"/>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71" name="Google Shape;14371;p3"/>
          <p:cNvSpPr txBox="1">
            <a:spLocks noGrp="1"/>
          </p:cNvSpPr>
          <p:nvPr>
            <p:ph type="sldNum" idx="12"/>
          </p:nvPr>
        </p:nvSpPr>
        <p:spPr>
          <a:xfrm>
            <a:off x="10558300" y="5956137"/>
            <a:ext cx="1016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900">
                <a:solidFill>
                  <a:srgbClr val="2D59AB"/>
                </a:solidFill>
                <a:latin typeface="Gill Sans"/>
                <a:ea typeface="Gill Sans"/>
                <a:cs typeface="Gill Sans"/>
                <a:sym typeface="Gill Sans"/>
              </a:defRPr>
            </a:lvl1pPr>
            <a:lvl2pPr marL="0" lvl="1" indent="0" algn="r" rtl="0">
              <a:spcBef>
                <a:spcPts val="0"/>
              </a:spcBef>
              <a:buNone/>
              <a:defRPr sz="900">
                <a:solidFill>
                  <a:srgbClr val="2D59AB"/>
                </a:solidFill>
                <a:latin typeface="Gill Sans"/>
                <a:ea typeface="Gill Sans"/>
                <a:cs typeface="Gill Sans"/>
                <a:sym typeface="Gill Sans"/>
              </a:defRPr>
            </a:lvl2pPr>
            <a:lvl3pPr marL="0" lvl="2" indent="0" algn="r" rtl="0">
              <a:spcBef>
                <a:spcPts val="0"/>
              </a:spcBef>
              <a:buNone/>
              <a:defRPr sz="900">
                <a:solidFill>
                  <a:srgbClr val="2D59AB"/>
                </a:solidFill>
                <a:latin typeface="Gill Sans"/>
                <a:ea typeface="Gill Sans"/>
                <a:cs typeface="Gill Sans"/>
                <a:sym typeface="Gill Sans"/>
              </a:defRPr>
            </a:lvl3pPr>
            <a:lvl4pPr marL="0" lvl="3" indent="0" algn="r" rtl="0">
              <a:spcBef>
                <a:spcPts val="0"/>
              </a:spcBef>
              <a:buNone/>
              <a:defRPr sz="900">
                <a:solidFill>
                  <a:srgbClr val="2D59AB"/>
                </a:solidFill>
                <a:latin typeface="Gill Sans"/>
                <a:ea typeface="Gill Sans"/>
                <a:cs typeface="Gill Sans"/>
                <a:sym typeface="Gill Sans"/>
              </a:defRPr>
            </a:lvl4pPr>
            <a:lvl5pPr marL="0" lvl="4" indent="0" algn="r" rtl="0">
              <a:spcBef>
                <a:spcPts val="0"/>
              </a:spcBef>
              <a:buNone/>
              <a:defRPr sz="900">
                <a:solidFill>
                  <a:srgbClr val="2D59AB"/>
                </a:solidFill>
                <a:latin typeface="Gill Sans"/>
                <a:ea typeface="Gill Sans"/>
                <a:cs typeface="Gill Sans"/>
                <a:sym typeface="Gill Sans"/>
              </a:defRPr>
            </a:lvl5pPr>
            <a:lvl6pPr marL="0" lvl="5" indent="0" algn="r" rtl="0">
              <a:spcBef>
                <a:spcPts val="0"/>
              </a:spcBef>
              <a:buNone/>
              <a:defRPr sz="900">
                <a:solidFill>
                  <a:srgbClr val="2D59AB"/>
                </a:solidFill>
                <a:latin typeface="Gill Sans"/>
                <a:ea typeface="Gill Sans"/>
                <a:cs typeface="Gill Sans"/>
                <a:sym typeface="Gill Sans"/>
              </a:defRPr>
            </a:lvl6pPr>
            <a:lvl7pPr marL="0" lvl="6" indent="0" algn="r" rtl="0">
              <a:spcBef>
                <a:spcPts val="0"/>
              </a:spcBef>
              <a:buNone/>
              <a:defRPr sz="900">
                <a:solidFill>
                  <a:srgbClr val="2D59AB"/>
                </a:solidFill>
                <a:latin typeface="Gill Sans"/>
                <a:ea typeface="Gill Sans"/>
                <a:cs typeface="Gill Sans"/>
                <a:sym typeface="Gill Sans"/>
              </a:defRPr>
            </a:lvl7pPr>
            <a:lvl8pPr marL="0" lvl="7" indent="0" algn="r" rtl="0">
              <a:spcBef>
                <a:spcPts val="0"/>
              </a:spcBef>
              <a:buNone/>
              <a:defRPr sz="900">
                <a:solidFill>
                  <a:srgbClr val="2D59AB"/>
                </a:solidFill>
                <a:latin typeface="Gill Sans"/>
                <a:ea typeface="Gill Sans"/>
                <a:cs typeface="Gill Sans"/>
                <a:sym typeface="Gill Sans"/>
              </a:defRPr>
            </a:lvl8pPr>
            <a:lvl9pPr marL="0" lvl="8" indent="0" algn="r" rtl="0">
              <a:spcBef>
                <a:spcPts val="0"/>
              </a:spcBef>
              <a:buNone/>
              <a:defRPr sz="900">
                <a:solidFill>
                  <a:srgbClr val="2D59AB"/>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372"/>
        <p:cNvGrpSpPr/>
        <p:nvPr/>
      </p:nvGrpSpPr>
      <p:grpSpPr>
        <a:xfrm>
          <a:off x="0" y="0"/>
          <a:ext cx="0" cy="0"/>
          <a:chOff x="0" y="0"/>
          <a:chExt cx="0" cy="0"/>
        </a:xfrm>
      </p:grpSpPr>
      <p:sp>
        <p:nvSpPr>
          <p:cNvPr id="14373" name="Google Shape;14373;p4"/>
          <p:cNvSpPr/>
          <p:nvPr/>
        </p:nvSpPr>
        <p:spPr>
          <a:xfrm>
            <a:off x="440286" y="614407"/>
            <a:ext cx="11309400" cy="11892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4374" name="Google Shape;14374;p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l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75" name="Google Shape;14375;p4"/>
          <p:cNvSpPr txBox="1">
            <a:spLocks noGrp="1"/>
          </p:cNvSpPr>
          <p:nvPr>
            <p:ph type="body" idx="1"/>
          </p:nvPr>
        </p:nvSpPr>
        <p:spPr>
          <a:xfrm>
            <a:off x="581192" y="2180496"/>
            <a:ext cx="11029500" cy="3678300"/>
          </a:xfrm>
          <a:prstGeom prst="rect">
            <a:avLst/>
          </a:prstGeom>
          <a:noFill/>
          <a:ln>
            <a:noFill/>
          </a:ln>
        </p:spPr>
        <p:txBody>
          <a:bodyPr spcFirstLastPara="1" wrap="square" lIns="91425" tIns="45700" rIns="91425" bIns="45700" anchor="ctr" anchorCtr="0">
            <a:normAutofit/>
          </a:bodyPr>
          <a:lstStyle>
            <a:lvl1pPr marL="457200" lvl="0" indent="-333756" algn="l" rtl="0">
              <a:spcBef>
                <a:spcPts val="360"/>
              </a:spcBef>
              <a:spcAft>
                <a:spcPts val="0"/>
              </a:spcAft>
              <a:buSzPts val="1656"/>
              <a:buChar char="◼"/>
              <a:defRPr/>
            </a:lvl1pPr>
            <a:lvl2pPr marL="914400" lvl="1" indent="-333756" algn="l" rtl="0">
              <a:spcBef>
                <a:spcPts val="600"/>
              </a:spcBef>
              <a:spcAft>
                <a:spcPts val="0"/>
              </a:spcAft>
              <a:buSzPts val="1656"/>
              <a:buChar char="◼"/>
              <a:defRPr/>
            </a:lvl2pPr>
            <a:lvl3pPr marL="1371600" lvl="2" indent="-333756" algn="l" rtl="0">
              <a:spcBef>
                <a:spcPts val="600"/>
              </a:spcBef>
              <a:spcAft>
                <a:spcPts val="0"/>
              </a:spcAft>
              <a:buSzPts val="1656"/>
              <a:buChar char="◼"/>
              <a:defRPr/>
            </a:lvl3pPr>
            <a:lvl4pPr marL="1828800" lvl="3" indent="-333756" algn="l" rtl="0">
              <a:spcBef>
                <a:spcPts val="600"/>
              </a:spcBef>
              <a:spcAft>
                <a:spcPts val="0"/>
              </a:spcAft>
              <a:buSzPts val="1656"/>
              <a:buChar char="◼"/>
              <a:defRPr/>
            </a:lvl4pPr>
            <a:lvl5pPr marL="2286000" lvl="4" indent="-333756" algn="l" rtl="0">
              <a:spcBef>
                <a:spcPts val="600"/>
              </a:spcBef>
              <a:spcAft>
                <a:spcPts val="0"/>
              </a:spcAft>
              <a:buSzPts val="1656"/>
              <a:buChar char="◼"/>
              <a:defRPr/>
            </a:lvl5pPr>
            <a:lvl6pPr marL="2743200" lvl="5" indent="-333756" algn="l" rtl="0">
              <a:spcBef>
                <a:spcPts val="600"/>
              </a:spcBef>
              <a:spcAft>
                <a:spcPts val="0"/>
              </a:spcAft>
              <a:buSzPts val="1656"/>
              <a:buChar char="◼"/>
              <a:defRPr/>
            </a:lvl6pPr>
            <a:lvl7pPr marL="3200400" lvl="6" indent="-333756" algn="l" rtl="0">
              <a:spcBef>
                <a:spcPts val="600"/>
              </a:spcBef>
              <a:spcAft>
                <a:spcPts val="0"/>
              </a:spcAft>
              <a:buSzPts val="1656"/>
              <a:buChar char="◼"/>
              <a:defRPr/>
            </a:lvl7pPr>
            <a:lvl8pPr marL="3657600" lvl="7" indent="-333756" algn="l" rtl="0">
              <a:spcBef>
                <a:spcPts val="600"/>
              </a:spcBef>
              <a:spcAft>
                <a:spcPts val="0"/>
              </a:spcAft>
              <a:buSzPts val="1656"/>
              <a:buChar char="◼"/>
              <a:defRPr/>
            </a:lvl8pPr>
            <a:lvl9pPr marL="4114800" lvl="8" indent="-333756" algn="l" rtl="0">
              <a:spcBef>
                <a:spcPts val="600"/>
              </a:spcBef>
              <a:spcAft>
                <a:spcPts val="600"/>
              </a:spcAft>
              <a:buSzPts val="1656"/>
              <a:buChar char="◼"/>
              <a:defRPr/>
            </a:lvl9pPr>
          </a:lstStyle>
          <a:p>
            <a:endParaRPr/>
          </a:p>
        </p:txBody>
      </p:sp>
      <p:sp>
        <p:nvSpPr>
          <p:cNvPr id="14376" name="Google Shape;14376;p4"/>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77" name="Google Shape;14377;p4"/>
          <p:cNvSpPr txBox="1">
            <a:spLocks noGrp="1"/>
          </p:cNvSpPr>
          <p:nvPr>
            <p:ph type="ftr" idx="11"/>
          </p:nvPr>
        </p:nvSpPr>
        <p:spPr>
          <a:xfrm>
            <a:off x="581192" y="5951811"/>
            <a:ext cx="69171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78" name="Google Shape;14378;p4"/>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379"/>
        <p:cNvGrpSpPr/>
        <p:nvPr/>
      </p:nvGrpSpPr>
      <p:grpSpPr>
        <a:xfrm>
          <a:off x="0" y="0"/>
          <a:ext cx="0" cy="0"/>
          <a:chOff x="0" y="0"/>
          <a:chExt cx="0" cy="0"/>
        </a:xfrm>
      </p:grpSpPr>
      <p:sp>
        <p:nvSpPr>
          <p:cNvPr id="14380" name="Google Shape;14380;p5"/>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81" name="Google Shape;14381;p5"/>
          <p:cNvSpPr txBox="1">
            <a:spLocks noGrp="1"/>
          </p:cNvSpPr>
          <p:nvPr>
            <p:ph type="ftr" idx="11"/>
          </p:nvPr>
        </p:nvSpPr>
        <p:spPr>
          <a:xfrm>
            <a:off x="581192" y="5951811"/>
            <a:ext cx="69171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82" name="Google Shape;14382;p5"/>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
        <p:nvSpPr>
          <p:cNvPr id="14383" name="Google Shape;14383;p5"/>
          <p:cNvSpPr/>
          <p:nvPr/>
        </p:nvSpPr>
        <p:spPr>
          <a:xfrm>
            <a:off x="440683" y="606554"/>
            <a:ext cx="11300100" cy="12588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4384" name="Google Shape;14384;p5"/>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l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385"/>
        <p:cNvGrpSpPr/>
        <p:nvPr/>
      </p:nvGrpSpPr>
      <p:grpSpPr>
        <a:xfrm>
          <a:off x="0" y="0"/>
          <a:ext cx="0" cy="0"/>
          <a:chOff x="0" y="0"/>
          <a:chExt cx="0" cy="0"/>
        </a:xfrm>
      </p:grpSpPr>
      <p:sp>
        <p:nvSpPr>
          <p:cNvPr id="14386" name="Google Shape;14386;p6"/>
          <p:cNvSpPr/>
          <p:nvPr/>
        </p:nvSpPr>
        <p:spPr>
          <a:xfrm>
            <a:off x="447817" y="5141974"/>
            <a:ext cx="11290800" cy="1258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7" name="Google Shape;14387;p6"/>
          <p:cNvSpPr txBox="1">
            <a:spLocks noGrp="1"/>
          </p:cNvSpPr>
          <p:nvPr>
            <p:ph type="title"/>
          </p:nvPr>
        </p:nvSpPr>
        <p:spPr>
          <a:xfrm>
            <a:off x="581193" y="3043910"/>
            <a:ext cx="11029500" cy="14976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3600"/>
              <a:buFont typeface="Gill Sans"/>
              <a:buNone/>
              <a:defRPr sz="3600" b="0" cap="none">
                <a:solidFill>
                  <a:schemeClr val="accent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88" name="Google Shape;14388;p6"/>
          <p:cNvSpPr txBox="1">
            <a:spLocks noGrp="1"/>
          </p:cNvSpPr>
          <p:nvPr>
            <p:ph type="body" idx="1"/>
          </p:nvPr>
        </p:nvSpPr>
        <p:spPr>
          <a:xfrm>
            <a:off x="581192" y="4541417"/>
            <a:ext cx="11029500" cy="600600"/>
          </a:xfrm>
          <a:prstGeom prst="rect">
            <a:avLst/>
          </a:prstGeom>
          <a:noFill/>
          <a:ln>
            <a:noFill/>
          </a:ln>
        </p:spPr>
        <p:txBody>
          <a:bodyPr spcFirstLastPara="1" wrap="square" lIns="91425" tIns="45700" rIns="91425" bIns="45700" anchor="t" anchorCtr="0">
            <a:normAutofit/>
          </a:bodyPr>
          <a:lstStyle>
            <a:lvl1pPr marL="457200" lvl="0" indent="-228600" algn="l" rtl="0">
              <a:spcBef>
                <a:spcPts val="360"/>
              </a:spcBef>
              <a:spcAft>
                <a:spcPts val="0"/>
              </a:spcAft>
              <a:buSzPts val="1656"/>
              <a:buNone/>
              <a:defRPr sz="1800" cap="none">
                <a:solidFill>
                  <a:schemeClr val="accent2"/>
                </a:solidFill>
              </a:defRPr>
            </a:lvl1pPr>
            <a:lvl2pPr marL="914400" lvl="1" indent="-228600" algn="l" rtl="0">
              <a:spcBef>
                <a:spcPts val="600"/>
              </a:spcBef>
              <a:spcAft>
                <a:spcPts val="0"/>
              </a:spcAft>
              <a:buSzPts val="1656"/>
              <a:buNone/>
              <a:defRPr sz="1800">
                <a:solidFill>
                  <a:srgbClr val="888888"/>
                </a:solidFill>
              </a:defRPr>
            </a:lvl2pPr>
            <a:lvl3pPr marL="1371600" lvl="2" indent="-228600" algn="l" rtl="0">
              <a:spcBef>
                <a:spcPts val="600"/>
              </a:spcBef>
              <a:spcAft>
                <a:spcPts val="0"/>
              </a:spcAft>
              <a:buSzPts val="1472"/>
              <a:buNone/>
              <a:defRPr sz="1600">
                <a:solidFill>
                  <a:srgbClr val="888888"/>
                </a:solidFill>
              </a:defRPr>
            </a:lvl3pPr>
            <a:lvl4pPr marL="1828800" lvl="3" indent="-228600" algn="l" rtl="0">
              <a:spcBef>
                <a:spcPts val="600"/>
              </a:spcBef>
              <a:spcAft>
                <a:spcPts val="0"/>
              </a:spcAft>
              <a:buSzPts val="1288"/>
              <a:buNone/>
              <a:defRPr sz="1400">
                <a:solidFill>
                  <a:srgbClr val="888888"/>
                </a:solidFill>
              </a:defRPr>
            </a:lvl4pPr>
            <a:lvl5pPr marL="2286000" lvl="4" indent="-228600" algn="l" rtl="0">
              <a:spcBef>
                <a:spcPts val="600"/>
              </a:spcBef>
              <a:spcAft>
                <a:spcPts val="0"/>
              </a:spcAft>
              <a:buSzPts val="1288"/>
              <a:buNone/>
              <a:defRPr sz="1400">
                <a:solidFill>
                  <a:srgbClr val="888888"/>
                </a:solidFill>
              </a:defRPr>
            </a:lvl5pPr>
            <a:lvl6pPr marL="2743200" lvl="5" indent="-228600" algn="l" rtl="0">
              <a:spcBef>
                <a:spcPts val="600"/>
              </a:spcBef>
              <a:spcAft>
                <a:spcPts val="0"/>
              </a:spcAft>
              <a:buSzPts val="1288"/>
              <a:buNone/>
              <a:defRPr sz="1400">
                <a:solidFill>
                  <a:srgbClr val="888888"/>
                </a:solidFill>
              </a:defRPr>
            </a:lvl6pPr>
            <a:lvl7pPr marL="3200400" lvl="6" indent="-228600" algn="l" rtl="0">
              <a:spcBef>
                <a:spcPts val="600"/>
              </a:spcBef>
              <a:spcAft>
                <a:spcPts val="0"/>
              </a:spcAft>
              <a:buSzPts val="1288"/>
              <a:buNone/>
              <a:defRPr sz="1400">
                <a:solidFill>
                  <a:srgbClr val="888888"/>
                </a:solidFill>
              </a:defRPr>
            </a:lvl7pPr>
            <a:lvl8pPr marL="3657600" lvl="7" indent="-228600" algn="l" rtl="0">
              <a:spcBef>
                <a:spcPts val="600"/>
              </a:spcBef>
              <a:spcAft>
                <a:spcPts val="0"/>
              </a:spcAft>
              <a:buSzPts val="1288"/>
              <a:buNone/>
              <a:defRPr sz="1400">
                <a:solidFill>
                  <a:srgbClr val="888888"/>
                </a:solidFill>
              </a:defRPr>
            </a:lvl8pPr>
            <a:lvl9pPr marL="4114800" lvl="8" indent="-228600" algn="l" rtl="0">
              <a:spcBef>
                <a:spcPts val="600"/>
              </a:spcBef>
              <a:spcAft>
                <a:spcPts val="600"/>
              </a:spcAft>
              <a:buSzPts val="1288"/>
              <a:buNone/>
              <a:defRPr sz="1400">
                <a:solidFill>
                  <a:srgbClr val="888888"/>
                </a:solidFill>
              </a:defRPr>
            </a:lvl9pPr>
          </a:lstStyle>
          <a:p>
            <a:endParaRPr/>
          </a:p>
        </p:txBody>
      </p:sp>
      <p:sp>
        <p:nvSpPr>
          <p:cNvPr id="14389" name="Google Shape;14389;p6"/>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solidFill>
                  <a:srgbClr val="2D59AB"/>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90" name="Google Shape;14390;p6"/>
          <p:cNvSpPr txBox="1">
            <a:spLocks noGrp="1"/>
          </p:cNvSpPr>
          <p:nvPr>
            <p:ph type="ftr" idx="11"/>
          </p:nvPr>
        </p:nvSpPr>
        <p:spPr>
          <a:xfrm>
            <a:off x="581192" y="5951811"/>
            <a:ext cx="69171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solidFill>
                  <a:srgbClr val="2D59AB"/>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91" name="Google Shape;14391;p6"/>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900">
                <a:solidFill>
                  <a:srgbClr val="2D59AB"/>
                </a:solidFill>
                <a:latin typeface="Gill Sans"/>
                <a:ea typeface="Gill Sans"/>
                <a:cs typeface="Gill Sans"/>
                <a:sym typeface="Gill Sans"/>
              </a:defRPr>
            </a:lvl1pPr>
            <a:lvl2pPr marL="0" lvl="1" indent="0" algn="r" rtl="0">
              <a:spcBef>
                <a:spcPts val="0"/>
              </a:spcBef>
              <a:buNone/>
              <a:defRPr sz="900">
                <a:solidFill>
                  <a:srgbClr val="2D59AB"/>
                </a:solidFill>
                <a:latin typeface="Gill Sans"/>
                <a:ea typeface="Gill Sans"/>
                <a:cs typeface="Gill Sans"/>
                <a:sym typeface="Gill Sans"/>
              </a:defRPr>
            </a:lvl2pPr>
            <a:lvl3pPr marL="0" lvl="2" indent="0" algn="r" rtl="0">
              <a:spcBef>
                <a:spcPts val="0"/>
              </a:spcBef>
              <a:buNone/>
              <a:defRPr sz="900">
                <a:solidFill>
                  <a:srgbClr val="2D59AB"/>
                </a:solidFill>
                <a:latin typeface="Gill Sans"/>
                <a:ea typeface="Gill Sans"/>
                <a:cs typeface="Gill Sans"/>
                <a:sym typeface="Gill Sans"/>
              </a:defRPr>
            </a:lvl3pPr>
            <a:lvl4pPr marL="0" lvl="3" indent="0" algn="r" rtl="0">
              <a:spcBef>
                <a:spcPts val="0"/>
              </a:spcBef>
              <a:buNone/>
              <a:defRPr sz="900">
                <a:solidFill>
                  <a:srgbClr val="2D59AB"/>
                </a:solidFill>
                <a:latin typeface="Gill Sans"/>
                <a:ea typeface="Gill Sans"/>
                <a:cs typeface="Gill Sans"/>
                <a:sym typeface="Gill Sans"/>
              </a:defRPr>
            </a:lvl4pPr>
            <a:lvl5pPr marL="0" lvl="4" indent="0" algn="r" rtl="0">
              <a:spcBef>
                <a:spcPts val="0"/>
              </a:spcBef>
              <a:buNone/>
              <a:defRPr sz="900">
                <a:solidFill>
                  <a:srgbClr val="2D59AB"/>
                </a:solidFill>
                <a:latin typeface="Gill Sans"/>
                <a:ea typeface="Gill Sans"/>
                <a:cs typeface="Gill Sans"/>
                <a:sym typeface="Gill Sans"/>
              </a:defRPr>
            </a:lvl5pPr>
            <a:lvl6pPr marL="0" lvl="5" indent="0" algn="r" rtl="0">
              <a:spcBef>
                <a:spcPts val="0"/>
              </a:spcBef>
              <a:buNone/>
              <a:defRPr sz="900">
                <a:solidFill>
                  <a:srgbClr val="2D59AB"/>
                </a:solidFill>
                <a:latin typeface="Gill Sans"/>
                <a:ea typeface="Gill Sans"/>
                <a:cs typeface="Gill Sans"/>
                <a:sym typeface="Gill Sans"/>
              </a:defRPr>
            </a:lvl6pPr>
            <a:lvl7pPr marL="0" lvl="6" indent="0" algn="r" rtl="0">
              <a:spcBef>
                <a:spcPts val="0"/>
              </a:spcBef>
              <a:buNone/>
              <a:defRPr sz="900">
                <a:solidFill>
                  <a:srgbClr val="2D59AB"/>
                </a:solidFill>
                <a:latin typeface="Gill Sans"/>
                <a:ea typeface="Gill Sans"/>
                <a:cs typeface="Gill Sans"/>
                <a:sym typeface="Gill Sans"/>
              </a:defRPr>
            </a:lvl7pPr>
            <a:lvl8pPr marL="0" lvl="7" indent="0" algn="r" rtl="0">
              <a:spcBef>
                <a:spcPts val="0"/>
              </a:spcBef>
              <a:buNone/>
              <a:defRPr sz="900">
                <a:solidFill>
                  <a:srgbClr val="2D59AB"/>
                </a:solidFill>
                <a:latin typeface="Gill Sans"/>
                <a:ea typeface="Gill Sans"/>
                <a:cs typeface="Gill Sans"/>
                <a:sym typeface="Gill Sans"/>
              </a:defRPr>
            </a:lvl8pPr>
            <a:lvl9pPr marL="0" lvl="8" indent="0" algn="r" rtl="0">
              <a:spcBef>
                <a:spcPts val="0"/>
              </a:spcBef>
              <a:buNone/>
              <a:defRPr sz="900">
                <a:solidFill>
                  <a:srgbClr val="2D59AB"/>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4392"/>
        <p:cNvGrpSpPr/>
        <p:nvPr/>
      </p:nvGrpSpPr>
      <p:grpSpPr>
        <a:xfrm>
          <a:off x="0" y="0"/>
          <a:ext cx="0" cy="0"/>
          <a:chOff x="0" y="0"/>
          <a:chExt cx="0" cy="0"/>
        </a:xfrm>
      </p:grpSpPr>
      <p:sp>
        <p:nvSpPr>
          <p:cNvPr id="14393" name="Google Shape;14393;p7"/>
          <p:cNvSpPr/>
          <p:nvPr/>
        </p:nvSpPr>
        <p:spPr>
          <a:xfrm>
            <a:off x="445982"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4" name="Google Shape;14394;p7"/>
          <p:cNvSpPr txBox="1">
            <a:spLocks noGrp="1"/>
          </p:cNvSpPr>
          <p:nvPr>
            <p:ph type="title"/>
          </p:nvPr>
        </p:nvSpPr>
        <p:spPr>
          <a:xfrm>
            <a:off x="581193" y="729658"/>
            <a:ext cx="11029500" cy="9882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l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95" name="Google Shape;14395;p7"/>
          <p:cNvSpPr txBox="1">
            <a:spLocks noGrp="1"/>
          </p:cNvSpPr>
          <p:nvPr>
            <p:ph type="body" idx="1"/>
          </p:nvPr>
        </p:nvSpPr>
        <p:spPr>
          <a:xfrm>
            <a:off x="581193" y="2228003"/>
            <a:ext cx="5422500" cy="3633000"/>
          </a:xfrm>
          <a:prstGeom prst="rect">
            <a:avLst/>
          </a:prstGeom>
          <a:noFill/>
          <a:ln>
            <a:noFill/>
          </a:ln>
        </p:spPr>
        <p:txBody>
          <a:bodyPr spcFirstLastPara="1" wrap="square" lIns="91425" tIns="45700" rIns="91425" bIns="45700" anchor="ctr" anchorCtr="0">
            <a:normAutofit/>
          </a:bodyPr>
          <a:lstStyle>
            <a:lvl1pPr marL="457200" lvl="0" indent="-333756" algn="l" rtl="0">
              <a:spcBef>
                <a:spcPts val="360"/>
              </a:spcBef>
              <a:spcAft>
                <a:spcPts val="0"/>
              </a:spcAft>
              <a:buSzPts val="1656"/>
              <a:buChar char="◼"/>
              <a:defRPr/>
            </a:lvl1pPr>
            <a:lvl2pPr marL="914400" lvl="1" indent="-333756" algn="l" rtl="0">
              <a:spcBef>
                <a:spcPts val="600"/>
              </a:spcBef>
              <a:spcAft>
                <a:spcPts val="0"/>
              </a:spcAft>
              <a:buSzPts val="1656"/>
              <a:buChar char="◼"/>
              <a:defRPr/>
            </a:lvl2pPr>
            <a:lvl3pPr marL="1371600" lvl="2" indent="-333756" algn="l" rtl="0">
              <a:spcBef>
                <a:spcPts val="600"/>
              </a:spcBef>
              <a:spcAft>
                <a:spcPts val="0"/>
              </a:spcAft>
              <a:buSzPts val="1656"/>
              <a:buChar char="◼"/>
              <a:defRPr/>
            </a:lvl3pPr>
            <a:lvl4pPr marL="1828800" lvl="3" indent="-333756" algn="l" rtl="0">
              <a:spcBef>
                <a:spcPts val="600"/>
              </a:spcBef>
              <a:spcAft>
                <a:spcPts val="0"/>
              </a:spcAft>
              <a:buSzPts val="1656"/>
              <a:buChar char="◼"/>
              <a:defRPr/>
            </a:lvl4pPr>
            <a:lvl5pPr marL="2286000" lvl="4" indent="-333756" algn="l" rtl="0">
              <a:spcBef>
                <a:spcPts val="600"/>
              </a:spcBef>
              <a:spcAft>
                <a:spcPts val="0"/>
              </a:spcAft>
              <a:buSzPts val="1656"/>
              <a:buChar char="◼"/>
              <a:defRPr/>
            </a:lvl5pPr>
            <a:lvl6pPr marL="2743200" lvl="5" indent="-333756" algn="l" rtl="0">
              <a:spcBef>
                <a:spcPts val="600"/>
              </a:spcBef>
              <a:spcAft>
                <a:spcPts val="0"/>
              </a:spcAft>
              <a:buSzPts val="1656"/>
              <a:buChar char="◼"/>
              <a:defRPr/>
            </a:lvl6pPr>
            <a:lvl7pPr marL="3200400" lvl="6" indent="-333756" algn="l" rtl="0">
              <a:spcBef>
                <a:spcPts val="600"/>
              </a:spcBef>
              <a:spcAft>
                <a:spcPts val="0"/>
              </a:spcAft>
              <a:buSzPts val="1656"/>
              <a:buChar char="◼"/>
              <a:defRPr/>
            </a:lvl7pPr>
            <a:lvl8pPr marL="3657600" lvl="7" indent="-333756" algn="l" rtl="0">
              <a:spcBef>
                <a:spcPts val="600"/>
              </a:spcBef>
              <a:spcAft>
                <a:spcPts val="0"/>
              </a:spcAft>
              <a:buSzPts val="1656"/>
              <a:buChar char="◼"/>
              <a:defRPr/>
            </a:lvl8pPr>
            <a:lvl9pPr marL="4114800" lvl="8" indent="-333756" algn="l" rtl="0">
              <a:spcBef>
                <a:spcPts val="600"/>
              </a:spcBef>
              <a:spcAft>
                <a:spcPts val="600"/>
              </a:spcAft>
              <a:buSzPts val="1656"/>
              <a:buChar char="◼"/>
              <a:defRPr/>
            </a:lvl9pPr>
          </a:lstStyle>
          <a:p>
            <a:endParaRPr/>
          </a:p>
        </p:txBody>
      </p:sp>
      <p:sp>
        <p:nvSpPr>
          <p:cNvPr id="14396" name="Google Shape;14396;p7"/>
          <p:cNvSpPr txBox="1">
            <a:spLocks noGrp="1"/>
          </p:cNvSpPr>
          <p:nvPr>
            <p:ph type="body" idx="2"/>
          </p:nvPr>
        </p:nvSpPr>
        <p:spPr>
          <a:xfrm>
            <a:off x="6188417" y="2228003"/>
            <a:ext cx="5422500" cy="3633000"/>
          </a:xfrm>
          <a:prstGeom prst="rect">
            <a:avLst/>
          </a:prstGeom>
          <a:noFill/>
          <a:ln>
            <a:noFill/>
          </a:ln>
        </p:spPr>
        <p:txBody>
          <a:bodyPr spcFirstLastPara="1" wrap="square" lIns="91425" tIns="45700" rIns="91425" bIns="45700" anchor="ctr" anchorCtr="0">
            <a:normAutofit/>
          </a:bodyPr>
          <a:lstStyle>
            <a:lvl1pPr marL="457200" lvl="0" indent="-333756" algn="l" rtl="0">
              <a:spcBef>
                <a:spcPts val="360"/>
              </a:spcBef>
              <a:spcAft>
                <a:spcPts val="0"/>
              </a:spcAft>
              <a:buSzPts val="1656"/>
              <a:buChar char="◼"/>
              <a:defRPr/>
            </a:lvl1pPr>
            <a:lvl2pPr marL="914400" lvl="1" indent="-333756" algn="l" rtl="0">
              <a:spcBef>
                <a:spcPts val="600"/>
              </a:spcBef>
              <a:spcAft>
                <a:spcPts val="0"/>
              </a:spcAft>
              <a:buSzPts val="1656"/>
              <a:buChar char="◼"/>
              <a:defRPr/>
            </a:lvl2pPr>
            <a:lvl3pPr marL="1371600" lvl="2" indent="-333756" algn="l" rtl="0">
              <a:spcBef>
                <a:spcPts val="600"/>
              </a:spcBef>
              <a:spcAft>
                <a:spcPts val="0"/>
              </a:spcAft>
              <a:buSzPts val="1656"/>
              <a:buChar char="◼"/>
              <a:defRPr/>
            </a:lvl3pPr>
            <a:lvl4pPr marL="1828800" lvl="3" indent="-333756" algn="l" rtl="0">
              <a:spcBef>
                <a:spcPts val="600"/>
              </a:spcBef>
              <a:spcAft>
                <a:spcPts val="0"/>
              </a:spcAft>
              <a:buSzPts val="1656"/>
              <a:buChar char="◼"/>
              <a:defRPr/>
            </a:lvl4pPr>
            <a:lvl5pPr marL="2286000" lvl="4" indent="-333756" algn="l" rtl="0">
              <a:spcBef>
                <a:spcPts val="600"/>
              </a:spcBef>
              <a:spcAft>
                <a:spcPts val="0"/>
              </a:spcAft>
              <a:buSzPts val="1656"/>
              <a:buChar char="◼"/>
              <a:defRPr/>
            </a:lvl5pPr>
            <a:lvl6pPr marL="2743200" lvl="5" indent="-333756" algn="l" rtl="0">
              <a:spcBef>
                <a:spcPts val="600"/>
              </a:spcBef>
              <a:spcAft>
                <a:spcPts val="0"/>
              </a:spcAft>
              <a:buSzPts val="1656"/>
              <a:buChar char="◼"/>
              <a:defRPr/>
            </a:lvl6pPr>
            <a:lvl7pPr marL="3200400" lvl="6" indent="-333756" algn="l" rtl="0">
              <a:spcBef>
                <a:spcPts val="600"/>
              </a:spcBef>
              <a:spcAft>
                <a:spcPts val="0"/>
              </a:spcAft>
              <a:buSzPts val="1656"/>
              <a:buChar char="◼"/>
              <a:defRPr/>
            </a:lvl7pPr>
            <a:lvl8pPr marL="3657600" lvl="7" indent="-333756" algn="l" rtl="0">
              <a:spcBef>
                <a:spcPts val="600"/>
              </a:spcBef>
              <a:spcAft>
                <a:spcPts val="0"/>
              </a:spcAft>
              <a:buSzPts val="1656"/>
              <a:buChar char="◼"/>
              <a:defRPr/>
            </a:lvl8pPr>
            <a:lvl9pPr marL="4114800" lvl="8" indent="-333756" algn="l" rtl="0">
              <a:spcBef>
                <a:spcPts val="600"/>
              </a:spcBef>
              <a:spcAft>
                <a:spcPts val="600"/>
              </a:spcAft>
              <a:buSzPts val="1656"/>
              <a:buChar char="◼"/>
              <a:defRPr/>
            </a:lvl9pPr>
          </a:lstStyle>
          <a:p>
            <a:endParaRPr/>
          </a:p>
        </p:txBody>
      </p:sp>
      <p:sp>
        <p:nvSpPr>
          <p:cNvPr id="14397" name="Google Shape;14397;p7"/>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98" name="Google Shape;14398;p7"/>
          <p:cNvSpPr txBox="1">
            <a:spLocks noGrp="1"/>
          </p:cNvSpPr>
          <p:nvPr>
            <p:ph type="ftr" idx="11"/>
          </p:nvPr>
        </p:nvSpPr>
        <p:spPr>
          <a:xfrm>
            <a:off x="581192" y="5951811"/>
            <a:ext cx="69171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99" name="Google Shape;14399;p7"/>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4400"/>
        <p:cNvGrpSpPr/>
        <p:nvPr/>
      </p:nvGrpSpPr>
      <p:grpSpPr>
        <a:xfrm>
          <a:off x="0" y="0"/>
          <a:ext cx="0" cy="0"/>
          <a:chOff x="0" y="0"/>
          <a:chExt cx="0" cy="0"/>
        </a:xfrm>
      </p:grpSpPr>
      <p:sp>
        <p:nvSpPr>
          <p:cNvPr id="14401" name="Google Shape;14401;p8"/>
          <p:cNvSpPr/>
          <p:nvPr/>
        </p:nvSpPr>
        <p:spPr>
          <a:xfrm>
            <a:off x="445982"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2" name="Google Shape;14402;p8"/>
          <p:cNvSpPr txBox="1">
            <a:spLocks noGrp="1"/>
          </p:cNvSpPr>
          <p:nvPr>
            <p:ph type="title"/>
          </p:nvPr>
        </p:nvSpPr>
        <p:spPr>
          <a:xfrm>
            <a:off x="581193" y="729658"/>
            <a:ext cx="11029500" cy="9882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l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403" name="Google Shape;14403;p8"/>
          <p:cNvSpPr txBox="1">
            <a:spLocks noGrp="1"/>
          </p:cNvSpPr>
          <p:nvPr>
            <p:ph type="body" idx="1"/>
          </p:nvPr>
        </p:nvSpPr>
        <p:spPr>
          <a:xfrm>
            <a:off x="887219" y="2250892"/>
            <a:ext cx="5087100" cy="536100"/>
          </a:xfrm>
          <a:prstGeom prst="rect">
            <a:avLst/>
          </a:prstGeom>
          <a:noFill/>
          <a:ln>
            <a:noFill/>
          </a:ln>
        </p:spPr>
        <p:txBody>
          <a:bodyPr spcFirstLastPara="1" wrap="square" lIns="91425" tIns="45700" rIns="91425" bIns="45700" anchor="b" anchorCtr="0">
            <a:noAutofit/>
          </a:bodyPr>
          <a:lstStyle>
            <a:lvl1pPr marL="457200" lvl="0" indent="-228600" algn="l" rtl="0">
              <a:spcBef>
                <a:spcPts val="440"/>
              </a:spcBef>
              <a:spcAft>
                <a:spcPts val="0"/>
              </a:spcAft>
              <a:buSzPts val="2024"/>
              <a:buNone/>
              <a:defRPr sz="2200" b="0">
                <a:solidFill>
                  <a:schemeClr val="accent2"/>
                </a:solidFill>
              </a:defRPr>
            </a:lvl1pPr>
            <a:lvl2pPr marL="914400" lvl="1" indent="-228600" algn="l" rtl="0">
              <a:spcBef>
                <a:spcPts val="600"/>
              </a:spcBef>
              <a:spcAft>
                <a:spcPts val="0"/>
              </a:spcAft>
              <a:buSzPts val="1840"/>
              <a:buNone/>
              <a:defRPr sz="2000" b="1"/>
            </a:lvl2pPr>
            <a:lvl3pPr marL="1371600" lvl="2" indent="-228600" algn="l" rtl="0">
              <a:spcBef>
                <a:spcPts val="600"/>
              </a:spcBef>
              <a:spcAft>
                <a:spcPts val="0"/>
              </a:spcAft>
              <a:buSzPts val="1656"/>
              <a:buNone/>
              <a:defRPr sz="1800" b="1"/>
            </a:lvl3pPr>
            <a:lvl4pPr marL="1828800" lvl="3" indent="-228600" algn="l" rtl="0">
              <a:spcBef>
                <a:spcPts val="600"/>
              </a:spcBef>
              <a:spcAft>
                <a:spcPts val="0"/>
              </a:spcAft>
              <a:buSzPts val="1472"/>
              <a:buNone/>
              <a:defRPr sz="1600" b="1"/>
            </a:lvl4pPr>
            <a:lvl5pPr marL="2286000" lvl="4" indent="-228600" algn="l" rtl="0">
              <a:spcBef>
                <a:spcPts val="600"/>
              </a:spcBef>
              <a:spcAft>
                <a:spcPts val="0"/>
              </a:spcAft>
              <a:buSzPts val="1472"/>
              <a:buNone/>
              <a:defRPr sz="1600" b="1"/>
            </a:lvl5pPr>
            <a:lvl6pPr marL="2743200" lvl="5" indent="-228600" algn="l" rtl="0">
              <a:spcBef>
                <a:spcPts val="600"/>
              </a:spcBef>
              <a:spcAft>
                <a:spcPts val="0"/>
              </a:spcAft>
              <a:buSzPts val="1472"/>
              <a:buNone/>
              <a:defRPr sz="1600" b="1"/>
            </a:lvl6pPr>
            <a:lvl7pPr marL="3200400" lvl="6" indent="-228600" algn="l" rtl="0">
              <a:spcBef>
                <a:spcPts val="600"/>
              </a:spcBef>
              <a:spcAft>
                <a:spcPts val="0"/>
              </a:spcAft>
              <a:buSzPts val="1472"/>
              <a:buNone/>
              <a:defRPr sz="1600" b="1"/>
            </a:lvl7pPr>
            <a:lvl8pPr marL="3657600" lvl="7" indent="-228600" algn="l" rtl="0">
              <a:spcBef>
                <a:spcPts val="600"/>
              </a:spcBef>
              <a:spcAft>
                <a:spcPts val="0"/>
              </a:spcAft>
              <a:buSzPts val="1472"/>
              <a:buNone/>
              <a:defRPr sz="1600" b="1"/>
            </a:lvl8pPr>
            <a:lvl9pPr marL="4114800" lvl="8" indent="-228600" algn="l" rtl="0">
              <a:spcBef>
                <a:spcPts val="600"/>
              </a:spcBef>
              <a:spcAft>
                <a:spcPts val="600"/>
              </a:spcAft>
              <a:buSzPts val="1472"/>
              <a:buNone/>
              <a:defRPr sz="1600" b="1"/>
            </a:lvl9pPr>
          </a:lstStyle>
          <a:p>
            <a:endParaRPr/>
          </a:p>
        </p:txBody>
      </p:sp>
      <p:sp>
        <p:nvSpPr>
          <p:cNvPr id="14404" name="Google Shape;14404;p8"/>
          <p:cNvSpPr txBox="1">
            <a:spLocks noGrp="1"/>
          </p:cNvSpPr>
          <p:nvPr>
            <p:ph type="body" idx="2"/>
          </p:nvPr>
        </p:nvSpPr>
        <p:spPr>
          <a:xfrm>
            <a:off x="581194" y="2926052"/>
            <a:ext cx="5393100" cy="2934900"/>
          </a:xfrm>
          <a:prstGeom prst="rect">
            <a:avLst/>
          </a:prstGeom>
          <a:noFill/>
          <a:ln>
            <a:noFill/>
          </a:ln>
        </p:spPr>
        <p:txBody>
          <a:bodyPr spcFirstLastPara="1" wrap="square" lIns="91425" tIns="45700" rIns="91425" bIns="45700" anchor="t" anchorCtr="0">
            <a:normAutofit/>
          </a:bodyPr>
          <a:lstStyle>
            <a:lvl1pPr marL="457200" lvl="0" indent="-333756" algn="l" rtl="0">
              <a:spcBef>
                <a:spcPts val="360"/>
              </a:spcBef>
              <a:spcAft>
                <a:spcPts val="0"/>
              </a:spcAft>
              <a:buSzPts val="1656"/>
              <a:buChar char="◼"/>
              <a:defRPr/>
            </a:lvl1pPr>
            <a:lvl2pPr marL="914400" lvl="1" indent="-333756" algn="l" rtl="0">
              <a:spcBef>
                <a:spcPts val="600"/>
              </a:spcBef>
              <a:spcAft>
                <a:spcPts val="0"/>
              </a:spcAft>
              <a:buSzPts val="1656"/>
              <a:buChar char="◼"/>
              <a:defRPr/>
            </a:lvl2pPr>
            <a:lvl3pPr marL="1371600" lvl="2" indent="-333756" algn="l" rtl="0">
              <a:spcBef>
                <a:spcPts val="600"/>
              </a:spcBef>
              <a:spcAft>
                <a:spcPts val="0"/>
              </a:spcAft>
              <a:buSzPts val="1656"/>
              <a:buChar char="◼"/>
              <a:defRPr/>
            </a:lvl3pPr>
            <a:lvl4pPr marL="1828800" lvl="3" indent="-333756" algn="l" rtl="0">
              <a:spcBef>
                <a:spcPts val="600"/>
              </a:spcBef>
              <a:spcAft>
                <a:spcPts val="0"/>
              </a:spcAft>
              <a:buSzPts val="1656"/>
              <a:buChar char="◼"/>
              <a:defRPr/>
            </a:lvl4pPr>
            <a:lvl5pPr marL="2286000" lvl="4" indent="-333756" algn="l" rtl="0">
              <a:spcBef>
                <a:spcPts val="600"/>
              </a:spcBef>
              <a:spcAft>
                <a:spcPts val="0"/>
              </a:spcAft>
              <a:buSzPts val="1656"/>
              <a:buChar char="◼"/>
              <a:defRPr/>
            </a:lvl5pPr>
            <a:lvl6pPr marL="2743200" lvl="5" indent="-333756" algn="l" rtl="0">
              <a:spcBef>
                <a:spcPts val="600"/>
              </a:spcBef>
              <a:spcAft>
                <a:spcPts val="0"/>
              </a:spcAft>
              <a:buSzPts val="1656"/>
              <a:buChar char="◼"/>
              <a:defRPr/>
            </a:lvl6pPr>
            <a:lvl7pPr marL="3200400" lvl="6" indent="-333756" algn="l" rtl="0">
              <a:spcBef>
                <a:spcPts val="600"/>
              </a:spcBef>
              <a:spcAft>
                <a:spcPts val="0"/>
              </a:spcAft>
              <a:buSzPts val="1656"/>
              <a:buChar char="◼"/>
              <a:defRPr/>
            </a:lvl7pPr>
            <a:lvl8pPr marL="3657600" lvl="7" indent="-333756" algn="l" rtl="0">
              <a:spcBef>
                <a:spcPts val="600"/>
              </a:spcBef>
              <a:spcAft>
                <a:spcPts val="0"/>
              </a:spcAft>
              <a:buSzPts val="1656"/>
              <a:buChar char="◼"/>
              <a:defRPr/>
            </a:lvl8pPr>
            <a:lvl9pPr marL="4114800" lvl="8" indent="-333756" algn="l" rtl="0">
              <a:spcBef>
                <a:spcPts val="600"/>
              </a:spcBef>
              <a:spcAft>
                <a:spcPts val="600"/>
              </a:spcAft>
              <a:buSzPts val="1656"/>
              <a:buChar char="◼"/>
              <a:defRPr/>
            </a:lvl9pPr>
          </a:lstStyle>
          <a:p>
            <a:endParaRPr/>
          </a:p>
        </p:txBody>
      </p:sp>
      <p:sp>
        <p:nvSpPr>
          <p:cNvPr id="14405" name="Google Shape;14405;p8"/>
          <p:cNvSpPr txBox="1">
            <a:spLocks noGrp="1"/>
          </p:cNvSpPr>
          <p:nvPr>
            <p:ph type="body" idx="3"/>
          </p:nvPr>
        </p:nvSpPr>
        <p:spPr>
          <a:xfrm>
            <a:off x="6523735" y="2250892"/>
            <a:ext cx="5087100" cy="553500"/>
          </a:xfrm>
          <a:prstGeom prst="rect">
            <a:avLst/>
          </a:prstGeom>
          <a:noFill/>
          <a:ln>
            <a:noFill/>
          </a:ln>
        </p:spPr>
        <p:txBody>
          <a:bodyPr spcFirstLastPara="1" wrap="square" lIns="91425" tIns="45700" rIns="91425" bIns="45700" anchor="b" anchorCtr="0">
            <a:noAutofit/>
          </a:bodyPr>
          <a:lstStyle>
            <a:lvl1pPr marL="457200" lvl="0" indent="-228600" algn="l" rtl="0">
              <a:spcBef>
                <a:spcPts val="440"/>
              </a:spcBef>
              <a:spcAft>
                <a:spcPts val="0"/>
              </a:spcAft>
              <a:buSzPts val="2024"/>
              <a:buNone/>
              <a:defRPr sz="2200" b="0">
                <a:solidFill>
                  <a:schemeClr val="accent2"/>
                </a:solidFill>
              </a:defRPr>
            </a:lvl1pPr>
            <a:lvl2pPr marL="914400" lvl="1" indent="-228600" algn="l" rtl="0">
              <a:spcBef>
                <a:spcPts val="600"/>
              </a:spcBef>
              <a:spcAft>
                <a:spcPts val="0"/>
              </a:spcAft>
              <a:buSzPts val="1840"/>
              <a:buNone/>
              <a:defRPr sz="2000" b="1"/>
            </a:lvl2pPr>
            <a:lvl3pPr marL="1371600" lvl="2" indent="-228600" algn="l" rtl="0">
              <a:spcBef>
                <a:spcPts val="600"/>
              </a:spcBef>
              <a:spcAft>
                <a:spcPts val="0"/>
              </a:spcAft>
              <a:buSzPts val="1656"/>
              <a:buNone/>
              <a:defRPr sz="1800" b="1"/>
            </a:lvl3pPr>
            <a:lvl4pPr marL="1828800" lvl="3" indent="-228600" algn="l" rtl="0">
              <a:spcBef>
                <a:spcPts val="600"/>
              </a:spcBef>
              <a:spcAft>
                <a:spcPts val="0"/>
              </a:spcAft>
              <a:buSzPts val="1472"/>
              <a:buNone/>
              <a:defRPr sz="1600" b="1"/>
            </a:lvl4pPr>
            <a:lvl5pPr marL="2286000" lvl="4" indent="-228600" algn="l" rtl="0">
              <a:spcBef>
                <a:spcPts val="600"/>
              </a:spcBef>
              <a:spcAft>
                <a:spcPts val="0"/>
              </a:spcAft>
              <a:buSzPts val="1472"/>
              <a:buNone/>
              <a:defRPr sz="1600" b="1"/>
            </a:lvl5pPr>
            <a:lvl6pPr marL="2743200" lvl="5" indent="-228600" algn="l" rtl="0">
              <a:spcBef>
                <a:spcPts val="600"/>
              </a:spcBef>
              <a:spcAft>
                <a:spcPts val="0"/>
              </a:spcAft>
              <a:buSzPts val="1472"/>
              <a:buNone/>
              <a:defRPr sz="1600" b="1"/>
            </a:lvl6pPr>
            <a:lvl7pPr marL="3200400" lvl="6" indent="-228600" algn="l" rtl="0">
              <a:spcBef>
                <a:spcPts val="600"/>
              </a:spcBef>
              <a:spcAft>
                <a:spcPts val="0"/>
              </a:spcAft>
              <a:buSzPts val="1472"/>
              <a:buNone/>
              <a:defRPr sz="1600" b="1"/>
            </a:lvl7pPr>
            <a:lvl8pPr marL="3657600" lvl="7" indent="-228600" algn="l" rtl="0">
              <a:spcBef>
                <a:spcPts val="600"/>
              </a:spcBef>
              <a:spcAft>
                <a:spcPts val="0"/>
              </a:spcAft>
              <a:buSzPts val="1472"/>
              <a:buNone/>
              <a:defRPr sz="1600" b="1"/>
            </a:lvl8pPr>
            <a:lvl9pPr marL="4114800" lvl="8" indent="-228600" algn="l" rtl="0">
              <a:spcBef>
                <a:spcPts val="600"/>
              </a:spcBef>
              <a:spcAft>
                <a:spcPts val="600"/>
              </a:spcAft>
              <a:buSzPts val="1472"/>
              <a:buNone/>
              <a:defRPr sz="1600" b="1"/>
            </a:lvl9pPr>
          </a:lstStyle>
          <a:p>
            <a:endParaRPr/>
          </a:p>
        </p:txBody>
      </p:sp>
      <p:sp>
        <p:nvSpPr>
          <p:cNvPr id="14406" name="Google Shape;14406;p8"/>
          <p:cNvSpPr txBox="1">
            <a:spLocks noGrp="1"/>
          </p:cNvSpPr>
          <p:nvPr>
            <p:ph type="body" idx="4"/>
          </p:nvPr>
        </p:nvSpPr>
        <p:spPr>
          <a:xfrm>
            <a:off x="6217709" y="2926052"/>
            <a:ext cx="5393100" cy="2934900"/>
          </a:xfrm>
          <a:prstGeom prst="rect">
            <a:avLst/>
          </a:prstGeom>
          <a:noFill/>
          <a:ln>
            <a:noFill/>
          </a:ln>
        </p:spPr>
        <p:txBody>
          <a:bodyPr spcFirstLastPara="1" wrap="square" lIns="91425" tIns="45700" rIns="91425" bIns="45700" anchor="t" anchorCtr="0">
            <a:normAutofit/>
          </a:bodyPr>
          <a:lstStyle>
            <a:lvl1pPr marL="457200" lvl="0" indent="-333756" algn="l" rtl="0">
              <a:spcBef>
                <a:spcPts val="360"/>
              </a:spcBef>
              <a:spcAft>
                <a:spcPts val="0"/>
              </a:spcAft>
              <a:buSzPts val="1656"/>
              <a:buChar char="◼"/>
              <a:defRPr/>
            </a:lvl1pPr>
            <a:lvl2pPr marL="914400" lvl="1" indent="-333756" algn="l" rtl="0">
              <a:spcBef>
                <a:spcPts val="600"/>
              </a:spcBef>
              <a:spcAft>
                <a:spcPts val="0"/>
              </a:spcAft>
              <a:buSzPts val="1656"/>
              <a:buChar char="◼"/>
              <a:defRPr/>
            </a:lvl2pPr>
            <a:lvl3pPr marL="1371600" lvl="2" indent="-333756" algn="l" rtl="0">
              <a:spcBef>
                <a:spcPts val="600"/>
              </a:spcBef>
              <a:spcAft>
                <a:spcPts val="0"/>
              </a:spcAft>
              <a:buSzPts val="1656"/>
              <a:buChar char="◼"/>
              <a:defRPr/>
            </a:lvl3pPr>
            <a:lvl4pPr marL="1828800" lvl="3" indent="-333756" algn="l" rtl="0">
              <a:spcBef>
                <a:spcPts val="600"/>
              </a:spcBef>
              <a:spcAft>
                <a:spcPts val="0"/>
              </a:spcAft>
              <a:buSzPts val="1656"/>
              <a:buChar char="◼"/>
              <a:defRPr/>
            </a:lvl4pPr>
            <a:lvl5pPr marL="2286000" lvl="4" indent="-333756" algn="l" rtl="0">
              <a:spcBef>
                <a:spcPts val="600"/>
              </a:spcBef>
              <a:spcAft>
                <a:spcPts val="0"/>
              </a:spcAft>
              <a:buSzPts val="1656"/>
              <a:buChar char="◼"/>
              <a:defRPr/>
            </a:lvl5pPr>
            <a:lvl6pPr marL="2743200" lvl="5" indent="-333756" algn="l" rtl="0">
              <a:spcBef>
                <a:spcPts val="600"/>
              </a:spcBef>
              <a:spcAft>
                <a:spcPts val="0"/>
              </a:spcAft>
              <a:buSzPts val="1656"/>
              <a:buChar char="◼"/>
              <a:defRPr/>
            </a:lvl6pPr>
            <a:lvl7pPr marL="3200400" lvl="6" indent="-333756" algn="l" rtl="0">
              <a:spcBef>
                <a:spcPts val="600"/>
              </a:spcBef>
              <a:spcAft>
                <a:spcPts val="0"/>
              </a:spcAft>
              <a:buSzPts val="1656"/>
              <a:buChar char="◼"/>
              <a:defRPr/>
            </a:lvl7pPr>
            <a:lvl8pPr marL="3657600" lvl="7" indent="-333756" algn="l" rtl="0">
              <a:spcBef>
                <a:spcPts val="600"/>
              </a:spcBef>
              <a:spcAft>
                <a:spcPts val="0"/>
              </a:spcAft>
              <a:buSzPts val="1656"/>
              <a:buChar char="◼"/>
              <a:defRPr/>
            </a:lvl8pPr>
            <a:lvl9pPr marL="4114800" lvl="8" indent="-333756" algn="l" rtl="0">
              <a:spcBef>
                <a:spcPts val="600"/>
              </a:spcBef>
              <a:spcAft>
                <a:spcPts val="600"/>
              </a:spcAft>
              <a:buSzPts val="1656"/>
              <a:buChar char="◼"/>
              <a:defRPr/>
            </a:lvl9pPr>
          </a:lstStyle>
          <a:p>
            <a:endParaRPr/>
          </a:p>
        </p:txBody>
      </p:sp>
      <p:sp>
        <p:nvSpPr>
          <p:cNvPr id="14407" name="Google Shape;14407;p8"/>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408" name="Google Shape;14408;p8"/>
          <p:cNvSpPr txBox="1">
            <a:spLocks noGrp="1"/>
          </p:cNvSpPr>
          <p:nvPr>
            <p:ph type="ftr" idx="11"/>
          </p:nvPr>
        </p:nvSpPr>
        <p:spPr>
          <a:xfrm>
            <a:off x="581192" y="5951811"/>
            <a:ext cx="69171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409" name="Google Shape;14409;p8"/>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410"/>
        <p:cNvGrpSpPr/>
        <p:nvPr/>
      </p:nvGrpSpPr>
      <p:grpSpPr>
        <a:xfrm>
          <a:off x="0" y="0"/>
          <a:ext cx="0" cy="0"/>
          <a:chOff x="0" y="0"/>
          <a:chExt cx="0" cy="0"/>
        </a:xfrm>
      </p:grpSpPr>
      <p:sp>
        <p:nvSpPr>
          <p:cNvPr id="14411" name="Google Shape;14411;p9"/>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412" name="Google Shape;14412;p9"/>
          <p:cNvSpPr txBox="1">
            <a:spLocks noGrp="1"/>
          </p:cNvSpPr>
          <p:nvPr>
            <p:ph type="ftr" idx="11"/>
          </p:nvPr>
        </p:nvSpPr>
        <p:spPr>
          <a:xfrm>
            <a:off x="581192" y="5951811"/>
            <a:ext cx="69171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413" name="Google Shape;14413;p9"/>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414"/>
        <p:cNvGrpSpPr/>
        <p:nvPr/>
      </p:nvGrpSpPr>
      <p:grpSpPr>
        <a:xfrm>
          <a:off x="0" y="0"/>
          <a:ext cx="0" cy="0"/>
          <a:chOff x="0" y="0"/>
          <a:chExt cx="0" cy="0"/>
        </a:xfrm>
      </p:grpSpPr>
      <p:sp>
        <p:nvSpPr>
          <p:cNvPr id="14415" name="Google Shape;14415;p10"/>
          <p:cNvSpPr txBox="1">
            <a:spLocks noGrp="1"/>
          </p:cNvSpPr>
          <p:nvPr>
            <p:ph type="title"/>
          </p:nvPr>
        </p:nvSpPr>
        <p:spPr>
          <a:xfrm>
            <a:off x="581193" y="4693389"/>
            <a:ext cx="110295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2400"/>
              <a:buFont typeface="Gill Sans"/>
              <a:buNone/>
              <a:defRPr sz="2400" b="0">
                <a:solidFill>
                  <a:schemeClr val="accent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416" name="Google Shape;14416;p10"/>
          <p:cNvSpPr>
            <a:spLocks noGrp="1"/>
          </p:cNvSpPr>
          <p:nvPr>
            <p:ph type="pic" idx="2"/>
          </p:nvPr>
        </p:nvSpPr>
        <p:spPr>
          <a:xfrm>
            <a:off x="447817" y="599725"/>
            <a:ext cx="11290800" cy="3557400"/>
          </a:xfrm>
          <a:prstGeom prst="rect">
            <a:avLst/>
          </a:prstGeom>
          <a:noFill/>
          <a:ln>
            <a:noFill/>
          </a:ln>
        </p:spPr>
      </p:sp>
      <p:sp>
        <p:nvSpPr>
          <p:cNvPr id="14417" name="Google Shape;14417;p10"/>
          <p:cNvSpPr txBox="1">
            <a:spLocks noGrp="1"/>
          </p:cNvSpPr>
          <p:nvPr>
            <p:ph type="body" idx="1"/>
          </p:nvPr>
        </p:nvSpPr>
        <p:spPr>
          <a:xfrm>
            <a:off x="581192" y="5260127"/>
            <a:ext cx="11029500" cy="598800"/>
          </a:xfrm>
          <a:prstGeom prst="rect">
            <a:avLst/>
          </a:prstGeom>
          <a:noFill/>
          <a:ln>
            <a:noFill/>
          </a:ln>
        </p:spPr>
        <p:txBody>
          <a:bodyPr spcFirstLastPara="1" wrap="square" lIns="91425" tIns="45700" rIns="91425" bIns="45700" anchor="ctr" anchorCtr="0">
            <a:normAutofit/>
          </a:bodyPr>
          <a:lstStyle>
            <a:lvl1pPr marL="457200" lvl="0" indent="-228600" algn="l" rtl="0">
              <a:spcBef>
                <a:spcPts val="240"/>
              </a:spcBef>
              <a:spcAft>
                <a:spcPts val="0"/>
              </a:spcAft>
              <a:buSzPts val="1104"/>
              <a:buNone/>
              <a:defRPr sz="1200"/>
            </a:lvl1pPr>
            <a:lvl2pPr marL="914400" lvl="1" indent="-228600" algn="l" rtl="0">
              <a:spcBef>
                <a:spcPts val="600"/>
              </a:spcBef>
              <a:spcAft>
                <a:spcPts val="0"/>
              </a:spcAft>
              <a:buSzPts val="1104"/>
              <a:buNone/>
              <a:defRPr sz="1200"/>
            </a:lvl2pPr>
            <a:lvl3pPr marL="1371600" lvl="2" indent="-228600" algn="l" rtl="0">
              <a:spcBef>
                <a:spcPts val="600"/>
              </a:spcBef>
              <a:spcAft>
                <a:spcPts val="0"/>
              </a:spcAft>
              <a:buSzPts val="920"/>
              <a:buNone/>
              <a:defRPr sz="1000"/>
            </a:lvl3pPr>
            <a:lvl4pPr marL="1828800" lvl="3" indent="-228600" algn="l" rtl="0">
              <a:spcBef>
                <a:spcPts val="600"/>
              </a:spcBef>
              <a:spcAft>
                <a:spcPts val="0"/>
              </a:spcAft>
              <a:buSzPts val="828"/>
              <a:buNone/>
              <a:defRPr sz="900"/>
            </a:lvl4pPr>
            <a:lvl5pPr marL="2286000" lvl="4" indent="-228600" algn="l" rtl="0">
              <a:spcBef>
                <a:spcPts val="600"/>
              </a:spcBef>
              <a:spcAft>
                <a:spcPts val="0"/>
              </a:spcAft>
              <a:buSzPts val="828"/>
              <a:buNone/>
              <a:defRPr sz="900"/>
            </a:lvl5pPr>
            <a:lvl6pPr marL="2743200" lvl="5" indent="-228600" algn="l" rtl="0">
              <a:spcBef>
                <a:spcPts val="600"/>
              </a:spcBef>
              <a:spcAft>
                <a:spcPts val="0"/>
              </a:spcAft>
              <a:buSzPts val="828"/>
              <a:buNone/>
              <a:defRPr sz="900"/>
            </a:lvl6pPr>
            <a:lvl7pPr marL="3200400" lvl="6" indent="-228600" algn="l" rtl="0">
              <a:spcBef>
                <a:spcPts val="600"/>
              </a:spcBef>
              <a:spcAft>
                <a:spcPts val="0"/>
              </a:spcAft>
              <a:buSzPts val="828"/>
              <a:buNone/>
              <a:defRPr sz="900"/>
            </a:lvl7pPr>
            <a:lvl8pPr marL="3657600" lvl="7" indent="-228600" algn="l" rtl="0">
              <a:spcBef>
                <a:spcPts val="600"/>
              </a:spcBef>
              <a:spcAft>
                <a:spcPts val="0"/>
              </a:spcAft>
              <a:buSzPts val="828"/>
              <a:buNone/>
              <a:defRPr sz="900"/>
            </a:lvl8pPr>
            <a:lvl9pPr marL="4114800" lvl="8" indent="-228600" algn="l" rtl="0">
              <a:spcBef>
                <a:spcPts val="600"/>
              </a:spcBef>
              <a:spcAft>
                <a:spcPts val="600"/>
              </a:spcAft>
              <a:buSzPts val="828"/>
              <a:buNone/>
              <a:defRPr sz="900"/>
            </a:lvl9pPr>
          </a:lstStyle>
          <a:p>
            <a:endParaRPr/>
          </a:p>
        </p:txBody>
      </p:sp>
      <p:sp>
        <p:nvSpPr>
          <p:cNvPr id="14418" name="Google Shape;14418;p10"/>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419" name="Google Shape;14419;p10"/>
          <p:cNvSpPr txBox="1">
            <a:spLocks noGrp="1"/>
          </p:cNvSpPr>
          <p:nvPr>
            <p:ph type="ftr" idx="11"/>
          </p:nvPr>
        </p:nvSpPr>
        <p:spPr>
          <a:xfrm>
            <a:off x="581192" y="5951811"/>
            <a:ext cx="69171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420" name="Google Shape;14420;p10"/>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421"/>
        <p:cNvGrpSpPr/>
        <p:nvPr/>
      </p:nvGrpSpPr>
      <p:grpSpPr>
        <a:xfrm>
          <a:off x="0" y="0"/>
          <a:ext cx="0" cy="0"/>
          <a:chOff x="0" y="0"/>
          <a:chExt cx="0" cy="0"/>
        </a:xfrm>
      </p:grpSpPr>
      <p:sp>
        <p:nvSpPr>
          <p:cNvPr id="14422" name="Google Shape;14422;p11"/>
          <p:cNvSpPr/>
          <p:nvPr/>
        </p:nvSpPr>
        <p:spPr>
          <a:xfrm>
            <a:off x="440286" y="614407"/>
            <a:ext cx="11309400" cy="1189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3" name="Google Shape;14423;p1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l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424" name="Google Shape;14424;p11"/>
          <p:cNvSpPr txBox="1">
            <a:spLocks noGrp="1"/>
          </p:cNvSpPr>
          <p:nvPr>
            <p:ph type="body" idx="1"/>
          </p:nvPr>
        </p:nvSpPr>
        <p:spPr>
          <a:xfrm rot="5400000">
            <a:off x="4334608" y="-1417297"/>
            <a:ext cx="3522900" cy="11029500"/>
          </a:xfrm>
          <a:prstGeom prst="rect">
            <a:avLst/>
          </a:prstGeom>
          <a:noFill/>
          <a:ln>
            <a:noFill/>
          </a:ln>
        </p:spPr>
        <p:txBody>
          <a:bodyPr spcFirstLastPara="1" wrap="square" lIns="91425" tIns="45700" rIns="91425" bIns="45700" anchor="t" anchorCtr="0">
            <a:normAutofit/>
          </a:bodyPr>
          <a:lstStyle>
            <a:lvl1pPr marL="457200" lvl="0" indent="-333756" algn="l" rtl="0">
              <a:spcBef>
                <a:spcPts val="360"/>
              </a:spcBef>
              <a:spcAft>
                <a:spcPts val="0"/>
              </a:spcAft>
              <a:buSzPts val="1656"/>
              <a:buChar char="◼"/>
              <a:defRPr/>
            </a:lvl1pPr>
            <a:lvl2pPr marL="914400" lvl="1" indent="-322072" algn="l" rtl="0">
              <a:spcBef>
                <a:spcPts val="600"/>
              </a:spcBef>
              <a:spcAft>
                <a:spcPts val="0"/>
              </a:spcAft>
              <a:buSzPts val="1472"/>
              <a:buChar char="◼"/>
              <a:defRPr/>
            </a:lvl2pPr>
            <a:lvl3pPr marL="1371600" lvl="2" indent="-310388" algn="l" rtl="0">
              <a:spcBef>
                <a:spcPts val="600"/>
              </a:spcBef>
              <a:spcAft>
                <a:spcPts val="0"/>
              </a:spcAft>
              <a:buSzPts val="1288"/>
              <a:buChar char="◼"/>
              <a:defRPr/>
            </a:lvl3pPr>
            <a:lvl4pPr marL="1828800" lvl="3" indent="-298704" algn="l" rtl="0">
              <a:spcBef>
                <a:spcPts val="600"/>
              </a:spcBef>
              <a:spcAft>
                <a:spcPts val="0"/>
              </a:spcAft>
              <a:buSzPts val="1104"/>
              <a:buChar char="◼"/>
              <a:defRPr/>
            </a:lvl4pPr>
            <a:lvl5pPr marL="2286000" lvl="4" indent="-298704" algn="l" rtl="0">
              <a:spcBef>
                <a:spcPts val="600"/>
              </a:spcBef>
              <a:spcAft>
                <a:spcPts val="0"/>
              </a:spcAft>
              <a:buSzPts val="1104"/>
              <a:buChar char="◼"/>
              <a:defRPr/>
            </a:lvl5pPr>
            <a:lvl6pPr marL="2743200" lvl="5" indent="-333756" algn="l" rtl="0">
              <a:spcBef>
                <a:spcPts val="600"/>
              </a:spcBef>
              <a:spcAft>
                <a:spcPts val="0"/>
              </a:spcAft>
              <a:buSzPts val="1656"/>
              <a:buChar char="◼"/>
              <a:defRPr/>
            </a:lvl6pPr>
            <a:lvl7pPr marL="3200400" lvl="6" indent="-333756" algn="l" rtl="0">
              <a:spcBef>
                <a:spcPts val="600"/>
              </a:spcBef>
              <a:spcAft>
                <a:spcPts val="0"/>
              </a:spcAft>
              <a:buSzPts val="1656"/>
              <a:buChar char="◼"/>
              <a:defRPr/>
            </a:lvl7pPr>
            <a:lvl8pPr marL="3657600" lvl="7" indent="-333756" algn="l" rtl="0">
              <a:spcBef>
                <a:spcPts val="600"/>
              </a:spcBef>
              <a:spcAft>
                <a:spcPts val="0"/>
              </a:spcAft>
              <a:buSzPts val="1656"/>
              <a:buChar char="◼"/>
              <a:defRPr/>
            </a:lvl8pPr>
            <a:lvl9pPr marL="4114800" lvl="8" indent="-333756" algn="l" rtl="0">
              <a:spcBef>
                <a:spcPts val="600"/>
              </a:spcBef>
              <a:spcAft>
                <a:spcPts val="600"/>
              </a:spcAft>
              <a:buSzPts val="1656"/>
              <a:buChar char="◼"/>
              <a:defRPr/>
            </a:lvl9pPr>
          </a:lstStyle>
          <a:p>
            <a:endParaRPr/>
          </a:p>
        </p:txBody>
      </p:sp>
      <p:sp>
        <p:nvSpPr>
          <p:cNvPr id="14425" name="Google Shape;14425;p11"/>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426" name="Google Shape;14426;p11"/>
          <p:cNvSpPr txBox="1">
            <a:spLocks noGrp="1"/>
          </p:cNvSpPr>
          <p:nvPr>
            <p:ph type="ftr" idx="11"/>
          </p:nvPr>
        </p:nvSpPr>
        <p:spPr>
          <a:xfrm>
            <a:off x="581192" y="5951811"/>
            <a:ext cx="69171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427" name="Google Shape;14427;p11"/>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428"/>
        <p:cNvGrpSpPr/>
        <p:nvPr/>
      </p:nvGrpSpPr>
      <p:grpSpPr>
        <a:xfrm>
          <a:off x="0" y="0"/>
          <a:ext cx="0" cy="0"/>
          <a:chOff x="0" y="0"/>
          <a:chExt cx="0" cy="0"/>
        </a:xfrm>
      </p:grpSpPr>
      <p:sp>
        <p:nvSpPr>
          <p:cNvPr id="14429" name="Google Shape;14429;p12"/>
          <p:cNvSpPr/>
          <p:nvPr/>
        </p:nvSpPr>
        <p:spPr>
          <a:xfrm>
            <a:off x="8839201" y="599725"/>
            <a:ext cx="2906700" cy="5817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0" name="Google Shape;14430;p12"/>
          <p:cNvSpPr txBox="1">
            <a:spLocks noGrp="1"/>
          </p:cNvSpPr>
          <p:nvPr>
            <p:ph type="title"/>
          </p:nvPr>
        </p:nvSpPr>
        <p:spPr>
          <a:xfrm rot="5400000">
            <a:off x="7249665" y="2265126"/>
            <a:ext cx="5183100" cy="20043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l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431" name="Google Shape;14431;p12"/>
          <p:cNvSpPr txBox="1">
            <a:spLocks noGrp="1"/>
          </p:cNvSpPr>
          <p:nvPr>
            <p:ph type="body" idx="1"/>
          </p:nvPr>
        </p:nvSpPr>
        <p:spPr>
          <a:xfrm rot="5400000">
            <a:off x="2131502" y="-680874"/>
            <a:ext cx="5183100" cy="7896300"/>
          </a:xfrm>
          <a:prstGeom prst="rect">
            <a:avLst/>
          </a:prstGeom>
          <a:noFill/>
          <a:ln>
            <a:noFill/>
          </a:ln>
        </p:spPr>
        <p:txBody>
          <a:bodyPr spcFirstLastPara="1" wrap="square" lIns="91425" tIns="45700" rIns="91425" bIns="45700" anchor="t" anchorCtr="0">
            <a:normAutofit/>
          </a:bodyPr>
          <a:lstStyle>
            <a:lvl1pPr marL="457200" lvl="0" indent="-333756" algn="l" rtl="0">
              <a:spcBef>
                <a:spcPts val="360"/>
              </a:spcBef>
              <a:spcAft>
                <a:spcPts val="0"/>
              </a:spcAft>
              <a:buSzPts val="1656"/>
              <a:buChar char="◼"/>
              <a:defRPr/>
            </a:lvl1pPr>
            <a:lvl2pPr marL="914400" lvl="1" indent="-333756" algn="l" rtl="0">
              <a:spcBef>
                <a:spcPts val="600"/>
              </a:spcBef>
              <a:spcAft>
                <a:spcPts val="0"/>
              </a:spcAft>
              <a:buSzPts val="1656"/>
              <a:buChar char="◼"/>
              <a:defRPr/>
            </a:lvl2pPr>
            <a:lvl3pPr marL="1371600" lvl="2" indent="-333756" algn="l" rtl="0">
              <a:spcBef>
                <a:spcPts val="600"/>
              </a:spcBef>
              <a:spcAft>
                <a:spcPts val="0"/>
              </a:spcAft>
              <a:buSzPts val="1656"/>
              <a:buChar char="◼"/>
              <a:defRPr/>
            </a:lvl3pPr>
            <a:lvl4pPr marL="1828800" lvl="3" indent="-333756" algn="l" rtl="0">
              <a:spcBef>
                <a:spcPts val="600"/>
              </a:spcBef>
              <a:spcAft>
                <a:spcPts val="0"/>
              </a:spcAft>
              <a:buSzPts val="1656"/>
              <a:buChar char="◼"/>
              <a:defRPr/>
            </a:lvl4pPr>
            <a:lvl5pPr marL="2286000" lvl="4" indent="-333756" algn="l" rtl="0">
              <a:spcBef>
                <a:spcPts val="600"/>
              </a:spcBef>
              <a:spcAft>
                <a:spcPts val="0"/>
              </a:spcAft>
              <a:buSzPts val="1656"/>
              <a:buChar char="◼"/>
              <a:defRPr/>
            </a:lvl5pPr>
            <a:lvl6pPr marL="2743200" lvl="5" indent="-333756" algn="l" rtl="0">
              <a:spcBef>
                <a:spcPts val="600"/>
              </a:spcBef>
              <a:spcAft>
                <a:spcPts val="0"/>
              </a:spcAft>
              <a:buSzPts val="1656"/>
              <a:buChar char="◼"/>
              <a:defRPr/>
            </a:lvl6pPr>
            <a:lvl7pPr marL="3200400" lvl="6" indent="-333756" algn="l" rtl="0">
              <a:spcBef>
                <a:spcPts val="600"/>
              </a:spcBef>
              <a:spcAft>
                <a:spcPts val="0"/>
              </a:spcAft>
              <a:buSzPts val="1656"/>
              <a:buChar char="◼"/>
              <a:defRPr/>
            </a:lvl7pPr>
            <a:lvl8pPr marL="3657600" lvl="7" indent="-333756" algn="l" rtl="0">
              <a:spcBef>
                <a:spcPts val="600"/>
              </a:spcBef>
              <a:spcAft>
                <a:spcPts val="0"/>
              </a:spcAft>
              <a:buSzPts val="1656"/>
              <a:buChar char="◼"/>
              <a:defRPr/>
            </a:lvl8pPr>
            <a:lvl9pPr marL="4114800" lvl="8" indent="-333756" algn="l" rtl="0">
              <a:spcBef>
                <a:spcPts val="600"/>
              </a:spcBef>
              <a:spcAft>
                <a:spcPts val="600"/>
              </a:spcAft>
              <a:buSzPts val="1656"/>
              <a:buChar char="◼"/>
              <a:defRPr/>
            </a:lvl9pPr>
          </a:lstStyle>
          <a:p>
            <a:endParaRPr/>
          </a:p>
        </p:txBody>
      </p:sp>
      <p:sp>
        <p:nvSpPr>
          <p:cNvPr id="14432" name="Google Shape;14432;p12"/>
          <p:cNvSpPr txBox="1">
            <a:spLocks noGrp="1"/>
          </p:cNvSpPr>
          <p:nvPr>
            <p:ph type="dt" idx="10"/>
          </p:nvPr>
        </p:nvSpPr>
        <p:spPr>
          <a:xfrm>
            <a:off x="8993673" y="5956137"/>
            <a:ext cx="13281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solidFill>
                  <a:srgbClr val="2D59AB"/>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433" name="Google Shape;14433;p12"/>
          <p:cNvSpPr txBox="1">
            <a:spLocks noGrp="1"/>
          </p:cNvSpPr>
          <p:nvPr>
            <p:ph type="ftr" idx="11"/>
          </p:nvPr>
        </p:nvSpPr>
        <p:spPr>
          <a:xfrm>
            <a:off x="774923" y="5951811"/>
            <a:ext cx="78963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434" name="Google Shape;14434;p12"/>
          <p:cNvSpPr txBox="1">
            <a:spLocks noGrp="1"/>
          </p:cNvSpPr>
          <p:nvPr>
            <p:ph type="sldNum" idx="12"/>
          </p:nvPr>
        </p:nvSpPr>
        <p:spPr>
          <a:xfrm>
            <a:off x="10446615" y="5956137"/>
            <a:ext cx="11643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900">
                <a:solidFill>
                  <a:srgbClr val="2D59AB"/>
                </a:solidFill>
                <a:latin typeface="Gill Sans"/>
                <a:ea typeface="Gill Sans"/>
                <a:cs typeface="Gill Sans"/>
                <a:sym typeface="Gill Sans"/>
              </a:defRPr>
            </a:lvl1pPr>
            <a:lvl2pPr marL="0" lvl="1" indent="0" algn="r" rtl="0">
              <a:spcBef>
                <a:spcPts val="0"/>
              </a:spcBef>
              <a:buNone/>
              <a:defRPr sz="900">
                <a:solidFill>
                  <a:srgbClr val="2D59AB"/>
                </a:solidFill>
                <a:latin typeface="Gill Sans"/>
                <a:ea typeface="Gill Sans"/>
                <a:cs typeface="Gill Sans"/>
                <a:sym typeface="Gill Sans"/>
              </a:defRPr>
            </a:lvl2pPr>
            <a:lvl3pPr marL="0" lvl="2" indent="0" algn="r" rtl="0">
              <a:spcBef>
                <a:spcPts val="0"/>
              </a:spcBef>
              <a:buNone/>
              <a:defRPr sz="900">
                <a:solidFill>
                  <a:srgbClr val="2D59AB"/>
                </a:solidFill>
                <a:latin typeface="Gill Sans"/>
                <a:ea typeface="Gill Sans"/>
                <a:cs typeface="Gill Sans"/>
                <a:sym typeface="Gill Sans"/>
              </a:defRPr>
            </a:lvl3pPr>
            <a:lvl4pPr marL="0" lvl="3" indent="0" algn="r" rtl="0">
              <a:spcBef>
                <a:spcPts val="0"/>
              </a:spcBef>
              <a:buNone/>
              <a:defRPr sz="900">
                <a:solidFill>
                  <a:srgbClr val="2D59AB"/>
                </a:solidFill>
                <a:latin typeface="Gill Sans"/>
                <a:ea typeface="Gill Sans"/>
                <a:cs typeface="Gill Sans"/>
                <a:sym typeface="Gill Sans"/>
              </a:defRPr>
            </a:lvl4pPr>
            <a:lvl5pPr marL="0" lvl="4" indent="0" algn="r" rtl="0">
              <a:spcBef>
                <a:spcPts val="0"/>
              </a:spcBef>
              <a:buNone/>
              <a:defRPr sz="900">
                <a:solidFill>
                  <a:srgbClr val="2D59AB"/>
                </a:solidFill>
                <a:latin typeface="Gill Sans"/>
                <a:ea typeface="Gill Sans"/>
                <a:cs typeface="Gill Sans"/>
                <a:sym typeface="Gill Sans"/>
              </a:defRPr>
            </a:lvl5pPr>
            <a:lvl6pPr marL="0" lvl="5" indent="0" algn="r" rtl="0">
              <a:spcBef>
                <a:spcPts val="0"/>
              </a:spcBef>
              <a:buNone/>
              <a:defRPr sz="900">
                <a:solidFill>
                  <a:srgbClr val="2D59AB"/>
                </a:solidFill>
                <a:latin typeface="Gill Sans"/>
                <a:ea typeface="Gill Sans"/>
                <a:cs typeface="Gill Sans"/>
                <a:sym typeface="Gill Sans"/>
              </a:defRPr>
            </a:lvl6pPr>
            <a:lvl7pPr marL="0" lvl="6" indent="0" algn="r" rtl="0">
              <a:spcBef>
                <a:spcPts val="0"/>
              </a:spcBef>
              <a:buNone/>
              <a:defRPr sz="900">
                <a:solidFill>
                  <a:srgbClr val="2D59AB"/>
                </a:solidFill>
                <a:latin typeface="Gill Sans"/>
                <a:ea typeface="Gill Sans"/>
                <a:cs typeface="Gill Sans"/>
                <a:sym typeface="Gill Sans"/>
              </a:defRPr>
            </a:lvl7pPr>
            <a:lvl8pPr marL="0" lvl="7" indent="0" algn="r" rtl="0">
              <a:spcBef>
                <a:spcPts val="0"/>
              </a:spcBef>
              <a:buNone/>
              <a:defRPr sz="900">
                <a:solidFill>
                  <a:srgbClr val="2D59AB"/>
                </a:solidFill>
                <a:latin typeface="Gill Sans"/>
                <a:ea typeface="Gill Sans"/>
                <a:cs typeface="Gill Sans"/>
                <a:sym typeface="Gill Sans"/>
              </a:defRPr>
            </a:lvl8pPr>
            <a:lvl9pPr marL="0" lvl="8" indent="0" algn="r" rtl="0">
              <a:spcBef>
                <a:spcPts val="0"/>
              </a:spcBef>
              <a:buNone/>
              <a:defRPr sz="900">
                <a:solidFill>
                  <a:srgbClr val="2D59AB"/>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48"/>
        <p:cNvGrpSpPr/>
        <p:nvPr/>
      </p:nvGrpSpPr>
      <p:grpSpPr>
        <a:xfrm>
          <a:off x="0" y="0"/>
          <a:ext cx="0" cy="0"/>
          <a:chOff x="0" y="0"/>
          <a:chExt cx="0" cy="0"/>
        </a:xfrm>
      </p:grpSpPr>
      <p:sp>
        <p:nvSpPr>
          <p:cNvPr id="14349" name="Google Shape;14349;p1"/>
          <p:cNvSpPr txBox="1">
            <a:spLocks noGrp="1"/>
          </p:cNvSpPr>
          <p:nvPr>
            <p:ph type="title"/>
          </p:nvPr>
        </p:nvSpPr>
        <p:spPr>
          <a:xfrm>
            <a:off x="581192" y="705124"/>
            <a:ext cx="11029500" cy="1189500"/>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4350" name="Google Shape;14350;p1"/>
          <p:cNvSpPr txBox="1">
            <a:spLocks noGrp="1"/>
          </p:cNvSpPr>
          <p:nvPr>
            <p:ph type="body" idx="1"/>
          </p:nvPr>
        </p:nvSpPr>
        <p:spPr>
          <a:xfrm>
            <a:off x="581192" y="2336003"/>
            <a:ext cx="11029500" cy="3522900"/>
          </a:xfrm>
          <a:prstGeom prst="rect">
            <a:avLst/>
          </a:prstGeom>
          <a:noFill/>
          <a:ln>
            <a:noFill/>
          </a:ln>
        </p:spPr>
        <p:txBody>
          <a:bodyPr spcFirstLastPara="1" wrap="square" lIns="91425" tIns="45700" rIns="91425" bIns="45700" anchor="ctr" anchorCtr="0">
            <a:normAutofit/>
          </a:bodyPr>
          <a:lstStyle>
            <a:lvl1pPr marL="457200" marR="0" lvl="0" indent="-333756" algn="l" rtl="0">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4" algn="l" rtl="0">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4351" name="Google Shape;14351;p1"/>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chemeClr val="accent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352" name="Google Shape;14352;p1"/>
          <p:cNvSpPr txBox="1">
            <a:spLocks noGrp="1"/>
          </p:cNvSpPr>
          <p:nvPr>
            <p:ph type="ftr" idx="11"/>
          </p:nvPr>
        </p:nvSpPr>
        <p:spPr>
          <a:xfrm>
            <a:off x="581192" y="5951811"/>
            <a:ext cx="69171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accent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353" name="Google Shape;14353;p1"/>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2"/>
                </a:solidFill>
                <a:latin typeface="Gill Sans"/>
                <a:ea typeface="Gill Sans"/>
                <a:cs typeface="Gill Sans"/>
                <a:sym typeface="Gill Sans"/>
              </a:defRPr>
            </a:lvl1pPr>
            <a:lvl2pPr marL="0" marR="0" lvl="1" indent="0" algn="r" rtl="0">
              <a:spcBef>
                <a:spcPts val="0"/>
              </a:spcBef>
              <a:buNone/>
              <a:defRPr sz="900" b="0" i="0" u="none" strike="noStrike" cap="none">
                <a:solidFill>
                  <a:schemeClr val="accent2"/>
                </a:solidFill>
                <a:latin typeface="Gill Sans"/>
                <a:ea typeface="Gill Sans"/>
                <a:cs typeface="Gill Sans"/>
                <a:sym typeface="Gill Sans"/>
              </a:defRPr>
            </a:lvl2pPr>
            <a:lvl3pPr marL="0" marR="0" lvl="2" indent="0" algn="r" rtl="0">
              <a:spcBef>
                <a:spcPts val="0"/>
              </a:spcBef>
              <a:buNone/>
              <a:defRPr sz="900" b="0" i="0" u="none" strike="noStrike" cap="none">
                <a:solidFill>
                  <a:schemeClr val="accent2"/>
                </a:solidFill>
                <a:latin typeface="Gill Sans"/>
                <a:ea typeface="Gill Sans"/>
                <a:cs typeface="Gill Sans"/>
                <a:sym typeface="Gill Sans"/>
              </a:defRPr>
            </a:lvl3pPr>
            <a:lvl4pPr marL="0" marR="0" lvl="3" indent="0" algn="r" rtl="0">
              <a:spcBef>
                <a:spcPts val="0"/>
              </a:spcBef>
              <a:buNone/>
              <a:defRPr sz="900" b="0" i="0" u="none" strike="noStrike" cap="none">
                <a:solidFill>
                  <a:schemeClr val="accent2"/>
                </a:solidFill>
                <a:latin typeface="Gill Sans"/>
                <a:ea typeface="Gill Sans"/>
                <a:cs typeface="Gill Sans"/>
                <a:sym typeface="Gill Sans"/>
              </a:defRPr>
            </a:lvl4pPr>
            <a:lvl5pPr marL="0" marR="0" lvl="4" indent="0" algn="r" rtl="0">
              <a:spcBef>
                <a:spcPts val="0"/>
              </a:spcBef>
              <a:buNone/>
              <a:defRPr sz="900" b="0" i="0" u="none" strike="noStrike" cap="none">
                <a:solidFill>
                  <a:schemeClr val="accent2"/>
                </a:solidFill>
                <a:latin typeface="Gill Sans"/>
                <a:ea typeface="Gill Sans"/>
                <a:cs typeface="Gill Sans"/>
                <a:sym typeface="Gill Sans"/>
              </a:defRPr>
            </a:lvl5pPr>
            <a:lvl6pPr marL="0" marR="0" lvl="5" indent="0" algn="r" rtl="0">
              <a:spcBef>
                <a:spcPts val="0"/>
              </a:spcBef>
              <a:buNone/>
              <a:defRPr sz="900" b="0" i="0" u="none" strike="noStrike" cap="none">
                <a:solidFill>
                  <a:schemeClr val="accent2"/>
                </a:solidFill>
                <a:latin typeface="Gill Sans"/>
                <a:ea typeface="Gill Sans"/>
                <a:cs typeface="Gill Sans"/>
                <a:sym typeface="Gill Sans"/>
              </a:defRPr>
            </a:lvl6pPr>
            <a:lvl7pPr marL="0" marR="0" lvl="6" indent="0" algn="r" rtl="0">
              <a:spcBef>
                <a:spcPts val="0"/>
              </a:spcBef>
              <a:buNone/>
              <a:defRPr sz="900" b="0" i="0" u="none" strike="noStrike" cap="none">
                <a:solidFill>
                  <a:schemeClr val="accent2"/>
                </a:solidFill>
                <a:latin typeface="Gill Sans"/>
                <a:ea typeface="Gill Sans"/>
                <a:cs typeface="Gill Sans"/>
                <a:sym typeface="Gill Sans"/>
              </a:defRPr>
            </a:lvl7pPr>
            <a:lvl8pPr marL="0" marR="0" lvl="7" indent="0" algn="r" rtl="0">
              <a:spcBef>
                <a:spcPts val="0"/>
              </a:spcBef>
              <a:buNone/>
              <a:defRPr sz="900" b="0" i="0" u="none" strike="noStrike" cap="none">
                <a:solidFill>
                  <a:schemeClr val="accent2"/>
                </a:solidFill>
                <a:latin typeface="Gill Sans"/>
                <a:ea typeface="Gill Sans"/>
                <a:cs typeface="Gill Sans"/>
                <a:sym typeface="Gill Sans"/>
              </a:defRPr>
            </a:lvl8pPr>
            <a:lvl9pPr marL="0" marR="0" lvl="8" indent="0" algn="r" rtl="0">
              <a:spcBef>
                <a:spcPts val="0"/>
              </a:spcBef>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a:t>
            </a:fld>
            <a:endParaRPr/>
          </a:p>
        </p:txBody>
      </p:sp>
      <p:sp>
        <p:nvSpPr>
          <p:cNvPr id="14354" name="Google Shape;14354;p1"/>
          <p:cNvSpPr/>
          <p:nvPr/>
        </p:nvSpPr>
        <p:spPr>
          <a:xfrm>
            <a:off x="446534" y="457200"/>
            <a:ext cx="3703200" cy="951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4355" name="Google Shape;14355;p1"/>
          <p:cNvSpPr/>
          <p:nvPr/>
        </p:nvSpPr>
        <p:spPr>
          <a:xfrm>
            <a:off x="8042147" y="453643"/>
            <a:ext cx="3703200" cy="98700"/>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4356" name="Google Shape;14356;p1"/>
          <p:cNvSpPr/>
          <p:nvPr/>
        </p:nvSpPr>
        <p:spPr>
          <a:xfrm>
            <a:off x="4241830" y="457200"/>
            <a:ext cx="3703200" cy="915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439"/>
        <p:cNvGrpSpPr/>
        <p:nvPr/>
      </p:nvGrpSpPr>
      <p:grpSpPr>
        <a:xfrm>
          <a:off x="0" y="0"/>
          <a:ext cx="0" cy="0"/>
          <a:chOff x="0" y="0"/>
          <a:chExt cx="0" cy="0"/>
        </a:xfrm>
      </p:grpSpPr>
      <p:sp>
        <p:nvSpPr>
          <p:cNvPr id="14440" name="Google Shape;14440;p13"/>
          <p:cNvSpPr/>
          <p:nvPr/>
        </p:nvSpPr>
        <p:spPr>
          <a:xfrm>
            <a:off x="446534" y="457200"/>
            <a:ext cx="3703200" cy="951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4441" name="Google Shape;14441;p13"/>
          <p:cNvSpPr/>
          <p:nvPr/>
        </p:nvSpPr>
        <p:spPr>
          <a:xfrm>
            <a:off x="8042147" y="453643"/>
            <a:ext cx="3703200" cy="98700"/>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4442" name="Google Shape;14442;p13"/>
          <p:cNvSpPr/>
          <p:nvPr/>
        </p:nvSpPr>
        <p:spPr>
          <a:xfrm>
            <a:off x="4241830" y="457200"/>
            <a:ext cx="3703200" cy="915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4443" name="Google Shape;14443;p13"/>
          <p:cNvSpPr/>
          <p:nvPr/>
        </p:nvSpPr>
        <p:spPr>
          <a:xfrm>
            <a:off x="446534" y="3085765"/>
            <a:ext cx="11262900" cy="33048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4444" name="Google Shape;14444;p13"/>
          <p:cNvSpPr/>
          <p:nvPr/>
        </p:nvSpPr>
        <p:spPr>
          <a:xfrm>
            <a:off x="0" y="723900"/>
            <a:ext cx="12192000" cy="370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pic>
        <p:nvPicPr>
          <p:cNvPr id="14445" name="Google Shape;14445;p13" descr="UADE | Comenzá tu carrera en una Gran Universidad"/>
          <p:cNvPicPr preferRelativeResize="0"/>
          <p:nvPr/>
        </p:nvPicPr>
        <p:blipFill rotWithShape="1">
          <a:blip r:embed="rId3">
            <a:alphaModFix/>
          </a:blip>
          <a:srcRect r="10" b="478"/>
          <a:stretch/>
        </p:blipFill>
        <p:spPr>
          <a:xfrm>
            <a:off x="775361" y="1598166"/>
            <a:ext cx="3014296" cy="1794545"/>
          </a:xfrm>
          <a:prstGeom prst="rect">
            <a:avLst/>
          </a:prstGeom>
          <a:noFill/>
          <a:ln>
            <a:noFill/>
          </a:ln>
        </p:spPr>
      </p:pic>
      <p:sp>
        <p:nvSpPr>
          <p:cNvPr id="14446" name="Google Shape;14446;p13"/>
          <p:cNvSpPr/>
          <p:nvPr/>
        </p:nvSpPr>
        <p:spPr>
          <a:xfrm>
            <a:off x="454392" y="641102"/>
            <a:ext cx="3666600" cy="3698400"/>
          </a:xfrm>
          <a:prstGeom prst="rect">
            <a:avLst/>
          </a:prstGeom>
          <a:noFill/>
          <a:ln w="1905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pic>
        <p:nvPicPr>
          <p:cNvPr id="14447" name="Google Shape;14447;p13"/>
          <p:cNvPicPr preferRelativeResize="0"/>
          <p:nvPr/>
        </p:nvPicPr>
        <p:blipFill rotWithShape="1">
          <a:blip r:embed="rId4">
            <a:alphaModFix/>
          </a:blip>
          <a:srcRect/>
          <a:stretch/>
        </p:blipFill>
        <p:spPr>
          <a:xfrm>
            <a:off x="4948333" y="974331"/>
            <a:ext cx="6084426" cy="3042213"/>
          </a:xfrm>
          <a:prstGeom prst="rect">
            <a:avLst/>
          </a:prstGeom>
          <a:noFill/>
          <a:ln>
            <a:noFill/>
          </a:ln>
        </p:spPr>
      </p:pic>
      <p:sp>
        <p:nvSpPr>
          <p:cNvPr id="14448" name="Google Shape;14448;p13"/>
          <p:cNvSpPr/>
          <p:nvPr/>
        </p:nvSpPr>
        <p:spPr>
          <a:xfrm>
            <a:off x="4248704" y="642071"/>
            <a:ext cx="7475100" cy="3701400"/>
          </a:xfrm>
          <a:prstGeom prst="rect">
            <a:avLst/>
          </a:prstGeom>
          <a:noFill/>
          <a:ln w="1905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4449" name="Google Shape;14449;p13"/>
          <p:cNvSpPr/>
          <p:nvPr/>
        </p:nvSpPr>
        <p:spPr>
          <a:xfrm>
            <a:off x="11648660" y="4432079"/>
            <a:ext cx="83700" cy="1960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cxnSp>
        <p:nvCxnSpPr>
          <p:cNvPr id="14450" name="Google Shape;14450;p13"/>
          <p:cNvCxnSpPr/>
          <p:nvPr/>
        </p:nvCxnSpPr>
        <p:spPr>
          <a:xfrm>
            <a:off x="0" y="0"/>
            <a:ext cx="914400" cy="0"/>
          </a:xfrm>
          <a:prstGeom prst="straightConnector1">
            <a:avLst/>
          </a:prstGeom>
          <a:noFill/>
          <a:ln w="9525" cap="rnd" cmpd="sng">
            <a:solidFill>
              <a:srgbClr val="FBFFFF"/>
            </a:solidFill>
            <a:prstDash val="solid"/>
            <a:round/>
            <a:headEnd type="none" w="sm" len="sm"/>
            <a:tailEnd type="none" w="sm" len="sm"/>
          </a:ln>
        </p:spPr>
      </p:cxnSp>
      <p:sp>
        <p:nvSpPr>
          <p:cNvPr id="14451" name="Google Shape;14451;p13"/>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455"/>
        <p:cNvGrpSpPr/>
        <p:nvPr/>
      </p:nvGrpSpPr>
      <p:grpSpPr>
        <a:xfrm>
          <a:off x="0" y="0"/>
          <a:ext cx="0" cy="0"/>
          <a:chOff x="0" y="0"/>
          <a:chExt cx="0" cy="0"/>
        </a:xfrm>
      </p:grpSpPr>
      <p:sp>
        <p:nvSpPr>
          <p:cNvPr id="14456" name="Google Shape;14456;p14"/>
          <p:cNvSpPr txBox="1">
            <a:spLocks noGrp="1"/>
          </p:cNvSpPr>
          <p:nvPr>
            <p:ph type="ctrTitle"/>
          </p:nvPr>
        </p:nvSpPr>
        <p:spPr>
          <a:xfrm>
            <a:off x="581191" y="1020431"/>
            <a:ext cx="10993500" cy="14751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accent1"/>
              </a:buClr>
              <a:buSzPts val="3600"/>
              <a:buFont typeface="Gill Sans"/>
              <a:buNone/>
            </a:pPr>
            <a:r>
              <a:rPr lang="es-MX"/>
              <a:t>INGENIERÍA DEL SOFTWARE</a:t>
            </a:r>
            <a:endParaRPr/>
          </a:p>
        </p:txBody>
      </p:sp>
      <p:sp>
        <p:nvSpPr>
          <p:cNvPr id="14457" name="Google Shape;14457;p14"/>
          <p:cNvSpPr txBox="1">
            <a:spLocks noGrp="1"/>
          </p:cNvSpPr>
          <p:nvPr>
            <p:ph type="sldNum" idx="12"/>
          </p:nvPr>
        </p:nvSpPr>
        <p:spPr>
          <a:xfrm>
            <a:off x="10558300" y="5956137"/>
            <a:ext cx="1016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461"/>
        <p:cNvGrpSpPr/>
        <p:nvPr/>
      </p:nvGrpSpPr>
      <p:grpSpPr>
        <a:xfrm>
          <a:off x="0" y="0"/>
          <a:ext cx="0" cy="0"/>
          <a:chOff x="0" y="0"/>
          <a:chExt cx="0" cy="0"/>
        </a:xfrm>
      </p:grpSpPr>
      <p:sp>
        <p:nvSpPr>
          <p:cNvPr id="14462" name="Google Shape;14462;p15"/>
          <p:cNvSpPr txBox="1">
            <a:spLocks noGrp="1"/>
          </p:cNvSpPr>
          <p:nvPr>
            <p:ph type="title"/>
          </p:nvPr>
        </p:nvSpPr>
        <p:spPr>
          <a:xfrm>
            <a:off x="426128" y="613378"/>
            <a:ext cx="11265900" cy="1162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3600"/>
              <a:buFont typeface="Arial"/>
              <a:buNone/>
            </a:pPr>
            <a:r>
              <a:rPr lang="es-MX" sz="3600" b="1">
                <a:latin typeface="Arial"/>
                <a:ea typeface="Arial"/>
                <a:cs typeface="Arial"/>
                <a:sym typeface="Arial"/>
              </a:rPr>
              <a:t>CALIDAD</a:t>
            </a:r>
            <a:endParaRPr/>
          </a:p>
        </p:txBody>
      </p:sp>
      <p:sp>
        <p:nvSpPr>
          <p:cNvPr id="14463" name="Google Shape;14463;p15"/>
          <p:cNvSpPr txBox="1">
            <a:spLocks noGrp="1"/>
          </p:cNvSpPr>
          <p:nvPr>
            <p:ph type="body" idx="1"/>
          </p:nvPr>
        </p:nvSpPr>
        <p:spPr>
          <a:xfrm>
            <a:off x="581192" y="2180496"/>
            <a:ext cx="11110800" cy="3678300"/>
          </a:xfrm>
          <a:prstGeom prst="rect">
            <a:avLst/>
          </a:prstGeom>
          <a:noFill/>
          <a:ln>
            <a:noFill/>
          </a:ln>
        </p:spPr>
        <p:txBody>
          <a:bodyPr spcFirstLastPara="1" wrap="square" lIns="91425" tIns="45700" rIns="91425" bIns="45700" anchor="ctr" anchorCtr="0">
            <a:normAutofit/>
          </a:bodyPr>
          <a:lstStyle/>
          <a:p>
            <a:pPr marL="306000" lvl="0" indent="-306000" algn="just" rtl="0">
              <a:spcBef>
                <a:spcPts val="0"/>
              </a:spcBef>
              <a:spcAft>
                <a:spcPts val="0"/>
              </a:spcAft>
              <a:buSzPts val="3312"/>
              <a:buChar char="◼"/>
            </a:pPr>
            <a:r>
              <a:rPr lang="es-MX" sz="3600">
                <a:solidFill>
                  <a:schemeClr val="accent1"/>
                </a:solidFill>
                <a:latin typeface="Gill Sans"/>
                <a:ea typeface="Gill Sans"/>
                <a:cs typeface="Gill Sans"/>
                <a:sym typeface="Gill Sans"/>
              </a:rPr>
              <a:t>…”Proceso eficaz de software que se aplica de manera que crea un producto útil que proporciona valor medible a quienes lo producen y a quienes lo utilizan”.</a:t>
            </a:r>
            <a:endParaRPr sz="3600">
              <a:solidFill>
                <a:schemeClr val="accent1"/>
              </a:solidFill>
              <a:latin typeface="Gill Sans"/>
              <a:ea typeface="Gill Sans"/>
              <a:cs typeface="Gill Sans"/>
              <a:sym typeface="Gill Sans"/>
            </a:endParaRPr>
          </a:p>
        </p:txBody>
      </p:sp>
      <p:sp>
        <p:nvSpPr>
          <p:cNvPr id="14464" name="Google Shape;14464;p15"/>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68"/>
        <p:cNvGrpSpPr/>
        <p:nvPr/>
      </p:nvGrpSpPr>
      <p:grpSpPr>
        <a:xfrm>
          <a:off x="0" y="0"/>
          <a:ext cx="0" cy="0"/>
          <a:chOff x="0" y="0"/>
          <a:chExt cx="0" cy="0"/>
        </a:xfrm>
      </p:grpSpPr>
      <p:sp>
        <p:nvSpPr>
          <p:cNvPr id="14469" name="Google Shape;14469;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Arial"/>
              <a:buNone/>
            </a:pPr>
            <a:r>
              <a:rPr lang="es-MX" sz="2800" b="1">
                <a:latin typeface="Arial"/>
                <a:ea typeface="Arial"/>
                <a:cs typeface="Arial"/>
                <a:sym typeface="Arial"/>
              </a:rPr>
              <a:t>CALIDAD</a:t>
            </a:r>
            <a:endParaRPr/>
          </a:p>
        </p:txBody>
      </p:sp>
      <p:sp>
        <p:nvSpPr>
          <p:cNvPr id="14470" name="Google Shape;14470;p16"/>
          <p:cNvSpPr txBox="1">
            <a:spLocks noGrp="1"/>
          </p:cNvSpPr>
          <p:nvPr>
            <p:ph type="body" idx="1"/>
          </p:nvPr>
        </p:nvSpPr>
        <p:spPr>
          <a:xfrm>
            <a:off x="581192" y="2180496"/>
            <a:ext cx="11029500" cy="3678300"/>
          </a:xfrm>
          <a:prstGeom prst="rect">
            <a:avLst/>
          </a:prstGeom>
          <a:noFill/>
          <a:ln>
            <a:noFill/>
          </a:ln>
        </p:spPr>
        <p:txBody>
          <a:bodyPr spcFirstLastPara="1" wrap="square" lIns="91425" tIns="45700" rIns="91425" bIns="45700" anchor="ctr" anchorCtr="0">
            <a:normAutofit/>
          </a:bodyPr>
          <a:lstStyle/>
          <a:p>
            <a:pPr marL="306000" lvl="0" indent="-306000" algn="l" rtl="0">
              <a:spcBef>
                <a:spcPts val="0"/>
              </a:spcBef>
              <a:spcAft>
                <a:spcPts val="0"/>
              </a:spcAft>
              <a:buSzPts val="3312"/>
              <a:buChar char="◼"/>
            </a:pPr>
            <a:r>
              <a:rPr lang="es-MX" sz="3600">
                <a:solidFill>
                  <a:schemeClr val="accent1"/>
                </a:solidFill>
                <a:latin typeface="Gill Sans"/>
                <a:ea typeface="Gill Sans"/>
                <a:cs typeface="Gill Sans"/>
                <a:sym typeface="Gill Sans"/>
              </a:rPr>
              <a:t>Proceso eficaz de software.</a:t>
            </a:r>
            <a:endParaRPr sz="3600">
              <a:solidFill>
                <a:schemeClr val="accent1"/>
              </a:solidFill>
              <a:latin typeface="Gill Sans"/>
              <a:ea typeface="Gill Sans"/>
              <a:cs typeface="Gill Sans"/>
              <a:sym typeface="Gill Sans"/>
            </a:endParaRPr>
          </a:p>
          <a:p>
            <a:pPr marL="306000" lvl="0" indent="-306000" algn="l" rtl="0">
              <a:spcBef>
                <a:spcPts val="1320"/>
              </a:spcBef>
              <a:spcAft>
                <a:spcPts val="0"/>
              </a:spcAft>
              <a:buSzPts val="3312"/>
              <a:buChar char="◼"/>
            </a:pPr>
            <a:r>
              <a:rPr lang="es-MX" sz="3600">
                <a:solidFill>
                  <a:schemeClr val="accent1"/>
                </a:solidFill>
                <a:latin typeface="Gill Sans"/>
                <a:ea typeface="Gill Sans"/>
                <a:cs typeface="Gill Sans"/>
                <a:sym typeface="Gill Sans"/>
              </a:rPr>
              <a:t>Producto útil.</a:t>
            </a:r>
            <a:endParaRPr/>
          </a:p>
          <a:p>
            <a:pPr marL="306000" lvl="0" indent="-306000" algn="l" rtl="0">
              <a:spcBef>
                <a:spcPts val="1320"/>
              </a:spcBef>
              <a:spcAft>
                <a:spcPts val="0"/>
              </a:spcAft>
              <a:buSzPts val="3312"/>
              <a:buChar char="◼"/>
            </a:pPr>
            <a:r>
              <a:rPr lang="es-MX" sz="3600">
                <a:solidFill>
                  <a:schemeClr val="accent1"/>
                </a:solidFill>
                <a:latin typeface="Gill Sans"/>
                <a:ea typeface="Gill Sans"/>
                <a:cs typeface="Gill Sans"/>
                <a:sym typeface="Gill Sans"/>
              </a:rPr>
              <a:t>Agregar valor.</a:t>
            </a:r>
            <a:endParaRPr/>
          </a:p>
        </p:txBody>
      </p:sp>
      <p:sp>
        <p:nvSpPr>
          <p:cNvPr id="14471" name="Google Shape;14471;p16"/>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75"/>
        <p:cNvGrpSpPr/>
        <p:nvPr/>
      </p:nvGrpSpPr>
      <p:grpSpPr>
        <a:xfrm>
          <a:off x="0" y="0"/>
          <a:ext cx="0" cy="0"/>
          <a:chOff x="0" y="0"/>
          <a:chExt cx="0" cy="0"/>
        </a:xfrm>
      </p:grpSpPr>
      <p:sp>
        <p:nvSpPr>
          <p:cNvPr id="14476" name="Google Shape;14476;p17"/>
          <p:cNvSpPr txBox="1">
            <a:spLocks noGrp="1"/>
          </p:cNvSpPr>
          <p:nvPr>
            <p:ph type="title"/>
          </p:nvPr>
        </p:nvSpPr>
        <p:spPr>
          <a:xfrm>
            <a:off x="470517" y="729657"/>
            <a:ext cx="11135100" cy="10815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3600"/>
              <a:buFont typeface="Arial"/>
              <a:buNone/>
            </a:pPr>
            <a:r>
              <a:rPr lang="es-MX" sz="3600" b="1">
                <a:latin typeface="Arial"/>
                <a:ea typeface="Arial"/>
                <a:cs typeface="Arial"/>
                <a:sym typeface="Arial"/>
              </a:rPr>
              <a:t>PRODUCTO ÚTIL</a:t>
            </a:r>
            <a:endParaRPr/>
          </a:p>
        </p:txBody>
      </p:sp>
      <p:sp>
        <p:nvSpPr>
          <p:cNvPr id="14477" name="Google Shape;14477;p17"/>
          <p:cNvSpPr txBox="1"/>
          <p:nvPr/>
        </p:nvSpPr>
        <p:spPr>
          <a:xfrm>
            <a:off x="559293" y="3108054"/>
            <a:ext cx="10955100" cy="954000"/>
          </a:xfrm>
          <a:prstGeom prst="rect">
            <a:avLst/>
          </a:prstGeom>
          <a:noFill/>
          <a:ln>
            <a:noFill/>
          </a:ln>
        </p:spPr>
        <p:txBody>
          <a:bodyPr spcFirstLastPara="1" wrap="square" lIns="91425" tIns="45700" rIns="91425" bIns="45700" anchor="t" anchorCtr="0">
            <a:spAutoFit/>
          </a:bodyPr>
          <a:lstStyle/>
          <a:p>
            <a:pPr marL="306000" marR="0" lvl="0" indent="-306000" algn="ctr" rtl="0">
              <a:spcBef>
                <a:spcPts val="0"/>
              </a:spcBef>
              <a:spcAft>
                <a:spcPts val="0"/>
              </a:spcAft>
              <a:buClr>
                <a:schemeClr val="accent2"/>
              </a:buClr>
              <a:buSzPts val="2576"/>
              <a:buFont typeface="Noto Sans Symbols"/>
              <a:buChar char="◼"/>
            </a:pPr>
            <a:r>
              <a:rPr lang="es-MX" sz="2800">
                <a:solidFill>
                  <a:schemeClr val="accent1"/>
                </a:solidFill>
                <a:latin typeface="Gill Sans"/>
                <a:ea typeface="Gill Sans"/>
                <a:cs typeface="Gill Sans"/>
                <a:sym typeface="Gill Sans"/>
              </a:rPr>
              <a:t>Un producto útil que siempre satisface los requerimientos establecidos en forma explícita por los participantes y facilitando su uso.</a:t>
            </a:r>
            <a:endParaRPr sz="2800">
              <a:solidFill>
                <a:schemeClr val="accent1"/>
              </a:solidFill>
              <a:latin typeface="Gill Sans"/>
              <a:ea typeface="Gill Sans"/>
              <a:cs typeface="Gill Sans"/>
              <a:sym typeface="Gill Sans"/>
            </a:endParaRPr>
          </a:p>
        </p:txBody>
      </p:sp>
      <p:sp>
        <p:nvSpPr>
          <p:cNvPr id="14478" name="Google Shape;14478;p17"/>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82"/>
        <p:cNvGrpSpPr/>
        <p:nvPr/>
      </p:nvGrpSpPr>
      <p:grpSpPr>
        <a:xfrm>
          <a:off x="0" y="0"/>
          <a:ext cx="0" cy="0"/>
          <a:chOff x="0" y="0"/>
          <a:chExt cx="0" cy="0"/>
        </a:xfrm>
      </p:grpSpPr>
      <p:sp>
        <p:nvSpPr>
          <p:cNvPr id="14483" name="Google Shape;14483;p18"/>
          <p:cNvSpPr txBox="1">
            <a:spLocks noGrp="1"/>
          </p:cNvSpPr>
          <p:nvPr>
            <p:ph type="title"/>
          </p:nvPr>
        </p:nvSpPr>
        <p:spPr>
          <a:xfrm>
            <a:off x="452761" y="702156"/>
            <a:ext cx="11157900" cy="1013700"/>
          </a:xfrm>
          <a:prstGeom prst="rect">
            <a:avLst/>
          </a:prstGeom>
          <a:noFill/>
          <a:ln>
            <a:noFill/>
          </a:ln>
        </p:spPr>
        <p:txBody>
          <a:bodyPr spcFirstLastPara="1" wrap="square" lIns="90475" tIns="44450" rIns="90475" bIns="44450" anchor="ctr" anchorCtr="0">
            <a:normAutofit fontScale="90000"/>
          </a:bodyPr>
          <a:lstStyle/>
          <a:p>
            <a:pPr marL="0" lvl="0" indent="0" algn="l" rtl="0">
              <a:lnSpc>
                <a:spcPct val="250000"/>
              </a:lnSpc>
              <a:spcBef>
                <a:spcPts val="0"/>
              </a:spcBef>
              <a:spcAft>
                <a:spcPts val="0"/>
              </a:spcAft>
              <a:buClr>
                <a:schemeClr val="lt1"/>
              </a:buClr>
              <a:buSzPct val="100000"/>
              <a:buFont typeface="Arial"/>
              <a:buNone/>
            </a:pPr>
            <a:r>
              <a:rPr lang="es-MX" sz="3600" b="1">
                <a:latin typeface="Arial"/>
                <a:ea typeface="Arial"/>
                <a:cs typeface="Arial"/>
                <a:sym typeface="Arial"/>
              </a:rPr>
              <a:t>PROCESO EFICAZ DE SOFTWARE</a:t>
            </a:r>
            <a:endParaRPr/>
          </a:p>
        </p:txBody>
      </p:sp>
      <p:sp>
        <p:nvSpPr>
          <p:cNvPr id="14484" name="Google Shape;14484;p18"/>
          <p:cNvSpPr txBox="1">
            <a:spLocks noGrp="1"/>
          </p:cNvSpPr>
          <p:nvPr>
            <p:ph type="body" idx="1"/>
          </p:nvPr>
        </p:nvSpPr>
        <p:spPr>
          <a:xfrm>
            <a:off x="381740" y="1747319"/>
            <a:ext cx="11351700" cy="4743900"/>
          </a:xfrm>
          <a:prstGeom prst="rect">
            <a:avLst/>
          </a:prstGeom>
          <a:noFill/>
          <a:ln>
            <a:noFill/>
          </a:ln>
        </p:spPr>
        <p:txBody>
          <a:bodyPr spcFirstLastPara="1" wrap="square" lIns="90475" tIns="44450" rIns="90475" bIns="44450" anchor="ctr" anchorCtr="0">
            <a:normAutofit/>
          </a:bodyPr>
          <a:lstStyle/>
          <a:p>
            <a:pPr marL="306000" lvl="0" indent="-306000" algn="ctr" rtl="0">
              <a:spcBef>
                <a:spcPts val="0"/>
              </a:spcBef>
              <a:spcAft>
                <a:spcPts val="0"/>
              </a:spcAft>
              <a:buSzPts val="2576"/>
              <a:buChar char="◼"/>
            </a:pPr>
            <a:r>
              <a:rPr lang="es-MX" sz="2800">
                <a:solidFill>
                  <a:schemeClr val="accent1"/>
                </a:solidFill>
                <a:latin typeface="Gill Sans"/>
                <a:ea typeface="Gill Sans"/>
                <a:cs typeface="Gill Sans"/>
                <a:sym typeface="Gill Sans"/>
              </a:rPr>
              <a:t>Permite estandarizar esfuerzos, promover reuso, repetición y consistencia entre proyectos. Provee la oportunidad de introducir mejores prácticas.</a:t>
            </a:r>
            <a:endParaRPr/>
          </a:p>
          <a:p>
            <a:pPr marL="306000" lvl="0" indent="-306000" algn="ctr" rtl="0">
              <a:spcBef>
                <a:spcPts val="1160"/>
              </a:spcBef>
              <a:spcAft>
                <a:spcPts val="0"/>
              </a:spcAft>
              <a:buSzPts val="2576"/>
              <a:buChar char="◼"/>
            </a:pPr>
            <a:r>
              <a:rPr lang="es-MX" sz="2800">
                <a:solidFill>
                  <a:schemeClr val="accent1"/>
                </a:solidFill>
                <a:latin typeface="Gill Sans"/>
                <a:ea typeface="Gill Sans"/>
                <a:cs typeface="Gill Sans"/>
                <a:sym typeface="Gill Sans"/>
              </a:rPr>
              <a:t>Las prácticas de ingeniería de software permiten al desarrollador analizar el problema y diseñar una solución sólida, ambas actividades críticas de la construcción de software de alta calidad.</a:t>
            </a:r>
            <a:endParaRPr sz="2800">
              <a:solidFill>
                <a:schemeClr val="accent1"/>
              </a:solidFill>
              <a:latin typeface="Gill Sans"/>
              <a:ea typeface="Gill Sans"/>
              <a:cs typeface="Gill Sans"/>
              <a:sym typeface="Gill Sans"/>
            </a:endParaRPr>
          </a:p>
        </p:txBody>
      </p:sp>
      <p:sp>
        <p:nvSpPr>
          <p:cNvPr id="14485" name="Google Shape;14485;p18"/>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89"/>
        <p:cNvGrpSpPr/>
        <p:nvPr/>
      </p:nvGrpSpPr>
      <p:grpSpPr>
        <a:xfrm>
          <a:off x="0" y="0"/>
          <a:ext cx="0" cy="0"/>
          <a:chOff x="0" y="0"/>
          <a:chExt cx="0" cy="0"/>
        </a:xfrm>
      </p:grpSpPr>
      <p:sp>
        <p:nvSpPr>
          <p:cNvPr id="14490" name="Google Shape;14490;p19"/>
          <p:cNvSpPr txBox="1">
            <a:spLocks noGrp="1"/>
          </p:cNvSpPr>
          <p:nvPr>
            <p:ph type="title"/>
          </p:nvPr>
        </p:nvSpPr>
        <p:spPr>
          <a:xfrm>
            <a:off x="460484" y="774046"/>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3600"/>
              <a:buFont typeface="Arial"/>
              <a:buNone/>
            </a:pPr>
            <a:r>
              <a:rPr lang="es-MX" sz="3600" b="1">
                <a:latin typeface="Arial"/>
                <a:ea typeface="Arial"/>
                <a:cs typeface="Arial"/>
                <a:sym typeface="Arial"/>
              </a:rPr>
              <a:t>AGREGAR VALOR</a:t>
            </a:r>
            <a:endParaRPr sz="3600" b="1">
              <a:latin typeface="Arial"/>
              <a:ea typeface="Arial"/>
              <a:cs typeface="Arial"/>
              <a:sym typeface="Arial"/>
            </a:endParaRPr>
          </a:p>
        </p:txBody>
      </p:sp>
      <p:sp>
        <p:nvSpPr>
          <p:cNvPr id="14491" name="Google Shape;14491;p19"/>
          <p:cNvSpPr txBox="1"/>
          <p:nvPr/>
        </p:nvSpPr>
        <p:spPr>
          <a:xfrm>
            <a:off x="460484" y="2376542"/>
            <a:ext cx="11249100" cy="4191900"/>
          </a:xfrm>
          <a:prstGeom prst="rect">
            <a:avLst/>
          </a:prstGeom>
          <a:noFill/>
          <a:ln>
            <a:noFill/>
          </a:ln>
        </p:spPr>
        <p:txBody>
          <a:bodyPr spcFirstLastPara="1" wrap="square" lIns="91425" tIns="45700" rIns="91425" bIns="45700" anchor="t" anchorCtr="0">
            <a:spAutoFit/>
          </a:bodyPr>
          <a:lstStyle/>
          <a:p>
            <a:pPr marL="306000" marR="0" lvl="0" indent="-306000" algn="l" rtl="0">
              <a:spcBef>
                <a:spcPts val="0"/>
              </a:spcBef>
              <a:spcAft>
                <a:spcPts val="0"/>
              </a:spcAft>
              <a:buClr>
                <a:schemeClr val="accent2"/>
              </a:buClr>
              <a:buSzPts val="2576"/>
              <a:buFont typeface="Noto Sans Symbols"/>
              <a:buChar char="◼"/>
            </a:pPr>
            <a:r>
              <a:rPr lang="es-MX" sz="2800" b="1">
                <a:solidFill>
                  <a:schemeClr val="accent1"/>
                </a:solidFill>
                <a:latin typeface="Gill Sans"/>
                <a:ea typeface="Gill Sans"/>
                <a:cs typeface="Gill Sans"/>
                <a:sym typeface="Gill Sans"/>
              </a:rPr>
              <a:t>Para quiénes?</a:t>
            </a:r>
            <a:endParaRPr/>
          </a:p>
          <a:p>
            <a:pPr marL="306000" marR="0" lvl="0" indent="-306000" algn="ctr" rtl="0">
              <a:spcBef>
                <a:spcPts val="1160"/>
              </a:spcBef>
              <a:spcAft>
                <a:spcPts val="0"/>
              </a:spcAft>
              <a:buClr>
                <a:schemeClr val="accent2"/>
              </a:buClr>
              <a:buSzPts val="2576"/>
              <a:buFont typeface="Noto Sans Symbols"/>
              <a:buChar char="◼"/>
            </a:pPr>
            <a:r>
              <a:rPr lang="es-MX" sz="2800">
                <a:solidFill>
                  <a:schemeClr val="accent1"/>
                </a:solidFill>
                <a:latin typeface="Gill Sans"/>
                <a:ea typeface="Gill Sans"/>
                <a:cs typeface="Gill Sans"/>
                <a:sym typeface="Gill Sans"/>
              </a:rPr>
              <a:t>Para el equipo de desarrollo de SW y para el usuario.</a:t>
            </a:r>
            <a:endParaRPr/>
          </a:p>
          <a:p>
            <a:pPr marL="306000" marR="0" lvl="0" indent="-306000" algn="ctr" rtl="0">
              <a:spcBef>
                <a:spcPts val="1160"/>
              </a:spcBef>
              <a:spcAft>
                <a:spcPts val="0"/>
              </a:spcAft>
              <a:buClr>
                <a:schemeClr val="accent2"/>
              </a:buClr>
              <a:buSzPts val="2576"/>
              <a:buFont typeface="Noto Sans Symbols"/>
              <a:buChar char="◼"/>
            </a:pPr>
            <a:r>
              <a:rPr lang="es-MX" sz="2800">
                <a:solidFill>
                  <a:schemeClr val="accent1"/>
                </a:solidFill>
                <a:latin typeface="Gill Sans"/>
                <a:ea typeface="Gill Sans"/>
                <a:cs typeface="Gill Sans"/>
                <a:sym typeface="Gill Sans"/>
              </a:rPr>
              <a:t>Para el producto del software de alta calidad que proporciona beneficios a la organización y a la comunidad de usuarios finales. </a:t>
            </a:r>
            <a:endParaRPr/>
          </a:p>
          <a:p>
            <a:pPr marL="306000" marR="0" lvl="0" indent="-306000" algn="ctr" rtl="0">
              <a:spcBef>
                <a:spcPts val="1160"/>
              </a:spcBef>
              <a:spcAft>
                <a:spcPts val="0"/>
              </a:spcAft>
              <a:buClr>
                <a:schemeClr val="accent2"/>
              </a:buClr>
              <a:buSzPts val="2576"/>
              <a:buFont typeface="Noto Sans Symbols"/>
              <a:buChar char="◼"/>
            </a:pPr>
            <a:r>
              <a:rPr lang="es-MX" sz="2800">
                <a:solidFill>
                  <a:schemeClr val="accent1"/>
                </a:solidFill>
                <a:latin typeface="Gill Sans"/>
                <a:ea typeface="Gill Sans"/>
                <a:cs typeface="Gill Sans"/>
                <a:sym typeface="Gill Sans"/>
              </a:rPr>
              <a:t>La organización que elabora el software obtiene valor agregado porque el software de alta calidad requiere un menor esfuerzo de mantenimiento, menos errores que corregir y poca asistencia al cliente.</a:t>
            </a:r>
            <a:endParaRPr/>
          </a:p>
          <a:p>
            <a:pPr marL="306000" marR="0" lvl="0" indent="-142424" algn="ctr" rtl="0">
              <a:spcBef>
                <a:spcPts val="1160"/>
              </a:spcBef>
              <a:spcAft>
                <a:spcPts val="0"/>
              </a:spcAft>
              <a:buClr>
                <a:schemeClr val="accent2"/>
              </a:buClr>
              <a:buSzPts val="2576"/>
              <a:buFont typeface="Noto Sans Symbols"/>
              <a:buNone/>
            </a:pPr>
            <a:endParaRPr sz="2800">
              <a:solidFill>
                <a:schemeClr val="accent1"/>
              </a:solidFill>
              <a:latin typeface="Gill Sans"/>
              <a:ea typeface="Gill Sans"/>
              <a:cs typeface="Gill Sans"/>
              <a:sym typeface="Gill Sans"/>
            </a:endParaRPr>
          </a:p>
        </p:txBody>
      </p:sp>
      <p:sp>
        <p:nvSpPr>
          <p:cNvPr id="14492" name="Google Shape;14492;p19"/>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96"/>
        <p:cNvGrpSpPr/>
        <p:nvPr/>
      </p:nvGrpSpPr>
      <p:grpSpPr>
        <a:xfrm>
          <a:off x="0" y="0"/>
          <a:ext cx="0" cy="0"/>
          <a:chOff x="0" y="0"/>
          <a:chExt cx="0" cy="0"/>
        </a:xfrm>
      </p:grpSpPr>
      <p:sp>
        <p:nvSpPr>
          <p:cNvPr id="14497" name="Google Shape;14497;p20"/>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Arial"/>
              <a:buNone/>
            </a:pPr>
            <a:r>
              <a:rPr lang="es-MX" sz="2800" b="1">
                <a:latin typeface="Arial"/>
                <a:ea typeface="Arial"/>
                <a:cs typeface="Arial"/>
                <a:sym typeface="Arial"/>
              </a:rPr>
              <a:t>CALIDAD</a:t>
            </a:r>
            <a:endParaRPr/>
          </a:p>
        </p:txBody>
      </p:sp>
      <p:sp>
        <p:nvSpPr>
          <p:cNvPr id="14498" name="Google Shape;14498;p20"/>
          <p:cNvSpPr txBox="1"/>
          <p:nvPr/>
        </p:nvSpPr>
        <p:spPr>
          <a:xfrm>
            <a:off x="497150" y="1918367"/>
            <a:ext cx="11108400" cy="2409900"/>
          </a:xfrm>
          <a:prstGeom prst="rect">
            <a:avLst/>
          </a:prstGeom>
          <a:noFill/>
          <a:ln>
            <a:noFill/>
          </a:ln>
        </p:spPr>
        <p:txBody>
          <a:bodyPr spcFirstLastPara="1" wrap="square" lIns="91425" tIns="45700" rIns="91425" bIns="45700" anchor="t" anchorCtr="0">
            <a:spAutoFit/>
          </a:bodyPr>
          <a:lstStyle/>
          <a:p>
            <a:pPr marL="305435" marR="0" lvl="0" indent="-305435" algn="ctr" rtl="0">
              <a:spcBef>
                <a:spcPts val="0"/>
              </a:spcBef>
              <a:spcAft>
                <a:spcPts val="0"/>
              </a:spcAft>
              <a:buClr>
                <a:schemeClr val="accent2"/>
              </a:buClr>
              <a:buSzPts val="2576"/>
              <a:buFont typeface="Noto Sans Symbols"/>
              <a:buChar char="◼"/>
            </a:pPr>
            <a:r>
              <a:rPr lang="es-MX" sz="2800">
                <a:solidFill>
                  <a:schemeClr val="accent1"/>
                </a:solidFill>
                <a:latin typeface="Gill Sans"/>
                <a:ea typeface="Gill Sans"/>
                <a:cs typeface="Gill Sans"/>
                <a:sym typeface="Gill Sans"/>
              </a:rPr>
              <a:t>Esto permite que los ingenieros de software dediquen más tiempo a crear nuevas aplicaciones y menos a repetir trabajos mal hechos. </a:t>
            </a:r>
            <a:endParaRPr sz="1800">
              <a:solidFill>
                <a:schemeClr val="accent1"/>
              </a:solidFill>
              <a:latin typeface="Gill Sans"/>
              <a:ea typeface="Gill Sans"/>
              <a:cs typeface="Gill Sans"/>
              <a:sym typeface="Gill Sans"/>
            </a:endParaRPr>
          </a:p>
          <a:p>
            <a:pPr marL="305435" marR="0" lvl="0" indent="-305435" algn="ctr" rtl="0">
              <a:spcBef>
                <a:spcPts val="1160"/>
              </a:spcBef>
              <a:spcAft>
                <a:spcPts val="0"/>
              </a:spcAft>
              <a:buClr>
                <a:schemeClr val="accent2"/>
              </a:buClr>
              <a:buSzPts val="2576"/>
              <a:buFont typeface="Noto Sans Symbols"/>
              <a:buChar char="◼"/>
            </a:pPr>
            <a:r>
              <a:rPr lang="es-MX" sz="2800">
                <a:solidFill>
                  <a:schemeClr val="accent1"/>
                </a:solidFill>
                <a:latin typeface="Gill Sans"/>
                <a:ea typeface="Gill Sans"/>
                <a:cs typeface="Gill Sans"/>
                <a:sym typeface="Gill Sans"/>
              </a:rPr>
              <a:t>La comunidad de usuarios obtiene valor agregado porque la aplicación provee una capacidad útil en forma tal que agiliza algún proceso de negocios. </a:t>
            </a:r>
            <a:endParaRPr/>
          </a:p>
        </p:txBody>
      </p:sp>
      <p:sp>
        <p:nvSpPr>
          <p:cNvPr id="14499" name="Google Shape;14499;p20"/>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03"/>
        <p:cNvGrpSpPr/>
        <p:nvPr/>
      </p:nvGrpSpPr>
      <p:grpSpPr>
        <a:xfrm>
          <a:off x="0" y="0"/>
          <a:ext cx="0" cy="0"/>
          <a:chOff x="0" y="0"/>
          <a:chExt cx="0" cy="0"/>
        </a:xfrm>
      </p:grpSpPr>
      <p:sp>
        <p:nvSpPr>
          <p:cNvPr id="14504" name="Google Shape;14504;p21"/>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Arial"/>
              <a:buNone/>
            </a:pPr>
            <a:r>
              <a:rPr lang="es-MX" sz="2800" b="1">
                <a:latin typeface="Arial"/>
                <a:ea typeface="Arial"/>
                <a:cs typeface="Arial"/>
                <a:sym typeface="Arial"/>
              </a:rPr>
              <a:t>CALIDAD</a:t>
            </a:r>
            <a:endParaRPr/>
          </a:p>
        </p:txBody>
      </p:sp>
      <p:sp>
        <p:nvSpPr>
          <p:cNvPr id="14505" name="Google Shape;14505;p21"/>
          <p:cNvSpPr txBox="1"/>
          <p:nvPr/>
        </p:nvSpPr>
        <p:spPr>
          <a:xfrm>
            <a:off x="575894" y="1962796"/>
            <a:ext cx="11302500" cy="4721400"/>
          </a:xfrm>
          <a:prstGeom prst="rect">
            <a:avLst/>
          </a:prstGeom>
          <a:noFill/>
          <a:ln>
            <a:noFill/>
          </a:ln>
        </p:spPr>
        <p:txBody>
          <a:bodyPr spcFirstLastPara="1" wrap="square" lIns="91425" tIns="45700" rIns="91425" bIns="45700" anchor="t" anchorCtr="0">
            <a:spAutoFit/>
          </a:bodyPr>
          <a:lstStyle/>
          <a:p>
            <a:pPr marL="306000" marR="0" lvl="0" indent="-306000" algn="l" rtl="0">
              <a:spcBef>
                <a:spcPts val="0"/>
              </a:spcBef>
              <a:spcAft>
                <a:spcPts val="0"/>
              </a:spcAft>
              <a:buClr>
                <a:schemeClr val="accent2"/>
              </a:buClr>
              <a:buSzPts val="3312"/>
              <a:buFont typeface="Noto Sans Symbols"/>
              <a:buChar char="◼"/>
            </a:pPr>
            <a:r>
              <a:rPr lang="es-MX" sz="3600" b="1">
                <a:solidFill>
                  <a:schemeClr val="accent1"/>
                </a:solidFill>
                <a:latin typeface="Gill Sans"/>
                <a:ea typeface="Gill Sans"/>
                <a:cs typeface="Gill Sans"/>
                <a:sym typeface="Gill Sans"/>
              </a:rPr>
              <a:t>El resultado final es:</a:t>
            </a:r>
            <a:endParaRPr/>
          </a:p>
          <a:p>
            <a:pPr marL="306000" marR="0" lvl="0" indent="-95688" algn="ctr" rtl="0">
              <a:spcBef>
                <a:spcPts val="1320"/>
              </a:spcBef>
              <a:spcAft>
                <a:spcPts val="0"/>
              </a:spcAft>
              <a:buClr>
                <a:schemeClr val="accent2"/>
              </a:buClr>
              <a:buSzPts val="3312"/>
              <a:buFont typeface="Noto Sans Symbols"/>
              <a:buNone/>
            </a:pPr>
            <a:endParaRPr sz="3600">
              <a:solidFill>
                <a:schemeClr val="accent1"/>
              </a:solidFill>
              <a:latin typeface="Gill Sans"/>
              <a:ea typeface="Gill Sans"/>
              <a:cs typeface="Gill Sans"/>
              <a:sym typeface="Gill Sans"/>
            </a:endParaRPr>
          </a:p>
          <a:p>
            <a:pPr marL="306000" marR="0" lvl="0" indent="-306000" algn="ctr" rtl="0">
              <a:spcBef>
                <a:spcPts val="1320"/>
              </a:spcBef>
              <a:spcAft>
                <a:spcPts val="0"/>
              </a:spcAft>
              <a:buClr>
                <a:schemeClr val="accent2"/>
              </a:buClr>
              <a:buSzPts val="3312"/>
              <a:buFont typeface="Noto Sans Symbols"/>
              <a:buChar char="◼"/>
            </a:pPr>
            <a:r>
              <a:rPr lang="es-MX" sz="3600">
                <a:solidFill>
                  <a:schemeClr val="accent1"/>
                </a:solidFill>
                <a:latin typeface="Gill Sans"/>
                <a:ea typeface="Gill Sans"/>
                <a:cs typeface="Gill Sans"/>
                <a:sym typeface="Gill Sans"/>
              </a:rPr>
              <a:t>1) Mayores utilidades por el producto de software.</a:t>
            </a:r>
            <a:endParaRPr/>
          </a:p>
          <a:p>
            <a:pPr marL="306000" marR="0" lvl="0" indent="-306000" algn="ctr" rtl="0">
              <a:spcBef>
                <a:spcPts val="1320"/>
              </a:spcBef>
              <a:spcAft>
                <a:spcPts val="0"/>
              </a:spcAft>
              <a:buClr>
                <a:schemeClr val="accent2"/>
              </a:buClr>
              <a:buSzPts val="3312"/>
              <a:buFont typeface="Noto Sans Symbols"/>
              <a:buChar char="◼"/>
            </a:pPr>
            <a:r>
              <a:rPr lang="es-MX" sz="3600">
                <a:solidFill>
                  <a:schemeClr val="accent1"/>
                </a:solidFill>
                <a:latin typeface="Gill Sans"/>
                <a:ea typeface="Gill Sans"/>
                <a:cs typeface="Gill Sans"/>
                <a:sym typeface="Gill Sans"/>
              </a:rPr>
              <a:t> 2) Más rentabilidad cuando una aplicación apoya un proceso de negocios.</a:t>
            </a:r>
            <a:endParaRPr/>
          </a:p>
          <a:p>
            <a:pPr marL="306000" marR="0" lvl="0" indent="-306000" algn="ctr" rtl="0">
              <a:spcBef>
                <a:spcPts val="1320"/>
              </a:spcBef>
              <a:spcAft>
                <a:spcPts val="0"/>
              </a:spcAft>
              <a:buClr>
                <a:schemeClr val="accent2"/>
              </a:buClr>
              <a:buSzPts val="3312"/>
              <a:buFont typeface="Noto Sans Symbols"/>
              <a:buChar char="◼"/>
            </a:pPr>
            <a:r>
              <a:rPr lang="es-MX" sz="3600">
                <a:solidFill>
                  <a:schemeClr val="accent1"/>
                </a:solidFill>
                <a:latin typeface="Gill Sans"/>
                <a:ea typeface="Gill Sans"/>
                <a:cs typeface="Gill Sans"/>
                <a:sym typeface="Gill Sans"/>
              </a:rPr>
              <a:t> 3) Mejor disponibilidad de información, que es crucial para el negocio.</a:t>
            </a:r>
            <a:endParaRPr sz="3600">
              <a:solidFill>
                <a:schemeClr val="accent1"/>
              </a:solidFill>
              <a:latin typeface="Gill Sans"/>
              <a:ea typeface="Gill Sans"/>
              <a:cs typeface="Gill Sans"/>
              <a:sym typeface="Gill Sans"/>
            </a:endParaRPr>
          </a:p>
        </p:txBody>
      </p:sp>
      <p:sp>
        <p:nvSpPr>
          <p:cNvPr id="14506" name="Google Shape;14506;p21"/>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10"/>
        <p:cNvGrpSpPr/>
        <p:nvPr/>
      </p:nvGrpSpPr>
      <p:grpSpPr>
        <a:xfrm>
          <a:off x="0" y="0"/>
          <a:ext cx="0" cy="0"/>
          <a:chOff x="0" y="0"/>
          <a:chExt cx="0" cy="0"/>
        </a:xfrm>
      </p:grpSpPr>
      <p:sp>
        <p:nvSpPr>
          <p:cNvPr id="14511" name="Google Shape;14511;p22"/>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CALIDAD ISO 9126</a:t>
            </a:r>
            <a:endParaRPr/>
          </a:p>
        </p:txBody>
      </p:sp>
      <p:pic>
        <p:nvPicPr>
          <p:cNvPr id="14512" name="Google Shape;14512;p22"/>
          <p:cNvPicPr preferRelativeResize="0"/>
          <p:nvPr/>
        </p:nvPicPr>
        <p:blipFill rotWithShape="1">
          <a:blip r:embed="rId3">
            <a:alphaModFix/>
          </a:blip>
          <a:srcRect/>
          <a:stretch/>
        </p:blipFill>
        <p:spPr>
          <a:xfrm>
            <a:off x="7814728" y="3187386"/>
            <a:ext cx="3086100" cy="1952625"/>
          </a:xfrm>
          <a:prstGeom prst="rect">
            <a:avLst/>
          </a:prstGeom>
          <a:noFill/>
          <a:ln>
            <a:noFill/>
          </a:ln>
        </p:spPr>
      </p:pic>
      <p:sp>
        <p:nvSpPr>
          <p:cNvPr id="14513" name="Google Shape;14513;p22"/>
          <p:cNvSpPr txBox="1"/>
          <p:nvPr/>
        </p:nvSpPr>
        <p:spPr>
          <a:xfrm>
            <a:off x="990226" y="1990448"/>
            <a:ext cx="6058726" cy="5755381"/>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s-MX" sz="2800">
                <a:solidFill>
                  <a:schemeClr val="accent1"/>
                </a:solidFill>
                <a:latin typeface="Gill Sans"/>
                <a:ea typeface="Gill Sans"/>
                <a:cs typeface="Gill Sans"/>
                <a:sym typeface="Gill Sans"/>
              </a:rPr>
              <a:t>Factores de la calidad ISO 9126 El estándar ISO 9126 se desarrolló con la intención de identificar los atributos clave del software de cómputo. Los atributos de la calidad del software son características o patrones consensuados que utilizamos para realizar una medición de los sistemas.</a:t>
            </a:r>
            <a:endParaRPr sz="2800">
              <a:solidFill>
                <a:schemeClr val="accent1"/>
              </a:solidFill>
              <a:latin typeface="Gill Sans"/>
              <a:ea typeface="Gill Sans"/>
              <a:cs typeface="Gill Sans"/>
              <a:sym typeface="Gill Sans"/>
            </a:endParaRPr>
          </a:p>
          <a:p>
            <a:pPr marL="0" marR="0" lvl="0" indent="0" algn="l" rtl="0">
              <a:lnSpc>
                <a:spcPct val="150000"/>
              </a:lnSpc>
              <a:spcBef>
                <a:spcPts val="600"/>
              </a:spcBef>
              <a:spcAft>
                <a:spcPts val="0"/>
              </a:spcAft>
              <a:buNone/>
            </a:pPr>
            <a:endParaRPr sz="1800">
              <a:solidFill>
                <a:schemeClr val="dk1"/>
              </a:solidFill>
              <a:latin typeface="Gill Sans"/>
              <a:ea typeface="Gill Sans"/>
              <a:cs typeface="Gill Sans"/>
              <a:sym typeface="Gill Sans"/>
            </a:endParaRPr>
          </a:p>
        </p:txBody>
      </p:sp>
      <p:sp>
        <p:nvSpPr>
          <p:cNvPr id="14514" name="Google Shape;14514;p22"/>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18"/>
        <p:cNvGrpSpPr/>
        <p:nvPr/>
      </p:nvGrpSpPr>
      <p:grpSpPr>
        <a:xfrm>
          <a:off x="0" y="0"/>
          <a:ext cx="0" cy="0"/>
          <a:chOff x="0" y="0"/>
          <a:chExt cx="0" cy="0"/>
        </a:xfrm>
      </p:grpSpPr>
      <p:sp>
        <p:nvSpPr>
          <p:cNvPr id="14519" name="Google Shape;14519;p23"/>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CALIDAD ISO 9126</a:t>
            </a:r>
            <a:endParaRPr/>
          </a:p>
        </p:txBody>
      </p:sp>
      <p:sp>
        <p:nvSpPr>
          <p:cNvPr id="14520" name="Google Shape;14520;p23"/>
          <p:cNvSpPr txBox="1"/>
          <p:nvPr/>
        </p:nvSpPr>
        <p:spPr>
          <a:xfrm>
            <a:off x="390617" y="1887409"/>
            <a:ext cx="11117100" cy="4339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3000">
                <a:solidFill>
                  <a:schemeClr val="accent1"/>
                </a:solidFill>
                <a:latin typeface="Gill Sans"/>
                <a:ea typeface="Gill Sans"/>
                <a:cs typeface="Gill Sans"/>
                <a:sym typeface="Gill Sans"/>
              </a:rPr>
              <a:t>Este sistema identifica seis atributos clave de la calidad: </a:t>
            </a:r>
            <a:endParaRPr/>
          </a:p>
          <a:p>
            <a:pPr marL="306000" marR="0" lvl="0" indent="-306000" algn="ctr" rtl="0">
              <a:spcBef>
                <a:spcPts val="1200"/>
              </a:spcBef>
              <a:spcAft>
                <a:spcPts val="0"/>
              </a:spcAft>
              <a:buClr>
                <a:schemeClr val="accent2"/>
              </a:buClr>
              <a:buSzPts val="2760"/>
              <a:buFont typeface="Noto Sans Symbols"/>
              <a:buChar char="◼"/>
            </a:pPr>
            <a:r>
              <a:rPr lang="es-MX" sz="3000">
                <a:solidFill>
                  <a:schemeClr val="accent1"/>
                </a:solidFill>
                <a:latin typeface="Gill Sans"/>
                <a:ea typeface="Gill Sans"/>
                <a:cs typeface="Gill Sans"/>
                <a:sym typeface="Gill Sans"/>
              </a:rPr>
              <a:t>Funcionalidad</a:t>
            </a:r>
            <a:endParaRPr/>
          </a:p>
          <a:p>
            <a:pPr marL="306000" marR="0" lvl="0" indent="-306000" algn="ctr" rtl="0">
              <a:spcBef>
                <a:spcPts val="1200"/>
              </a:spcBef>
              <a:spcAft>
                <a:spcPts val="0"/>
              </a:spcAft>
              <a:buClr>
                <a:schemeClr val="accent2"/>
              </a:buClr>
              <a:buSzPts val="2760"/>
              <a:buFont typeface="Noto Sans Symbols"/>
              <a:buChar char="◼"/>
            </a:pPr>
            <a:r>
              <a:rPr lang="es-MX" sz="3000">
                <a:solidFill>
                  <a:schemeClr val="accent1"/>
                </a:solidFill>
                <a:latin typeface="Gill Sans"/>
                <a:ea typeface="Gill Sans"/>
                <a:cs typeface="Gill Sans"/>
                <a:sym typeface="Gill Sans"/>
              </a:rPr>
              <a:t> Fiabilidad</a:t>
            </a:r>
            <a:endParaRPr/>
          </a:p>
          <a:p>
            <a:pPr marL="306000" marR="0" lvl="0" indent="-306000" algn="ctr" rtl="0">
              <a:spcBef>
                <a:spcPts val="1200"/>
              </a:spcBef>
              <a:spcAft>
                <a:spcPts val="0"/>
              </a:spcAft>
              <a:buClr>
                <a:schemeClr val="accent2"/>
              </a:buClr>
              <a:buSzPts val="2760"/>
              <a:buFont typeface="Noto Sans Symbols"/>
              <a:buChar char="◼"/>
            </a:pPr>
            <a:r>
              <a:rPr lang="es-MX" sz="3000">
                <a:solidFill>
                  <a:schemeClr val="accent1"/>
                </a:solidFill>
                <a:latin typeface="Gill Sans"/>
                <a:ea typeface="Gill Sans"/>
                <a:cs typeface="Gill Sans"/>
                <a:sym typeface="Gill Sans"/>
              </a:rPr>
              <a:t>Usabilidad </a:t>
            </a:r>
            <a:endParaRPr/>
          </a:p>
          <a:p>
            <a:pPr marL="306000" marR="0" lvl="0" indent="-306000" algn="ctr" rtl="0">
              <a:spcBef>
                <a:spcPts val="1200"/>
              </a:spcBef>
              <a:spcAft>
                <a:spcPts val="0"/>
              </a:spcAft>
              <a:buClr>
                <a:schemeClr val="accent2"/>
              </a:buClr>
              <a:buSzPts val="2760"/>
              <a:buFont typeface="Noto Sans Symbols"/>
              <a:buChar char="◼"/>
            </a:pPr>
            <a:r>
              <a:rPr lang="es-MX" sz="3000">
                <a:solidFill>
                  <a:schemeClr val="accent1"/>
                </a:solidFill>
                <a:latin typeface="Gill Sans"/>
                <a:ea typeface="Gill Sans"/>
                <a:cs typeface="Gill Sans"/>
                <a:sym typeface="Gill Sans"/>
              </a:rPr>
              <a:t>Eficiencia</a:t>
            </a:r>
            <a:endParaRPr/>
          </a:p>
          <a:p>
            <a:pPr marL="306000" marR="0" lvl="0" indent="-306000" algn="ctr" rtl="0">
              <a:spcBef>
                <a:spcPts val="1200"/>
              </a:spcBef>
              <a:spcAft>
                <a:spcPts val="0"/>
              </a:spcAft>
              <a:buClr>
                <a:schemeClr val="accent2"/>
              </a:buClr>
              <a:buSzPts val="2760"/>
              <a:buFont typeface="Noto Sans Symbols"/>
              <a:buChar char="◼"/>
            </a:pPr>
            <a:r>
              <a:rPr lang="es-MX" sz="3000">
                <a:solidFill>
                  <a:schemeClr val="accent1"/>
                </a:solidFill>
                <a:latin typeface="Gill Sans"/>
                <a:ea typeface="Gill Sans"/>
                <a:cs typeface="Gill Sans"/>
                <a:sym typeface="Gill Sans"/>
              </a:rPr>
              <a:t>Mantenibilidad</a:t>
            </a:r>
            <a:endParaRPr/>
          </a:p>
          <a:p>
            <a:pPr marL="305435" marR="0" lvl="0" indent="-305435" algn="ctr" rtl="0">
              <a:spcBef>
                <a:spcPts val="1200"/>
              </a:spcBef>
              <a:spcAft>
                <a:spcPts val="0"/>
              </a:spcAft>
              <a:buClr>
                <a:schemeClr val="accent2"/>
              </a:buClr>
              <a:buSzPts val="2760"/>
              <a:buFont typeface="Noto Sans Symbols"/>
              <a:buChar char="◼"/>
            </a:pPr>
            <a:r>
              <a:rPr lang="es-MX" sz="3000">
                <a:solidFill>
                  <a:schemeClr val="accent1"/>
                </a:solidFill>
                <a:latin typeface="Gill Sans"/>
                <a:ea typeface="Gill Sans"/>
                <a:cs typeface="Gill Sans"/>
                <a:sym typeface="Gill Sans"/>
              </a:rPr>
              <a:t>Portabilidad</a:t>
            </a:r>
            <a:endParaRPr/>
          </a:p>
        </p:txBody>
      </p:sp>
      <p:sp>
        <p:nvSpPr>
          <p:cNvPr id="14521" name="Google Shape;14521;p23"/>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25"/>
        <p:cNvGrpSpPr/>
        <p:nvPr/>
      </p:nvGrpSpPr>
      <p:grpSpPr>
        <a:xfrm>
          <a:off x="0" y="0"/>
          <a:ext cx="0" cy="0"/>
          <a:chOff x="0" y="0"/>
          <a:chExt cx="0" cy="0"/>
        </a:xfrm>
      </p:grpSpPr>
      <p:sp>
        <p:nvSpPr>
          <p:cNvPr id="14526" name="Google Shape;14526;p24"/>
          <p:cNvSpPr txBox="1">
            <a:spLocks noGrp="1"/>
          </p:cNvSpPr>
          <p:nvPr>
            <p:ph type="title"/>
          </p:nvPr>
        </p:nvSpPr>
        <p:spPr>
          <a:xfrm>
            <a:off x="576263" y="730250"/>
            <a:ext cx="11030100" cy="9873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CALIDAD ISO 9126 </a:t>
            </a:r>
            <a:endParaRPr/>
          </a:p>
        </p:txBody>
      </p:sp>
      <p:sp>
        <p:nvSpPr>
          <p:cNvPr id="14527" name="Google Shape;14527;p24"/>
          <p:cNvSpPr txBox="1"/>
          <p:nvPr/>
        </p:nvSpPr>
        <p:spPr>
          <a:xfrm>
            <a:off x="426129" y="2148396"/>
            <a:ext cx="11106000" cy="3724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000" b="1">
                <a:solidFill>
                  <a:schemeClr val="accent1"/>
                </a:solidFill>
                <a:latin typeface="Gill Sans"/>
                <a:ea typeface="Gill Sans"/>
                <a:cs typeface="Gill Sans"/>
                <a:sym typeface="Gill Sans"/>
              </a:rPr>
              <a:t>Funcionalidad:</a:t>
            </a:r>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r>
              <a:rPr lang="es-MX" sz="1600">
                <a:solidFill>
                  <a:schemeClr val="accent1"/>
                </a:solidFill>
                <a:latin typeface="Gill Sans"/>
                <a:ea typeface="Gill Sans"/>
                <a:cs typeface="Gill Sans"/>
                <a:sym typeface="Gill Sans"/>
              </a:rPr>
              <a:t>Un conjunto de atributos que se relacionan con la existencia de un conjunto de funciones y sus propiedades específicas. Las funciones son aquellas que satisfacen las necesidades implícitas o explícitas.</a:t>
            </a:r>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306000" marR="0" lvl="0" indent="-306000" algn="l" rtl="0">
              <a:spcBef>
                <a:spcPts val="3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Adecuación - Atributos del software relacionados con la presencia y aptitud de un conjunto de funciones para tareas especificadas.</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Exactitud - Atributos del software relacionados con la disposición de resultados o efectos correctos o acordados.</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Interoperabilidad - Atributos del software que se relacionan con su habilidad para la interacción con sistemas especificados.</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Seguridad - Atributos del software relacionados con su habilidad para prevenir acceso no autorizado ya sea accidental o deliberado, a programas y datos.</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Cumplimiento funcional.</a:t>
            </a:r>
            <a:endParaRPr sz="1600">
              <a:solidFill>
                <a:schemeClr val="accent1"/>
              </a:solidFill>
              <a:latin typeface="Gill Sans"/>
              <a:ea typeface="Gill Sans"/>
              <a:cs typeface="Gill Sans"/>
              <a:sym typeface="Gill Sans"/>
            </a:endParaRPr>
          </a:p>
        </p:txBody>
      </p:sp>
      <p:sp>
        <p:nvSpPr>
          <p:cNvPr id="14528" name="Google Shape;14528;p24"/>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32"/>
        <p:cNvGrpSpPr/>
        <p:nvPr/>
      </p:nvGrpSpPr>
      <p:grpSpPr>
        <a:xfrm>
          <a:off x="0" y="0"/>
          <a:ext cx="0" cy="0"/>
          <a:chOff x="0" y="0"/>
          <a:chExt cx="0" cy="0"/>
        </a:xfrm>
      </p:grpSpPr>
      <p:sp>
        <p:nvSpPr>
          <p:cNvPr id="14533" name="Google Shape;14533;p25"/>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CALIDAD ISO 9126 </a:t>
            </a:r>
            <a:endParaRPr/>
          </a:p>
        </p:txBody>
      </p:sp>
      <p:sp>
        <p:nvSpPr>
          <p:cNvPr id="14534" name="Google Shape;14534;p25"/>
          <p:cNvSpPr txBox="1"/>
          <p:nvPr/>
        </p:nvSpPr>
        <p:spPr>
          <a:xfrm>
            <a:off x="435049" y="1944209"/>
            <a:ext cx="11311200" cy="3567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chemeClr val="dk1"/>
                </a:solidFill>
                <a:latin typeface="Gill Sans"/>
                <a:ea typeface="Gill Sans"/>
                <a:cs typeface="Gill Sans"/>
                <a:sym typeface="Gill Sans"/>
              </a:rPr>
              <a:t> </a:t>
            </a:r>
            <a:r>
              <a:rPr lang="es-MX" sz="2000" b="1">
                <a:solidFill>
                  <a:schemeClr val="accent1"/>
                </a:solidFill>
                <a:latin typeface="Gill Sans"/>
                <a:ea typeface="Gill Sans"/>
                <a:cs typeface="Gill Sans"/>
                <a:sym typeface="Gill Sans"/>
              </a:rPr>
              <a:t>Fiabilidad/Confiabilidad:</a:t>
            </a:r>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r>
              <a:rPr lang="es-MX" sz="1600">
                <a:solidFill>
                  <a:schemeClr val="accent1"/>
                </a:solidFill>
                <a:latin typeface="Gill Sans"/>
                <a:ea typeface="Gill Sans"/>
                <a:cs typeface="Gill Sans"/>
                <a:sym typeface="Gill Sans"/>
              </a:rPr>
              <a:t>Un conjunto de atributos relacionados con la capacidad del software de mantener su nivel de prestación bajo condiciones establecidas durante un período establecido.</a:t>
            </a:r>
            <a:endParaRPr/>
          </a:p>
          <a:p>
            <a:pPr marL="0" marR="0" lvl="0" indent="0" algn="l" rtl="0">
              <a:spcBef>
                <a:spcPts val="0"/>
              </a:spcBef>
              <a:spcAft>
                <a:spcPts val="0"/>
              </a:spcAft>
              <a:buNone/>
            </a:pPr>
            <a:endParaRPr sz="1600">
              <a:solidFill>
                <a:schemeClr val="accent1"/>
              </a:solidFill>
              <a:latin typeface="Gill Sans"/>
              <a:ea typeface="Gill Sans"/>
              <a:cs typeface="Gill Sans"/>
              <a:sym typeface="Gill Sans"/>
            </a:endParaRPr>
          </a:p>
          <a:p>
            <a:pPr marL="306000" marR="0" lvl="0" indent="-306000" algn="l" rtl="0">
              <a:spcBef>
                <a:spcPts val="3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Madurez - Atributos del software que se relacionan con la frecuencia de falla por fallas en el software.</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Recuperabilidad - Atributos del software que se relacionan con la capacidad para restablecer su nivel de desempeño y recuperar los datos directamente afectos en caso de falla y en el tiempo y esfuerzo relacionado para ello.</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Tolerancia a fallos - Atributos del software que se relacionan con su habilidad para mantener un nivel especificado de desempeño en casos de fallas de software o de una infracción a su interfaz especificada.</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Cumplimiento de Fiabilidad - La capacidad del producto software para adherirse a normas, convenciones o legislación relacionadas con la fiabilidad.</a:t>
            </a:r>
            <a:endParaRPr sz="1600">
              <a:solidFill>
                <a:schemeClr val="accent1"/>
              </a:solidFill>
              <a:latin typeface="Gill Sans"/>
              <a:ea typeface="Gill Sans"/>
              <a:cs typeface="Gill Sans"/>
              <a:sym typeface="Gill Sans"/>
            </a:endParaRPr>
          </a:p>
        </p:txBody>
      </p:sp>
      <p:sp>
        <p:nvSpPr>
          <p:cNvPr id="14535" name="Google Shape;14535;p25"/>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39"/>
        <p:cNvGrpSpPr/>
        <p:nvPr/>
      </p:nvGrpSpPr>
      <p:grpSpPr>
        <a:xfrm>
          <a:off x="0" y="0"/>
          <a:ext cx="0" cy="0"/>
          <a:chOff x="0" y="0"/>
          <a:chExt cx="0" cy="0"/>
        </a:xfrm>
      </p:grpSpPr>
      <p:sp>
        <p:nvSpPr>
          <p:cNvPr id="14540" name="Google Shape;14540;p26"/>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CALIDAD ISO 9126 </a:t>
            </a:r>
            <a:endParaRPr/>
          </a:p>
        </p:txBody>
      </p:sp>
      <p:sp>
        <p:nvSpPr>
          <p:cNvPr id="14541" name="Google Shape;14541;p26"/>
          <p:cNvSpPr txBox="1"/>
          <p:nvPr/>
        </p:nvSpPr>
        <p:spPr>
          <a:xfrm>
            <a:off x="384136" y="1906093"/>
            <a:ext cx="11221500" cy="3357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000" b="1">
                <a:solidFill>
                  <a:schemeClr val="accent1"/>
                </a:solidFill>
                <a:latin typeface="Gill Sans"/>
                <a:ea typeface="Gill Sans"/>
                <a:cs typeface="Gill Sans"/>
                <a:sym typeface="Gill Sans"/>
              </a:rPr>
              <a:t>Usabilidad: </a:t>
            </a:r>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r>
              <a:rPr lang="es-MX" sz="1600">
                <a:solidFill>
                  <a:schemeClr val="accent1"/>
                </a:solidFill>
                <a:latin typeface="Gill Sans"/>
                <a:ea typeface="Gill Sans"/>
                <a:cs typeface="Gill Sans"/>
                <a:sym typeface="Gill Sans"/>
              </a:rPr>
              <a:t>Un conjunto de atributos relacionados con el esfuerzo necesario para su uso, y en la valoración individual de tal uso, por un establecido o implicado conjunto de usuarios.</a:t>
            </a:r>
            <a:endParaRPr/>
          </a:p>
          <a:p>
            <a:pPr marL="0" marR="0" lvl="0" indent="0" algn="l" rtl="0">
              <a:spcBef>
                <a:spcPts val="0"/>
              </a:spcBef>
              <a:spcAft>
                <a:spcPts val="0"/>
              </a:spcAft>
              <a:buNone/>
            </a:pPr>
            <a:endParaRPr sz="1600">
              <a:solidFill>
                <a:schemeClr val="accent1"/>
              </a:solidFill>
              <a:latin typeface="Gill Sans"/>
              <a:ea typeface="Gill Sans"/>
              <a:cs typeface="Gill Sans"/>
              <a:sym typeface="Gill Sans"/>
            </a:endParaRPr>
          </a:p>
          <a:p>
            <a:pPr marL="306000" marR="0" lvl="0" indent="-306000" algn="l" rtl="0">
              <a:spcBef>
                <a:spcPts val="3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Aprendizaje- Atributos del software que se relacionan al esfuerzo de los usuarios para reconocer el concepto lógico y sus aplicaciones.</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Comprensión - Atributos del software que se relacionan al esfuerzo de los usuarios para reconocer el concepto lógico y sus aplicaciones.</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Operatividad - Atributos del software que se relacionan con el esfuerzo de los usuarios para la operación y control del software.</a:t>
            </a:r>
            <a:endParaRPr/>
          </a:p>
          <a:p>
            <a:pPr marL="0" marR="0" lvl="0" indent="0" algn="l" rtl="0">
              <a:spcBef>
                <a:spcPts val="920"/>
              </a:spcBef>
              <a:spcAft>
                <a:spcPts val="0"/>
              </a:spcAft>
              <a:buNone/>
            </a:pPr>
            <a:endParaRPr sz="1600">
              <a:solidFill>
                <a:schemeClr val="accent1"/>
              </a:solidFill>
              <a:latin typeface="Gill Sans"/>
              <a:ea typeface="Gill Sans"/>
              <a:cs typeface="Gill Sans"/>
              <a:sym typeface="Gill Sans"/>
            </a:endParaRPr>
          </a:p>
        </p:txBody>
      </p:sp>
      <p:sp>
        <p:nvSpPr>
          <p:cNvPr id="14542" name="Google Shape;14542;p26"/>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46"/>
        <p:cNvGrpSpPr/>
        <p:nvPr/>
      </p:nvGrpSpPr>
      <p:grpSpPr>
        <a:xfrm>
          <a:off x="0" y="0"/>
          <a:ext cx="0" cy="0"/>
          <a:chOff x="0" y="0"/>
          <a:chExt cx="0" cy="0"/>
        </a:xfrm>
      </p:grpSpPr>
      <p:sp>
        <p:nvSpPr>
          <p:cNvPr id="14547" name="Google Shape;14547;p27"/>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CALIDAD ISO 9126 </a:t>
            </a:r>
            <a:endParaRPr/>
          </a:p>
        </p:txBody>
      </p:sp>
      <p:sp>
        <p:nvSpPr>
          <p:cNvPr id="14548" name="Google Shape;14548;p27"/>
          <p:cNvSpPr txBox="1"/>
          <p:nvPr/>
        </p:nvSpPr>
        <p:spPr>
          <a:xfrm>
            <a:off x="575893" y="2138558"/>
            <a:ext cx="11133900" cy="2945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chemeClr val="dk1"/>
                </a:solidFill>
                <a:latin typeface="Gill Sans"/>
                <a:ea typeface="Gill Sans"/>
                <a:cs typeface="Gill Sans"/>
                <a:sym typeface="Gill Sans"/>
              </a:rPr>
              <a:t> </a:t>
            </a:r>
            <a:r>
              <a:rPr lang="es-MX" sz="2000" b="1">
                <a:solidFill>
                  <a:schemeClr val="accent1"/>
                </a:solidFill>
                <a:latin typeface="Gill Sans"/>
                <a:ea typeface="Gill Sans"/>
                <a:cs typeface="Gill Sans"/>
                <a:sym typeface="Gill Sans"/>
              </a:rPr>
              <a:t>Eficiencia:</a:t>
            </a:r>
            <a:r>
              <a:rPr lang="es-MX" sz="1800">
                <a:solidFill>
                  <a:schemeClr val="dk1"/>
                </a:solidFill>
                <a:latin typeface="Gill Sans"/>
                <a:ea typeface="Gill Sans"/>
                <a:cs typeface="Gill Sans"/>
                <a:sym typeface="Gill Sans"/>
              </a:rPr>
              <a:t> </a:t>
            </a:r>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r>
              <a:rPr lang="es-MX" sz="1600">
                <a:solidFill>
                  <a:schemeClr val="accent1"/>
                </a:solidFill>
                <a:latin typeface="Gill Sans"/>
                <a:ea typeface="Gill Sans"/>
                <a:cs typeface="Gill Sans"/>
                <a:sym typeface="Gill Sans"/>
              </a:rPr>
              <a:t>Conjunto de atributos relacionados con la relación entre el nivel de desempeño del software y la cantidad de recursos necesitados bajo condiciones establecidas.</a:t>
            </a:r>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306000" marR="0" lvl="0" indent="-306000" algn="l" rtl="0">
              <a:spcBef>
                <a:spcPts val="3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Comportamiento en el tiempo - Atributos del software que se relacionan con los tiempos de respuesta y procesamiento y en las tasas de rendimientos en desempeñar su función.</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Comportamiento de recursos - Usar las cantidades y tipos de recursos adecuados cuando el software lleva a cabo su función bajo condiciones determinadas.</a:t>
            </a:r>
            <a:endParaRPr sz="1600">
              <a:solidFill>
                <a:schemeClr val="accent1"/>
              </a:solidFill>
              <a:latin typeface="Gill Sans"/>
              <a:ea typeface="Gill Sans"/>
              <a:cs typeface="Gill Sans"/>
              <a:sym typeface="Gill Sans"/>
            </a:endParaRPr>
          </a:p>
        </p:txBody>
      </p:sp>
      <p:sp>
        <p:nvSpPr>
          <p:cNvPr id="14549" name="Google Shape;14549;p27"/>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553"/>
        <p:cNvGrpSpPr/>
        <p:nvPr/>
      </p:nvGrpSpPr>
      <p:grpSpPr>
        <a:xfrm>
          <a:off x="0" y="0"/>
          <a:ext cx="0" cy="0"/>
          <a:chOff x="0" y="0"/>
          <a:chExt cx="0" cy="0"/>
        </a:xfrm>
      </p:grpSpPr>
      <p:sp>
        <p:nvSpPr>
          <p:cNvPr id="14554" name="Google Shape;14554;p28"/>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CALIDAD ISO 9126 </a:t>
            </a:r>
            <a:endParaRPr/>
          </a:p>
        </p:txBody>
      </p:sp>
      <p:sp>
        <p:nvSpPr>
          <p:cNvPr id="14555" name="Google Shape;14555;p28"/>
          <p:cNvSpPr txBox="1"/>
          <p:nvPr/>
        </p:nvSpPr>
        <p:spPr>
          <a:xfrm>
            <a:off x="575893" y="2138558"/>
            <a:ext cx="11133900" cy="3179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chemeClr val="dk1"/>
                </a:solidFill>
                <a:latin typeface="Gill Sans"/>
                <a:ea typeface="Gill Sans"/>
                <a:cs typeface="Gill Sans"/>
                <a:sym typeface="Gill Sans"/>
              </a:rPr>
              <a:t> </a:t>
            </a:r>
            <a:r>
              <a:rPr lang="es-MX" sz="2000" b="1">
                <a:solidFill>
                  <a:schemeClr val="accent1"/>
                </a:solidFill>
                <a:latin typeface="Gill Sans"/>
                <a:ea typeface="Gill Sans"/>
                <a:cs typeface="Gill Sans"/>
                <a:sym typeface="Gill Sans"/>
              </a:rPr>
              <a:t>Mantenibilidad:</a:t>
            </a:r>
            <a:endParaRPr/>
          </a:p>
          <a:p>
            <a:pPr marL="0" marR="0" lvl="0" indent="0" algn="l" rtl="0">
              <a:spcBef>
                <a:spcPts val="0"/>
              </a:spcBef>
              <a:spcAft>
                <a:spcPts val="0"/>
              </a:spcAft>
              <a:buNone/>
            </a:pPr>
            <a:endParaRPr sz="2000" b="1">
              <a:solidFill>
                <a:schemeClr val="accent1"/>
              </a:solidFill>
              <a:latin typeface="Gill Sans"/>
              <a:ea typeface="Gill Sans"/>
              <a:cs typeface="Gill Sans"/>
              <a:sym typeface="Gill Sans"/>
            </a:endParaRPr>
          </a:p>
          <a:p>
            <a:pPr marL="0" marR="0" lvl="0" indent="0" algn="l" rtl="0">
              <a:spcBef>
                <a:spcPts val="0"/>
              </a:spcBef>
              <a:spcAft>
                <a:spcPts val="0"/>
              </a:spcAft>
              <a:buNone/>
            </a:pPr>
            <a:r>
              <a:rPr lang="es-MX" sz="1600">
                <a:solidFill>
                  <a:schemeClr val="accent1"/>
                </a:solidFill>
                <a:latin typeface="Gill Sans"/>
                <a:ea typeface="Gill Sans"/>
                <a:cs typeface="Gill Sans"/>
                <a:sym typeface="Gill Sans"/>
              </a:rPr>
              <a:t>Conjunto de atributos relacionados con la facilidad de extender, modificar o corregir errores en un sistema software.</a:t>
            </a:r>
            <a:endParaRPr/>
          </a:p>
          <a:p>
            <a:pPr marL="0" marR="0" lvl="0" indent="0" algn="l" rtl="0">
              <a:spcBef>
                <a:spcPts val="0"/>
              </a:spcBef>
              <a:spcAft>
                <a:spcPts val="0"/>
              </a:spcAft>
              <a:buNone/>
            </a:pPr>
            <a:endParaRPr sz="1600">
              <a:solidFill>
                <a:schemeClr val="accent1"/>
              </a:solidFill>
              <a:latin typeface="Gill Sans"/>
              <a:ea typeface="Gill Sans"/>
              <a:cs typeface="Gill Sans"/>
              <a:sym typeface="Gill Sans"/>
            </a:endParaRPr>
          </a:p>
          <a:p>
            <a:pPr marL="306000" marR="0" lvl="0" indent="-306000" algn="l" rtl="0">
              <a:spcBef>
                <a:spcPts val="3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Estabilidad - Atributos del software relacionados con el riesgo de efectos inesperados por modificaciones.</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Facilidad de análisis - Atributos del software relacionados con el esfuerzo necesario para el diagnóstico de deficiencias o causas de fallos, o identificaciones de partes a modificar.</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Facilidad de cambio - Atributos del software relacionados con el esfuerzo necesario para la modificación, corrección de falla, o cambio de ambiente.</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Facilidad de pruebas - Atributos del software relacionados con el esfuerzo necesario para validar el software modificado.</a:t>
            </a:r>
            <a:endParaRPr sz="1600">
              <a:solidFill>
                <a:schemeClr val="accent1"/>
              </a:solidFill>
              <a:latin typeface="Gill Sans"/>
              <a:ea typeface="Gill Sans"/>
              <a:cs typeface="Gill Sans"/>
              <a:sym typeface="Gill Sans"/>
            </a:endParaRPr>
          </a:p>
        </p:txBody>
      </p:sp>
      <p:sp>
        <p:nvSpPr>
          <p:cNvPr id="14556" name="Google Shape;14556;p28"/>
          <p:cNvSpPr/>
          <p:nvPr/>
        </p:nvSpPr>
        <p:spPr>
          <a:xfrm>
            <a:off x="6662982" y="3455943"/>
            <a:ext cx="0" cy="310800"/>
          </a:xfrm>
          <a:prstGeom prst="rect">
            <a:avLst/>
          </a:prstGeom>
          <a:solidFill>
            <a:srgbClr val="FFFFFF"/>
          </a:solidFill>
          <a:ln>
            <a:noFill/>
          </a:ln>
        </p:spPr>
        <p:txBody>
          <a:bodyPr spcFirstLastPara="1" wrap="square" lIns="0" tIns="0" rIns="0" bIns="33325" anchor="ctr" anchorCtr="0">
            <a:noAutofit/>
          </a:bodyPr>
          <a:lstStyle/>
          <a:p>
            <a:pPr marL="0" marR="0" lvl="0" indent="0" algn="just"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557" name="Google Shape;14557;p28"/>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561"/>
        <p:cNvGrpSpPr/>
        <p:nvPr/>
      </p:nvGrpSpPr>
      <p:grpSpPr>
        <a:xfrm>
          <a:off x="0" y="0"/>
          <a:ext cx="0" cy="0"/>
          <a:chOff x="0" y="0"/>
          <a:chExt cx="0" cy="0"/>
        </a:xfrm>
      </p:grpSpPr>
      <p:sp>
        <p:nvSpPr>
          <p:cNvPr id="14562" name="Google Shape;14562;p29"/>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CALIDAD ISO 9126 </a:t>
            </a:r>
            <a:endParaRPr/>
          </a:p>
        </p:txBody>
      </p:sp>
      <p:sp>
        <p:nvSpPr>
          <p:cNvPr id="14563" name="Google Shape;14563;p29"/>
          <p:cNvSpPr txBox="1"/>
          <p:nvPr/>
        </p:nvSpPr>
        <p:spPr>
          <a:xfrm>
            <a:off x="336196" y="2180107"/>
            <a:ext cx="11133900" cy="26070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800"/>
              <a:buFont typeface="Gill Sans"/>
              <a:buNone/>
            </a:pPr>
            <a:r>
              <a:rPr lang="es-MX" sz="1800">
                <a:solidFill>
                  <a:schemeClr val="dk1"/>
                </a:solidFill>
                <a:latin typeface="Gill Sans"/>
                <a:ea typeface="Gill Sans"/>
                <a:cs typeface="Gill Sans"/>
                <a:sym typeface="Gill Sans"/>
              </a:rPr>
              <a:t> </a:t>
            </a:r>
            <a:r>
              <a:rPr lang="es-MX" sz="2000" b="1">
                <a:solidFill>
                  <a:schemeClr val="accent1"/>
                </a:solidFill>
                <a:latin typeface="Gill Sans"/>
                <a:ea typeface="Gill Sans"/>
                <a:cs typeface="Gill Sans"/>
                <a:sym typeface="Gill Sans"/>
              </a:rPr>
              <a:t>Portabilidad:</a:t>
            </a:r>
            <a:endParaRPr/>
          </a:p>
          <a:p>
            <a:pPr marL="0" marR="0" lvl="0" indent="0" algn="just" rtl="0">
              <a:lnSpc>
                <a:spcPct val="100000"/>
              </a:lnSpc>
              <a:spcBef>
                <a:spcPts val="0"/>
              </a:spcBef>
              <a:spcAft>
                <a:spcPts val="0"/>
              </a:spcAft>
              <a:buClr>
                <a:schemeClr val="dk1"/>
              </a:buClr>
              <a:buSzPts val="2000"/>
              <a:buFont typeface="Gill Sans"/>
              <a:buNone/>
            </a:pPr>
            <a:endParaRPr sz="2000">
              <a:solidFill>
                <a:srgbClr val="333333"/>
              </a:solidFill>
              <a:latin typeface="Arial"/>
              <a:ea typeface="Arial"/>
              <a:cs typeface="Arial"/>
              <a:sym typeface="Arial"/>
            </a:endParaRPr>
          </a:p>
          <a:p>
            <a:pPr marL="0" marR="0" lvl="0" indent="0" algn="l" rtl="0">
              <a:lnSpc>
                <a:spcPct val="100000"/>
              </a:lnSpc>
              <a:spcBef>
                <a:spcPts val="0"/>
              </a:spcBef>
              <a:spcAft>
                <a:spcPts val="0"/>
              </a:spcAft>
              <a:buClr>
                <a:schemeClr val="accent1"/>
              </a:buClr>
              <a:buSzPts val="1600"/>
              <a:buFont typeface="Gill Sans"/>
              <a:buNone/>
            </a:pPr>
            <a:r>
              <a:rPr lang="es-MX" sz="1600">
                <a:solidFill>
                  <a:schemeClr val="accent1"/>
                </a:solidFill>
                <a:latin typeface="Gill Sans"/>
                <a:ea typeface="Gill Sans"/>
                <a:cs typeface="Gill Sans"/>
                <a:sym typeface="Gill Sans"/>
              </a:rPr>
              <a:t>Conjunto de atributos relacionados con la capacidad de un sistema de software para ser transferido y adaptado desde una plataforma a otra.</a:t>
            </a:r>
            <a:endParaRPr/>
          </a:p>
          <a:p>
            <a:pPr marL="0" marR="0" lvl="0" indent="0" algn="l" rtl="0">
              <a:lnSpc>
                <a:spcPct val="100000"/>
              </a:lnSpc>
              <a:spcBef>
                <a:spcPts val="0"/>
              </a:spcBef>
              <a:spcAft>
                <a:spcPts val="0"/>
              </a:spcAft>
              <a:buClr>
                <a:schemeClr val="dk1"/>
              </a:buClr>
              <a:buSzPts val="1600"/>
              <a:buFont typeface="Gill Sans"/>
              <a:buNone/>
            </a:pPr>
            <a:endParaRPr sz="1600">
              <a:solidFill>
                <a:schemeClr val="accent1"/>
              </a:solidFill>
              <a:latin typeface="Gill Sans"/>
              <a:ea typeface="Gill Sans"/>
              <a:cs typeface="Gill Sans"/>
              <a:sym typeface="Gill Sans"/>
            </a:endParaRPr>
          </a:p>
          <a:p>
            <a:pPr marL="306000" marR="0" lvl="0" indent="-306000" algn="l" rtl="0">
              <a:lnSpc>
                <a:spcPct val="100000"/>
              </a:lnSpc>
              <a:spcBef>
                <a:spcPts val="3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Capacidad de instalación - Atributos del software relacionados con el esfuerzo necesario para instalar el software en un ambiente especificado.</a:t>
            </a:r>
            <a:endParaRPr/>
          </a:p>
          <a:p>
            <a:pPr marL="306000" marR="0" lvl="0" indent="-306000" algn="l" rtl="0">
              <a:lnSpc>
                <a:spcPct val="100000"/>
              </a:lnSpc>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Capacidad de reemplazamiento - Atributos del software relacionados con la oportunidad y esfuerzo de usar el software en lugar de otro software especificado en el ambiente de dicho software especificado.</a:t>
            </a:r>
            <a:endParaRPr/>
          </a:p>
        </p:txBody>
      </p:sp>
      <p:sp>
        <p:nvSpPr>
          <p:cNvPr id="14564" name="Google Shape;14564;p29"/>
          <p:cNvSpPr/>
          <p:nvPr/>
        </p:nvSpPr>
        <p:spPr>
          <a:xfrm>
            <a:off x="6662982" y="3455943"/>
            <a:ext cx="0" cy="310800"/>
          </a:xfrm>
          <a:prstGeom prst="rect">
            <a:avLst/>
          </a:prstGeom>
          <a:solidFill>
            <a:srgbClr val="FFFFFF"/>
          </a:solidFill>
          <a:ln>
            <a:noFill/>
          </a:ln>
        </p:spPr>
        <p:txBody>
          <a:bodyPr spcFirstLastPara="1" wrap="square" lIns="0" tIns="0" rIns="0" bIns="33325" anchor="ctr" anchorCtr="0">
            <a:noAutofit/>
          </a:bodyPr>
          <a:lstStyle/>
          <a:p>
            <a:pPr marL="0" marR="0" lvl="0" indent="0" algn="just"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565" name="Google Shape;14565;p29"/>
          <p:cNvSpPr/>
          <p:nvPr/>
        </p:nvSpPr>
        <p:spPr>
          <a:xfrm>
            <a:off x="6095967" y="73274"/>
            <a:ext cx="0" cy="310800"/>
          </a:xfrm>
          <a:prstGeom prst="rect">
            <a:avLst/>
          </a:prstGeom>
          <a:solidFill>
            <a:srgbClr val="FFFFFF"/>
          </a:solidFill>
          <a:ln>
            <a:noFill/>
          </a:ln>
        </p:spPr>
        <p:txBody>
          <a:bodyPr spcFirstLastPara="1" wrap="square" lIns="0" tIns="0" rIns="0" bIns="33325" anchor="ctr" anchorCtr="0">
            <a:noAutofit/>
          </a:bodyPr>
          <a:lstStyle/>
          <a:p>
            <a:pPr marL="0" marR="0" lvl="0" indent="0" algn="just"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566" name="Google Shape;14566;p29"/>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570"/>
        <p:cNvGrpSpPr/>
        <p:nvPr/>
      </p:nvGrpSpPr>
      <p:grpSpPr>
        <a:xfrm>
          <a:off x="0" y="0"/>
          <a:ext cx="0" cy="0"/>
          <a:chOff x="0" y="0"/>
          <a:chExt cx="0" cy="0"/>
        </a:xfrm>
      </p:grpSpPr>
      <p:sp>
        <p:nvSpPr>
          <p:cNvPr id="14571" name="Google Shape;14571;p30"/>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CALIDAD ISO 9126 </a:t>
            </a:r>
            <a:endParaRPr/>
          </a:p>
        </p:txBody>
      </p:sp>
      <p:sp>
        <p:nvSpPr>
          <p:cNvPr id="14572" name="Google Shape;14572;p30"/>
          <p:cNvSpPr txBox="1"/>
          <p:nvPr/>
        </p:nvSpPr>
        <p:spPr>
          <a:xfrm>
            <a:off x="575894" y="1985093"/>
            <a:ext cx="11029500" cy="1884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000" b="1">
                <a:solidFill>
                  <a:schemeClr val="accent1"/>
                </a:solidFill>
                <a:latin typeface="Gill Sans"/>
                <a:ea typeface="Gill Sans"/>
                <a:cs typeface="Gill Sans"/>
                <a:sym typeface="Gill Sans"/>
              </a:rPr>
              <a:t>Facilidad de recibir mantenimiento:</a:t>
            </a:r>
            <a:endParaRPr/>
          </a:p>
          <a:p>
            <a:pPr marL="0" marR="0" lvl="0" indent="0" algn="l" rtl="0">
              <a:spcBef>
                <a:spcPts val="0"/>
              </a:spcBef>
              <a:spcAft>
                <a:spcPts val="0"/>
              </a:spcAft>
              <a:buNone/>
            </a:pPr>
            <a:endParaRPr sz="2000" b="1">
              <a:solidFill>
                <a:schemeClr val="accent1"/>
              </a:solidFill>
              <a:latin typeface="Gill Sans"/>
              <a:ea typeface="Gill Sans"/>
              <a:cs typeface="Gill Sans"/>
              <a:sym typeface="Gill Sans"/>
            </a:endParaRPr>
          </a:p>
          <a:p>
            <a:pPr marL="0" marR="0" lvl="0" indent="0" algn="l" rtl="0">
              <a:spcBef>
                <a:spcPts val="0"/>
              </a:spcBef>
              <a:spcAft>
                <a:spcPts val="0"/>
              </a:spcAft>
              <a:buNone/>
            </a:pPr>
            <a:endParaRPr sz="2000" b="1">
              <a:solidFill>
                <a:schemeClr val="accent1"/>
              </a:solidFill>
              <a:latin typeface="Gill Sans"/>
              <a:ea typeface="Gill Sans"/>
              <a:cs typeface="Gill Sans"/>
              <a:sym typeface="Gill Sans"/>
            </a:endParaRPr>
          </a:p>
          <a:p>
            <a:pPr marL="0" marR="0" lvl="0" indent="0" algn="l" rtl="0">
              <a:lnSpc>
                <a:spcPct val="150000"/>
              </a:lnSpc>
              <a:spcBef>
                <a:spcPts val="0"/>
              </a:spcBef>
              <a:spcAft>
                <a:spcPts val="0"/>
              </a:spcAft>
              <a:buNone/>
            </a:pPr>
            <a:r>
              <a:rPr lang="es-MX" sz="2000">
                <a:solidFill>
                  <a:schemeClr val="accent1"/>
                </a:solidFill>
                <a:latin typeface="Gill Sans"/>
                <a:ea typeface="Gill Sans"/>
                <a:cs typeface="Gill Sans"/>
                <a:sym typeface="Gill Sans"/>
              </a:rPr>
              <a:t>Facilidad con la que pueden efectuarse reparaciones al software, según lo indican los atributos que siguen: analizable, cambiable, estable, susceptible de someterse a pruebas.</a:t>
            </a:r>
            <a:endParaRPr sz="2000">
              <a:solidFill>
                <a:schemeClr val="accent1"/>
              </a:solidFill>
              <a:latin typeface="Gill Sans"/>
              <a:ea typeface="Gill Sans"/>
              <a:cs typeface="Gill Sans"/>
              <a:sym typeface="Gill Sans"/>
            </a:endParaRPr>
          </a:p>
        </p:txBody>
      </p:sp>
      <p:sp>
        <p:nvSpPr>
          <p:cNvPr id="14573" name="Google Shape;14573;p30"/>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577"/>
        <p:cNvGrpSpPr/>
        <p:nvPr/>
      </p:nvGrpSpPr>
      <p:grpSpPr>
        <a:xfrm>
          <a:off x="0" y="0"/>
          <a:ext cx="0" cy="0"/>
          <a:chOff x="0" y="0"/>
          <a:chExt cx="0" cy="0"/>
        </a:xfrm>
      </p:grpSpPr>
      <p:sp>
        <p:nvSpPr>
          <p:cNvPr id="14578" name="Google Shape;14578;p31"/>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VENTAJAS Y DESVENTAJAS DE LA 9126</a:t>
            </a:r>
            <a:endParaRPr/>
          </a:p>
        </p:txBody>
      </p:sp>
      <p:sp>
        <p:nvSpPr>
          <p:cNvPr id="14579" name="Google Shape;14579;p31"/>
          <p:cNvSpPr txBox="1"/>
          <p:nvPr/>
        </p:nvSpPr>
        <p:spPr>
          <a:xfrm>
            <a:off x="1204687" y="2755900"/>
            <a:ext cx="9824700" cy="2808000"/>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accent1"/>
              </a:buClr>
              <a:buSzPts val="2000"/>
              <a:buFont typeface="Arial"/>
              <a:buChar char="•"/>
            </a:pPr>
            <a:r>
              <a:rPr lang="es-MX" sz="2000">
                <a:solidFill>
                  <a:schemeClr val="accent1"/>
                </a:solidFill>
                <a:latin typeface="Gill Sans"/>
                <a:ea typeface="Gill Sans"/>
                <a:cs typeface="Gill Sans"/>
                <a:sym typeface="Gill Sans"/>
              </a:rPr>
              <a:t>La norma ISO 9126 ofrece un marco estructurado para evaluar la calidad del software mediante características principales (funcionalidad, fiabilidad, seisusabilidad, eficiencia, mantenibilidad y portabilidad) y un modelo para métricas internas, externas y de uso, lo que proporciona una evaluación detallada. </a:t>
            </a:r>
            <a:endParaRPr/>
          </a:p>
          <a:p>
            <a:pPr marL="342900" marR="0" lvl="0" indent="-342900" algn="just" rtl="0">
              <a:lnSpc>
                <a:spcPct val="150000"/>
              </a:lnSpc>
              <a:spcBef>
                <a:spcPts val="0"/>
              </a:spcBef>
              <a:spcAft>
                <a:spcPts val="0"/>
              </a:spcAft>
              <a:buClr>
                <a:schemeClr val="accent1"/>
              </a:buClr>
              <a:buSzPts val="2000"/>
              <a:buFont typeface="Arial"/>
              <a:buChar char="•"/>
            </a:pPr>
            <a:r>
              <a:rPr lang="es-MX" sz="2000">
                <a:solidFill>
                  <a:schemeClr val="accent1"/>
                </a:solidFill>
                <a:latin typeface="Gill Sans"/>
                <a:ea typeface="Gill Sans"/>
                <a:cs typeface="Gill Sans"/>
                <a:sym typeface="Gill Sans"/>
              </a:rPr>
              <a:t>Sus desventajas incluyen la complejidad en su implementación, su falta de detalle en la gestión de proyectos y que ha sido reemplazada por la norma ISO</a:t>
            </a:r>
            <a:endParaRPr/>
          </a:p>
        </p:txBody>
      </p:sp>
      <p:sp>
        <p:nvSpPr>
          <p:cNvPr id="14580" name="Google Shape;14580;p31"/>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584"/>
        <p:cNvGrpSpPr/>
        <p:nvPr/>
      </p:nvGrpSpPr>
      <p:grpSpPr>
        <a:xfrm>
          <a:off x="0" y="0"/>
          <a:ext cx="0" cy="0"/>
          <a:chOff x="0" y="0"/>
          <a:chExt cx="0" cy="0"/>
        </a:xfrm>
      </p:grpSpPr>
      <p:sp>
        <p:nvSpPr>
          <p:cNvPr id="14585" name="Google Shape;14585;p32"/>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ISO 25010</a:t>
            </a:r>
            <a:endParaRPr/>
          </a:p>
        </p:txBody>
      </p:sp>
      <p:sp>
        <p:nvSpPr>
          <p:cNvPr id="14586" name="Google Shape;14586;p32"/>
          <p:cNvSpPr txBox="1"/>
          <p:nvPr/>
        </p:nvSpPr>
        <p:spPr>
          <a:xfrm>
            <a:off x="717295" y="1832679"/>
            <a:ext cx="10189500" cy="4295700"/>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accent1"/>
              </a:buClr>
              <a:buSzPts val="2000"/>
              <a:buFont typeface="Arial"/>
              <a:buChar char="•"/>
            </a:pPr>
            <a:r>
              <a:rPr lang="es-MX" sz="2000">
                <a:solidFill>
                  <a:schemeClr val="accent1"/>
                </a:solidFill>
                <a:latin typeface="Gill Sans"/>
                <a:ea typeface="Gill Sans"/>
                <a:cs typeface="Gill Sans"/>
                <a:sym typeface="Gill Sans"/>
              </a:rPr>
              <a:t>El modelo de calidad representa la piedra angular en torno a la cual se establece el sistema para la evaluación de la calidad del producto. En este modelo se determinan las características de calidad que se van a tener en cuenta a la hora de evaluar las propiedades de un producto software determinado.</a:t>
            </a:r>
            <a:endParaRPr/>
          </a:p>
          <a:p>
            <a:pPr marL="342900" marR="0" lvl="0" indent="-342900" algn="just" rtl="0">
              <a:lnSpc>
                <a:spcPct val="150000"/>
              </a:lnSpc>
              <a:spcBef>
                <a:spcPts val="750"/>
              </a:spcBef>
              <a:spcAft>
                <a:spcPts val="0"/>
              </a:spcAft>
              <a:buClr>
                <a:schemeClr val="accent1"/>
              </a:buClr>
              <a:buSzPts val="2000"/>
              <a:buFont typeface="Arial"/>
              <a:buChar char="•"/>
            </a:pPr>
            <a:r>
              <a:rPr lang="es-MX" sz="2000">
                <a:solidFill>
                  <a:schemeClr val="accent1"/>
                </a:solidFill>
                <a:latin typeface="Gill Sans"/>
                <a:ea typeface="Gill Sans"/>
                <a:cs typeface="Gill Sans"/>
                <a:sym typeface="Gill Sans"/>
              </a:rPr>
              <a:t>La calidad del producto software se puede interpretar como el grado en que dicho producto satisface los requisitos de sus usuarios aportando de esta manera un valor. Son precisamente estos requisitos (funcionalidad, rendimiento, seguridad, mantenibilidad, etc.) los que se encuentran representados en el modelo de calidad, el cual categoriza la calidad del producto en características y subcaracterísticas.</a:t>
            </a:r>
            <a:endParaRPr/>
          </a:p>
        </p:txBody>
      </p:sp>
      <p:sp>
        <p:nvSpPr>
          <p:cNvPr id="14587" name="Google Shape;14587;p32"/>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591"/>
        <p:cNvGrpSpPr/>
        <p:nvPr/>
      </p:nvGrpSpPr>
      <p:grpSpPr>
        <a:xfrm>
          <a:off x="0" y="0"/>
          <a:ext cx="0" cy="0"/>
          <a:chOff x="0" y="0"/>
          <a:chExt cx="0" cy="0"/>
        </a:xfrm>
      </p:grpSpPr>
      <p:sp>
        <p:nvSpPr>
          <p:cNvPr id="14592" name="Google Shape;14592;p33"/>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ISO 25010</a:t>
            </a:r>
            <a:endParaRPr/>
          </a:p>
        </p:txBody>
      </p:sp>
      <p:sp>
        <p:nvSpPr>
          <p:cNvPr id="14593" name="Google Shape;14593;p33"/>
          <p:cNvSpPr txBox="1"/>
          <p:nvPr/>
        </p:nvSpPr>
        <p:spPr>
          <a:xfrm>
            <a:off x="791852" y="2199596"/>
            <a:ext cx="10510800" cy="6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chemeClr val="accent1"/>
                </a:solidFill>
                <a:latin typeface="Helvetica Neue"/>
                <a:ea typeface="Helvetica Neue"/>
                <a:cs typeface="Helvetica Neue"/>
                <a:sym typeface="Helvetica Neue"/>
              </a:rPr>
              <a:t>E</a:t>
            </a:r>
            <a:r>
              <a:rPr lang="es-MX" sz="1800" b="0" i="0">
                <a:solidFill>
                  <a:schemeClr val="accent1"/>
                </a:solidFill>
                <a:latin typeface="Helvetica Neue"/>
                <a:ea typeface="Helvetica Neue"/>
                <a:cs typeface="Helvetica Neue"/>
                <a:sym typeface="Helvetica Neue"/>
              </a:rPr>
              <a:t>l modelo de calidad del producto definido por la ISO/IEC 25010 se encuentra compuesto por las nueve características de calidad que se muestran en la siguiente figura:</a:t>
            </a:r>
            <a:endParaRPr sz="1800">
              <a:solidFill>
                <a:schemeClr val="accent1"/>
              </a:solidFill>
              <a:latin typeface="Gill Sans"/>
              <a:ea typeface="Gill Sans"/>
              <a:cs typeface="Gill Sans"/>
              <a:sym typeface="Gill Sans"/>
            </a:endParaRPr>
          </a:p>
        </p:txBody>
      </p:sp>
      <p:pic>
        <p:nvPicPr>
          <p:cNvPr id="14594" name="Google Shape;14594;p33"/>
          <p:cNvPicPr preferRelativeResize="0"/>
          <p:nvPr/>
        </p:nvPicPr>
        <p:blipFill rotWithShape="1">
          <a:blip r:embed="rId3">
            <a:alphaModFix/>
          </a:blip>
          <a:srcRect/>
          <a:stretch/>
        </p:blipFill>
        <p:spPr>
          <a:xfrm>
            <a:off x="875070" y="2967205"/>
            <a:ext cx="10427666" cy="3551918"/>
          </a:xfrm>
          <a:prstGeom prst="rect">
            <a:avLst/>
          </a:prstGeom>
          <a:noFill/>
          <a:ln>
            <a:noFill/>
          </a:ln>
        </p:spPr>
      </p:pic>
      <p:sp>
        <p:nvSpPr>
          <p:cNvPr id="14595" name="Google Shape;14595;p33"/>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599"/>
        <p:cNvGrpSpPr/>
        <p:nvPr/>
      </p:nvGrpSpPr>
      <p:grpSpPr>
        <a:xfrm>
          <a:off x="0" y="0"/>
          <a:ext cx="0" cy="0"/>
          <a:chOff x="0" y="0"/>
          <a:chExt cx="0" cy="0"/>
        </a:xfrm>
      </p:grpSpPr>
      <p:sp>
        <p:nvSpPr>
          <p:cNvPr id="14600" name="Google Shape;14600;p34"/>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22</a:t>
            </a:fld>
            <a:endParaRPr/>
          </a:p>
        </p:txBody>
      </p:sp>
      <p:sp>
        <p:nvSpPr>
          <p:cNvPr id="14601" name="Google Shape;14601;p34"/>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ISO 25010</a:t>
            </a:r>
            <a:endParaRPr/>
          </a:p>
        </p:txBody>
      </p:sp>
      <p:sp>
        <p:nvSpPr>
          <p:cNvPr id="14602" name="Google Shape;14602;p34"/>
          <p:cNvSpPr txBox="1"/>
          <p:nvPr/>
        </p:nvSpPr>
        <p:spPr>
          <a:xfrm>
            <a:off x="1131216" y="1953177"/>
            <a:ext cx="10001700" cy="3362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77BB"/>
              </a:buClr>
              <a:buSzPts val="1800"/>
              <a:buFont typeface="Helvetica Neue"/>
              <a:buNone/>
            </a:pPr>
            <a:r>
              <a:rPr lang="es-MX" sz="1800" b="0">
                <a:solidFill>
                  <a:srgbClr val="0077BB"/>
                </a:solidFill>
                <a:latin typeface="Helvetica Neue"/>
                <a:ea typeface="Helvetica Neue"/>
                <a:cs typeface="Helvetica Neue"/>
                <a:sym typeface="Helvetica Neue"/>
              </a:rPr>
              <a:t>Adecuación Funcional</a:t>
            </a:r>
            <a:endParaRPr/>
          </a:p>
          <a:p>
            <a:pPr marL="0" marR="0" lvl="0" indent="0" algn="l" rtl="0">
              <a:spcBef>
                <a:spcPts val="1500"/>
              </a:spcBef>
              <a:spcAft>
                <a:spcPts val="0"/>
              </a:spcAft>
              <a:buClr>
                <a:schemeClr val="dk1"/>
              </a:buClr>
              <a:buSzPts val="1800"/>
              <a:buFont typeface="Gill Sans"/>
              <a:buNone/>
            </a:pPr>
            <a:r>
              <a:rPr lang="es-MX" sz="1800">
                <a:solidFill>
                  <a:schemeClr val="dk1"/>
                </a:solidFill>
                <a:latin typeface="Gill Sans"/>
                <a:ea typeface="Gill Sans"/>
                <a:cs typeface="Gill Sans"/>
                <a:sym typeface="Gill Sans"/>
              </a:rPr>
              <a:t>Representa la capacidad del producto software para proporcionar funciones que satisfacen las necesidades declaradas e implícitas de los usuarios cuando el producto se usa en las condiciones especificadas. Esta característica se subdivide a su vez en las siguientes subcaracterísticas:</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Completitud funcional.</a:t>
            </a:r>
            <a:r>
              <a:rPr lang="es-MX" sz="1800">
                <a:solidFill>
                  <a:schemeClr val="dk1"/>
                </a:solidFill>
                <a:latin typeface="Gill Sans"/>
                <a:ea typeface="Gill Sans"/>
                <a:cs typeface="Gill Sans"/>
                <a:sym typeface="Gill Sans"/>
              </a:rPr>
              <a:t> Grado en el que el conjunto de funcionalidades del producto cubre todas las tareas y los objetivos de usuario especificados.</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Corrección funcional.</a:t>
            </a:r>
            <a:r>
              <a:rPr lang="es-MX" sz="1800">
                <a:solidFill>
                  <a:schemeClr val="dk1"/>
                </a:solidFill>
                <a:latin typeface="Gill Sans"/>
                <a:ea typeface="Gill Sans"/>
                <a:cs typeface="Gill Sans"/>
                <a:sym typeface="Gill Sans"/>
              </a:rPr>
              <a:t> Capacidad del producto o sistema para proveer resultados exactos cuando es usado por los usuarios especificados.</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Pertinencia funcional.</a:t>
            </a:r>
            <a:r>
              <a:rPr lang="es-MX" sz="1800">
                <a:solidFill>
                  <a:schemeClr val="dk1"/>
                </a:solidFill>
                <a:latin typeface="Gill Sans"/>
                <a:ea typeface="Gill Sans"/>
                <a:cs typeface="Gill Sans"/>
                <a:sym typeface="Gill Sans"/>
              </a:rPr>
              <a:t> Capacidad del producto software para proporcionar un conjunto de funciones que facilitan la consecución de tareas y objetivos de usuario especificados.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606"/>
        <p:cNvGrpSpPr/>
        <p:nvPr/>
      </p:nvGrpSpPr>
      <p:grpSpPr>
        <a:xfrm>
          <a:off x="0" y="0"/>
          <a:ext cx="0" cy="0"/>
          <a:chOff x="0" y="0"/>
          <a:chExt cx="0" cy="0"/>
        </a:xfrm>
      </p:grpSpPr>
      <p:sp>
        <p:nvSpPr>
          <p:cNvPr id="14607" name="Google Shape;14607;p35"/>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23</a:t>
            </a:fld>
            <a:endParaRPr/>
          </a:p>
        </p:txBody>
      </p:sp>
      <p:sp>
        <p:nvSpPr>
          <p:cNvPr id="14608" name="Google Shape;14608;p35"/>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ISO 25010</a:t>
            </a:r>
            <a:endParaRPr/>
          </a:p>
        </p:txBody>
      </p:sp>
      <p:sp>
        <p:nvSpPr>
          <p:cNvPr id="14609" name="Google Shape;14609;p35"/>
          <p:cNvSpPr txBox="1"/>
          <p:nvPr/>
        </p:nvSpPr>
        <p:spPr>
          <a:xfrm>
            <a:off x="1046375" y="2103286"/>
            <a:ext cx="9342000" cy="3639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77BB"/>
              </a:buClr>
              <a:buSzPts val="1800"/>
              <a:buFont typeface="Helvetica Neue"/>
              <a:buNone/>
            </a:pPr>
            <a:r>
              <a:rPr lang="es-MX" sz="1800" b="0">
                <a:solidFill>
                  <a:srgbClr val="0077BB"/>
                </a:solidFill>
                <a:latin typeface="Helvetica Neue"/>
                <a:ea typeface="Helvetica Neue"/>
                <a:cs typeface="Helvetica Neue"/>
                <a:sym typeface="Helvetica Neue"/>
              </a:rPr>
              <a:t>Eficiencia de Desempeño</a:t>
            </a:r>
            <a:endParaRPr/>
          </a:p>
          <a:p>
            <a:pPr marL="0" marR="0" lvl="0" indent="0" algn="l" rtl="0">
              <a:spcBef>
                <a:spcPts val="1500"/>
              </a:spcBef>
              <a:spcAft>
                <a:spcPts val="0"/>
              </a:spcAft>
              <a:buClr>
                <a:schemeClr val="dk1"/>
              </a:buClr>
              <a:buSzPts val="1800"/>
              <a:buFont typeface="Gill Sans"/>
              <a:buNone/>
            </a:pPr>
            <a:r>
              <a:rPr lang="es-MX" sz="1800">
                <a:solidFill>
                  <a:schemeClr val="dk1"/>
                </a:solidFill>
                <a:latin typeface="Gill Sans"/>
                <a:ea typeface="Gill Sans"/>
                <a:cs typeface="Gill Sans"/>
                <a:sym typeface="Gill Sans"/>
              </a:rPr>
              <a:t>Esta característica representa el desempeño de un producto en la realización de sus funciones dentro de unos parámetros de tiempo y rendimiento especificados y con un uso eficiente de recursos (CPU, memoria, almacenamiento, energía...) utilizados bajo determinadas condiciones. Esta característica se subdivide a su vez en las siguientes subcaracterísticas:</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Comportamiento temporal.</a:t>
            </a:r>
            <a:r>
              <a:rPr lang="es-MX" sz="1800">
                <a:solidFill>
                  <a:schemeClr val="dk1"/>
                </a:solidFill>
                <a:latin typeface="Gill Sans"/>
                <a:ea typeface="Gill Sans"/>
                <a:cs typeface="Gill Sans"/>
                <a:sym typeface="Gill Sans"/>
              </a:rPr>
              <a:t> Grado en que un producto realiza sus funciones de forma que el tiempo de respuesta y el ratio de rendimiento cumple los requisitos especificados.</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Utilización de recursos.</a:t>
            </a:r>
            <a:r>
              <a:rPr lang="es-MX" sz="1800">
                <a:solidFill>
                  <a:schemeClr val="dk1"/>
                </a:solidFill>
                <a:latin typeface="Gill Sans"/>
                <a:ea typeface="Gill Sans"/>
                <a:cs typeface="Gill Sans"/>
                <a:sym typeface="Gill Sans"/>
              </a:rPr>
              <a:t> Grado en que la cantidad y tipos de recursos utilizados por el producto al llevar a cabo su función bajo condiciones determinadas no exceden lo especificado.</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Capacidad.</a:t>
            </a:r>
            <a:r>
              <a:rPr lang="es-MX" sz="1800">
                <a:solidFill>
                  <a:schemeClr val="dk1"/>
                </a:solidFill>
                <a:latin typeface="Gill Sans"/>
                <a:ea typeface="Gill Sans"/>
                <a:cs typeface="Gill Sans"/>
                <a:sym typeface="Gill Sans"/>
              </a:rPr>
              <a:t> Grado en que el producto cumple los requisitos relativos a límites máximos para un parámetro (ítems almacenados, usuarios concurrentes, ancho de banda de comunicaciones...).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613"/>
        <p:cNvGrpSpPr/>
        <p:nvPr/>
      </p:nvGrpSpPr>
      <p:grpSpPr>
        <a:xfrm>
          <a:off x="0" y="0"/>
          <a:ext cx="0" cy="0"/>
          <a:chOff x="0" y="0"/>
          <a:chExt cx="0" cy="0"/>
        </a:xfrm>
      </p:grpSpPr>
      <p:sp>
        <p:nvSpPr>
          <p:cNvPr id="14614" name="Google Shape;14614;p36"/>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24</a:t>
            </a:fld>
            <a:endParaRPr/>
          </a:p>
        </p:txBody>
      </p:sp>
      <p:sp>
        <p:nvSpPr>
          <p:cNvPr id="14615" name="Google Shape;14615;p36"/>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ISO 25010</a:t>
            </a:r>
            <a:endParaRPr/>
          </a:p>
        </p:txBody>
      </p:sp>
      <p:sp>
        <p:nvSpPr>
          <p:cNvPr id="14616" name="Google Shape;14616;p36"/>
          <p:cNvSpPr txBox="1"/>
          <p:nvPr/>
        </p:nvSpPr>
        <p:spPr>
          <a:xfrm>
            <a:off x="914400" y="2250288"/>
            <a:ext cx="8227200" cy="2706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77BB"/>
              </a:buClr>
              <a:buSzPts val="1800"/>
              <a:buFont typeface="Helvetica Neue"/>
              <a:buNone/>
            </a:pPr>
            <a:r>
              <a:rPr lang="es-MX" sz="1800" b="0">
                <a:solidFill>
                  <a:srgbClr val="0077BB"/>
                </a:solidFill>
                <a:latin typeface="Helvetica Neue"/>
                <a:ea typeface="Helvetica Neue"/>
                <a:cs typeface="Helvetica Neue"/>
                <a:sym typeface="Helvetica Neue"/>
              </a:rPr>
              <a:t>Compatibilidad</a:t>
            </a:r>
            <a:endParaRPr/>
          </a:p>
          <a:p>
            <a:pPr marL="0" marR="0" lvl="0" indent="0" algn="l" rtl="0">
              <a:spcBef>
                <a:spcPts val="1500"/>
              </a:spcBef>
              <a:spcAft>
                <a:spcPts val="0"/>
              </a:spcAft>
              <a:buClr>
                <a:schemeClr val="dk1"/>
              </a:buClr>
              <a:buSzPts val="1800"/>
              <a:buFont typeface="Gill Sans"/>
              <a:buNone/>
            </a:pPr>
            <a:r>
              <a:rPr lang="es-MX" sz="1800">
                <a:solidFill>
                  <a:schemeClr val="dk1"/>
                </a:solidFill>
                <a:latin typeface="Gill Sans"/>
                <a:ea typeface="Gill Sans"/>
                <a:cs typeface="Gill Sans"/>
                <a:sym typeface="Gill Sans"/>
              </a:rPr>
              <a:t>Capacidad de un producto de intercambiar información con otros productos y/o llevar a cabo sus funciones requeridas cuando comparten un mismo entorno y recursos. Esta característica se subdivide a su vez en las siguientes subcaracterísticas:</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Coexistencia.</a:t>
            </a:r>
            <a:r>
              <a:rPr lang="es-MX" sz="1800">
                <a:solidFill>
                  <a:schemeClr val="dk1"/>
                </a:solidFill>
                <a:latin typeface="Gill Sans"/>
                <a:ea typeface="Gill Sans"/>
                <a:cs typeface="Gill Sans"/>
                <a:sym typeface="Gill Sans"/>
              </a:rPr>
              <a:t> Capacidad del producto para coexistir con otro software independiente, en un entorno común, compartiendo recursos comunes sin detrimento.</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Interoperabilidad.</a:t>
            </a:r>
            <a:r>
              <a:rPr lang="es-MX" sz="1800">
                <a:solidFill>
                  <a:schemeClr val="dk1"/>
                </a:solidFill>
                <a:latin typeface="Gill Sans"/>
                <a:ea typeface="Gill Sans"/>
                <a:cs typeface="Gill Sans"/>
                <a:sym typeface="Gill Sans"/>
              </a:rPr>
              <a:t> Capacidad de dos o más sistemas o componentes para intercambiar información y utilizar la información intercambiada.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620"/>
        <p:cNvGrpSpPr/>
        <p:nvPr/>
      </p:nvGrpSpPr>
      <p:grpSpPr>
        <a:xfrm>
          <a:off x="0" y="0"/>
          <a:ext cx="0" cy="0"/>
          <a:chOff x="0" y="0"/>
          <a:chExt cx="0" cy="0"/>
        </a:xfrm>
      </p:grpSpPr>
      <p:sp>
        <p:nvSpPr>
          <p:cNvPr id="14621" name="Google Shape;14621;p37"/>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25</a:t>
            </a:fld>
            <a:endParaRPr/>
          </a:p>
        </p:txBody>
      </p:sp>
      <p:sp>
        <p:nvSpPr>
          <p:cNvPr id="14622" name="Google Shape;14622;p37"/>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ISO 25010</a:t>
            </a:r>
            <a:endParaRPr/>
          </a:p>
        </p:txBody>
      </p:sp>
      <p:sp>
        <p:nvSpPr>
          <p:cNvPr id="14623" name="Google Shape;14623;p37"/>
          <p:cNvSpPr txBox="1"/>
          <p:nvPr/>
        </p:nvSpPr>
        <p:spPr>
          <a:xfrm>
            <a:off x="658510" y="1954149"/>
            <a:ext cx="10425900" cy="4552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77BB"/>
              </a:buClr>
              <a:buSzPts val="1400"/>
              <a:buFont typeface="Helvetica Neue"/>
              <a:buNone/>
            </a:pPr>
            <a:r>
              <a:rPr lang="es-MX" sz="1400" b="0">
                <a:solidFill>
                  <a:srgbClr val="0077BB"/>
                </a:solidFill>
                <a:latin typeface="Helvetica Neue"/>
                <a:ea typeface="Helvetica Neue"/>
                <a:cs typeface="Helvetica Neue"/>
                <a:sym typeface="Helvetica Neue"/>
              </a:rPr>
              <a:t>Capacidad de Interacción</a:t>
            </a:r>
            <a:endParaRPr/>
          </a:p>
          <a:p>
            <a:pPr marL="0" marR="0" lvl="0" indent="0" algn="l" rtl="0">
              <a:spcBef>
                <a:spcPts val="1500"/>
              </a:spcBef>
              <a:spcAft>
                <a:spcPts val="0"/>
              </a:spcAft>
              <a:buClr>
                <a:schemeClr val="dk1"/>
              </a:buClr>
              <a:buSzPts val="1400"/>
              <a:buFont typeface="Gill Sans"/>
              <a:buNone/>
            </a:pPr>
            <a:r>
              <a:rPr lang="es-MX" sz="1400">
                <a:solidFill>
                  <a:schemeClr val="dk1"/>
                </a:solidFill>
                <a:latin typeface="Gill Sans"/>
                <a:ea typeface="Gill Sans"/>
                <a:cs typeface="Gill Sans"/>
                <a:sym typeface="Gill Sans"/>
              </a:rPr>
              <a:t>Capacidad del producto software para que el usuario interactúe mediante su interfaz intercambiando información para completar determinadas tareas. Esta característica se subdivide a su vez en las siguientes subcaracterísticas:</a:t>
            </a:r>
            <a:endParaRPr/>
          </a:p>
          <a:p>
            <a:pPr marL="0" marR="0" lvl="0" indent="-88900" algn="l" rtl="0">
              <a:spcBef>
                <a:spcPts val="750"/>
              </a:spcBef>
              <a:spcAft>
                <a:spcPts val="0"/>
              </a:spcAft>
              <a:buClr>
                <a:schemeClr val="dk1"/>
              </a:buClr>
              <a:buSzPts val="1400"/>
              <a:buFont typeface="Arial"/>
              <a:buChar char="•"/>
            </a:pPr>
            <a:r>
              <a:rPr lang="es-MX" sz="1400" b="1">
                <a:solidFill>
                  <a:schemeClr val="dk1"/>
                </a:solidFill>
                <a:latin typeface="Gill Sans"/>
                <a:ea typeface="Gill Sans"/>
                <a:cs typeface="Gill Sans"/>
                <a:sym typeface="Gill Sans"/>
              </a:rPr>
              <a:t>Reconocibilidad de la adecuación.</a:t>
            </a:r>
            <a:r>
              <a:rPr lang="es-MX" sz="1400">
                <a:solidFill>
                  <a:schemeClr val="dk1"/>
                </a:solidFill>
                <a:latin typeface="Gill Sans"/>
                <a:ea typeface="Gill Sans"/>
                <a:cs typeface="Gill Sans"/>
                <a:sym typeface="Gill Sans"/>
              </a:rPr>
              <a:t> Capacidad del producto que permite al usuario entender si el software es adecuado para sus necesidades.</a:t>
            </a:r>
            <a:endParaRPr/>
          </a:p>
          <a:p>
            <a:pPr marL="0" marR="0" lvl="0" indent="-88900" algn="l" rtl="0">
              <a:spcBef>
                <a:spcPts val="750"/>
              </a:spcBef>
              <a:spcAft>
                <a:spcPts val="0"/>
              </a:spcAft>
              <a:buClr>
                <a:schemeClr val="dk1"/>
              </a:buClr>
              <a:buSzPts val="1400"/>
              <a:buFont typeface="Arial"/>
              <a:buChar char="•"/>
            </a:pPr>
            <a:r>
              <a:rPr lang="es-MX" sz="1400" b="1">
                <a:solidFill>
                  <a:schemeClr val="dk1"/>
                </a:solidFill>
                <a:latin typeface="Gill Sans"/>
                <a:ea typeface="Gill Sans"/>
                <a:cs typeface="Gill Sans"/>
                <a:sym typeface="Gill Sans"/>
              </a:rPr>
              <a:t>Aprendizabilidad.</a:t>
            </a:r>
            <a:r>
              <a:rPr lang="es-MX" sz="1400">
                <a:solidFill>
                  <a:schemeClr val="dk1"/>
                </a:solidFill>
                <a:latin typeface="Gill Sans"/>
                <a:ea typeface="Gill Sans"/>
                <a:cs typeface="Gill Sans"/>
                <a:sym typeface="Gill Sans"/>
              </a:rPr>
              <a:t> Capacidad del producto que permite al usuario aprender su funcionamiento dentro de un tiempo especificado.</a:t>
            </a:r>
            <a:endParaRPr/>
          </a:p>
          <a:p>
            <a:pPr marL="0" marR="0" lvl="0" indent="-88900" algn="l" rtl="0">
              <a:spcBef>
                <a:spcPts val="750"/>
              </a:spcBef>
              <a:spcAft>
                <a:spcPts val="0"/>
              </a:spcAft>
              <a:buClr>
                <a:schemeClr val="dk1"/>
              </a:buClr>
              <a:buSzPts val="1400"/>
              <a:buFont typeface="Arial"/>
              <a:buChar char="•"/>
            </a:pPr>
            <a:r>
              <a:rPr lang="es-MX" sz="1400" b="1">
                <a:solidFill>
                  <a:schemeClr val="dk1"/>
                </a:solidFill>
                <a:latin typeface="Gill Sans"/>
                <a:ea typeface="Gill Sans"/>
                <a:cs typeface="Gill Sans"/>
                <a:sym typeface="Gill Sans"/>
              </a:rPr>
              <a:t>Operabilidad.</a:t>
            </a:r>
            <a:r>
              <a:rPr lang="es-MX" sz="1400">
                <a:solidFill>
                  <a:schemeClr val="dk1"/>
                </a:solidFill>
                <a:latin typeface="Gill Sans"/>
                <a:ea typeface="Gill Sans"/>
                <a:cs typeface="Gill Sans"/>
                <a:sym typeface="Gill Sans"/>
              </a:rPr>
              <a:t> Capacidad del producto que permite al usuario operarlo y controlarlo con facilidad.</a:t>
            </a:r>
            <a:endParaRPr/>
          </a:p>
          <a:p>
            <a:pPr marL="0" marR="0" lvl="0" indent="-88900" algn="l" rtl="0">
              <a:spcBef>
                <a:spcPts val="750"/>
              </a:spcBef>
              <a:spcAft>
                <a:spcPts val="0"/>
              </a:spcAft>
              <a:buClr>
                <a:schemeClr val="dk1"/>
              </a:buClr>
              <a:buSzPts val="1400"/>
              <a:buFont typeface="Arial"/>
              <a:buChar char="•"/>
            </a:pPr>
            <a:r>
              <a:rPr lang="es-MX" sz="1400" b="1">
                <a:solidFill>
                  <a:schemeClr val="dk1"/>
                </a:solidFill>
                <a:latin typeface="Gill Sans"/>
                <a:ea typeface="Gill Sans"/>
                <a:cs typeface="Gill Sans"/>
                <a:sym typeface="Gill Sans"/>
              </a:rPr>
              <a:t>Protección contra errores de usuario.</a:t>
            </a:r>
            <a:r>
              <a:rPr lang="es-MX" sz="1400">
                <a:solidFill>
                  <a:schemeClr val="dk1"/>
                </a:solidFill>
                <a:latin typeface="Gill Sans"/>
                <a:ea typeface="Gill Sans"/>
                <a:cs typeface="Gill Sans"/>
                <a:sym typeface="Gill Sans"/>
              </a:rPr>
              <a:t> Capacidad del sistema para prevenir errores en su operación.</a:t>
            </a:r>
            <a:endParaRPr/>
          </a:p>
          <a:p>
            <a:pPr marL="0" marR="0" lvl="0" indent="-88900" algn="l" rtl="0">
              <a:spcBef>
                <a:spcPts val="750"/>
              </a:spcBef>
              <a:spcAft>
                <a:spcPts val="0"/>
              </a:spcAft>
              <a:buClr>
                <a:schemeClr val="dk1"/>
              </a:buClr>
              <a:buSzPts val="1400"/>
              <a:buFont typeface="Arial"/>
              <a:buChar char="•"/>
            </a:pPr>
            <a:r>
              <a:rPr lang="es-MX" sz="1400" b="1">
                <a:solidFill>
                  <a:schemeClr val="dk1"/>
                </a:solidFill>
                <a:latin typeface="Gill Sans"/>
                <a:ea typeface="Gill Sans"/>
                <a:cs typeface="Gill Sans"/>
                <a:sym typeface="Gill Sans"/>
              </a:rPr>
              <a:t>Involucración del usuario.</a:t>
            </a:r>
            <a:r>
              <a:rPr lang="es-MX" sz="1400">
                <a:solidFill>
                  <a:schemeClr val="dk1"/>
                </a:solidFill>
                <a:latin typeface="Gill Sans"/>
                <a:ea typeface="Gill Sans"/>
                <a:cs typeface="Gill Sans"/>
                <a:sym typeface="Gill Sans"/>
              </a:rPr>
              <a:t> Capacidad del producto de presentar sus funciones e información de forma atractiva y motivadora, fomentando la interacción continua.</a:t>
            </a:r>
            <a:endParaRPr/>
          </a:p>
          <a:p>
            <a:pPr marL="0" marR="0" lvl="0" indent="-88900" algn="l" rtl="0">
              <a:spcBef>
                <a:spcPts val="750"/>
              </a:spcBef>
              <a:spcAft>
                <a:spcPts val="0"/>
              </a:spcAft>
              <a:buClr>
                <a:schemeClr val="dk1"/>
              </a:buClr>
              <a:buSzPts val="1400"/>
              <a:buFont typeface="Arial"/>
              <a:buChar char="•"/>
            </a:pPr>
            <a:r>
              <a:rPr lang="es-MX" sz="1400" b="1">
                <a:solidFill>
                  <a:schemeClr val="dk1"/>
                </a:solidFill>
                <a:latin typeface="Gill Sans"/>
                <a:ea typeface="Gill Sans"/>
                <a:cs typeface="Gill Sans"/>
                <a:sym typeface="Gill Sans"/>
              </a:rPr>
              <a:t>Inclusividad.</a:t>
            </a:r>
            <a:r>
              <a:rPr lang="es-MX" sz="1400">
                <a:solidFill>
                  <a:schemeClr val="dk1"/>
                </a:solidFill>
                <a:latin typeface="Gill Sans"/>
                <a:ea typeface="Gill Sans"/>
                <a:cs typeface="Gill Sans"/>
                <a:sym typeface="Gill Sans"/>
              </a:rPr>
              <a:t> Capacidad de un producto para ser utilizado por personas con distintos contextos (edad, habilidades, cultura, raza, lenguaje, género...).</a:t>
            </a:r>
            <a:endParaRPr/>
          </a:p>
          <a:p>
            <a:pPr marL="0" marR="0" lvl="0" indent="-88900" algn="l" rtl="0">
              <a:spcBef>
                <a:spcPts val="750"/>
              </a:spcBef>
              <a:spcAft>
                <a:spcPts val="0"/>
              </a:spcAft>
              <a:buClr>
                <a:schemeClr val="dk1"/>
              </a:buClr>
              <a:buSzPts val="1400"/>
              <a:buFont typeface="Arial"/>
              <a:buChar char="•"/>
            </a:pPr>
            <a:r>
              <a:rPr lang="es-MX" sz="1400" b="1">
                <a:solidFill>
                  <a:schemeClr val="dk1"/>
                </a:solidFill>
                <a:latin typeface="Gill Sans"/>
                <a:ea typeface="Gill Sans"/>
                <a:cs typeface="Gill Sans"/>
                <a:sym typeface="Gill Sans"/>
              </a:rPr>
              <a:t>Asistencia al usuario.</a:t>
            </a:r>
            <a:r>
              <a:rPr lang="es-MX" sz="1400">
                <a:solidFill>
                  <a:schemeClr val="dk1"/>
                </a:solidFill>
                <a:latin typeface="Gill Sans"/>
                <a:ea typeface="Gill Sans"/>
                <a:cs typeface="Gill Sans"/>
                <a:sym typeface="Gill Sans"/>
              </a:rPr>
              <a:t> Capacidad del producto que permite que sea utilizado por usuarios con determinadas características y capacidades logrando objetivos específicos.</a:t>
            </a:r>
            <a:endParaRPr/>
          </a:p>
          <a:p>
            <a:pPr marL="0" marR="0" lvl="0" indent="-88900" algn="l" rtl="0">
              <a:spcBef>
                <a:spcPts val="750"/>
              </a:spcBef>
              <a:spcAft>
                <a:spcPts val="0"/>
              </a:spcAft>
              <a:buClr>
                <a:schemeClr val="dk1"/>
              </a:buClr>
              <a:buSzPts val="1400"/>
              <a:buFont typeface="Arial"/>
              <a:buChar char="•"/>
            </a:pPr>
            <a:r>
              <a:rPr lang="es-MX" sz="1400" b="1">
                <a:solidFill>
                  <a:schemeClr val="dk1"/>
                </a:solidFill>
                <a:latin typeface="Gill Sans"/>
                <a:ea typeface="Gill Sans"/>
                <a:cs typeface="Gill Sans"/>
                <a:sym typeface="Gill Sans"/>
              </a:rPr>
              <a:t>Auto-descriptividad.</a:t>
            </a:r>
            <a:r>
              <a:rPr lang="es-MX" sz="1400">
                <a:solidFill>
                  <a:schemeClr val="dk1"/>
                </a:solidFill>
                <a:latin typeface="Gill Sans"/>
                <a:ea typeface="Gill Sans"/>
                <a:cs typeface="Gill Sans"/>
                <a:sym typeface="Gill Sans"/>
              </a:rPr>
              <a:t> Capacidad de un producto para presentar la información adecuada, haciendo su uso inmediatamente evidente para el usuario sin interacciones excesivas con el producto u otros recursos (documentación, </a:t>
            </a:r>
            <a:r>
              <a:rPr lang="es-MX" sz="1400" i="1">
                <a:solidFill>
                  <a:schemeClr val="dk1"/>
                </a:solidFill>
                <a:latin typeface="Gill Sans"/>
                <a:ea typeface="Gill Sans"/>
                <a:cs typeface="Gill Sans"/>
                <a:sym typeface="Gill Sans"/>
              </a:rPr>
              <a:t>help desks</a:t>
            </a:r>
            <a:r>
              <a:rPr lang="es-MX" sz="1400">
                <a:solidFill>
                  <a:schemeClr val="dk1"/>
                </a:solidFill>
                <a:latin typeface="Gill Sans"/>
                <a:ea typeface="Gill Sans"/>
                <a:cs typeface="Gill Sans"/>
                <a:sym typeface="Gill Sans"/>
              </a:rPr>
              <a:t>, otros usuarios...).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627"/>
        <p:cNvGrpSpPr/>
        <p:nvPr/>
      </p:nvGrpSpPr>
      <p:grpSpPr>
        <a:xfrm>
          <a:off x="0" y="0"/>
          <a:ext cx="0" cy="0"/>
          <a:chOff x="0" y="0"/>
          <a:chExt cx="0" cy="0"/>
        </a:xfrm>
      </p:grpSpPr>
      <p:sp>
        <p:nvSpPr>
          <p:cNvPr id="14628" name="Google Shape;14628;p38"/>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26</a:t>
            </a:fld>
            <a:endParaRPr/>
          </a:p>
        </p:txBody>
      </p:sp>
      <p:sp>
        <p:nvSpPr>
          <p:cNvPr id="14629" name="Google Shape;14629;p38"/>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ISO 25010</a:t>
            </a:r>
            <a:endParaRPr/>
          </a:p>
        </p:txBody>
      </p:sp>
      <p:sp>
        <p:nvSpPr>
          <p:cNvPr id="14630" name="Google Shape;14630;p38"/>
          <p:cNvSpPr txBox="1"/>
          <p:nvPr/>
        </p:nvSpPr>
        <p:spPr>
          <a:xfrm>
            <a:off x="1036948" y="2165005"/>
            <a:ext cx="10331700" cy="4019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77BB"/>
              </a:buClr>
              <a:buSzPts val="1800"/>
              <a:buFont typeface="Helvetica Neue"/>
              <a:buNone/>
            </a:pPr>
            <a:r>
              <a:rPr lang="es-MX" sz="1800" b="0">
                <a:solidFill>
                  <a:srgbClr val="0077BB"/>
                </a:solidFill>
                <a:latin typeface="Helvetica Neue"/>
                <a:ea typeface="Helvetica Neue"/>
                <a:cs typeface="Helvetica Neue"/>
                <a:sym typeface="Helvetica Neue"/>
              </a:rPr>
              <a:t>Fiabilidad</a:t>
            </a:r>
            <a:endParaRPr/>
          </a:p>
          <a:p>
            <a:pPr marL="0" marR="0" lvl="0" indent="0" algn="l" rtl="0">
              <a:spcBef>
                <a:spcPts val="1500"/>
              </a:spcBef>
              <a:spcAft>
                <a:spcPts val="0"/>
              </a:spcAft>
              <a:buClr>
                <a:schemeClr val="dk1"/>
              </a:buClr>
              <a:buSzPts val="1800"/>
              <a:buFont typeface="Gill Sans"/>
              <a:buNone/>
            </a:pPr>
            <a:r>
              <a:rPr lang="es-MX" sz="1800">
                <a:solidFill>
                  <a:schemeClr val="dk1"/>
                </a:solidFill>
                <a:latin typeface="Gill Sans"/>
                <a:ea typeface="Gill Sans"/>
                <a:cs typeface="Gill Sans"/>
                <a:sym typeface="Gill Sans"/>
              </a:rPr>
              <a:t>Capacidad de un sistema o componente para desempeñar las funciones especificadas, cuando se usa bajo unas condiciones y periodo de tiempo determinados sin interrupciones o fallos. Esta característica se subdivide a su vez en las siguientes subcaracterísticas:</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Ausencia de fallos.</a:t>
            </a:r>
            <a:r>
              <a:rPr lang="es-MX" sz="1800">
                <a:solidFill>
                  <a:schemeClr val="dk1"/>
                </a:solidFill>
                <a:latin typeface="Gill Sans"/>
                <a:ea typeface="Gill Sans"/>
                <a:cs typeface="Gill Sans"/>
                <a:sym typeface="Gill Sans"/>
              </a:rPr>
              <a:t> Capacidad del sistema de llevar a cabo sus funciones sin fallos bajo condiciones normales de operación.</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Disponibilidad.</a:t>
            </a:r>
            <a:r>
              <a:rPr lang="es-MX" sz="1800">
                <a:solidFill>
                  <a:schemeClr val="dk1"/>
                </a:solidFill>
                <a:latin typeface="Gill Sans"/>
                <a:ea typeface="Gill Sans"/>
                <a:cs typeface="Gill Sans"/>
                <a:sym typeface="Gill Sans"/>
              </a:rPr>
              <a:t> Capacidad del sistema o componente de estar operativo y accesible para su uso cuando se requiere.</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Tolerancia a fallos.</a:t>
            </a:r>
            <a:r>
              <a:rPr lang="es-MX" sz="1800">
                <a:solidFill>
                  <a:schemeClr val="dk1"/>
                </a:solidFill>
                <a:latin typeface="Gill Sans"/>
                <a:ea typeface="Gill Sans"/>
                <a:cs typeface="Gill Sans"/>
                <a:sym typeface="Gill Sans"/>
              </a:rPr>
              <a:t> Capacidad del sistema o componente para operar según lo previsto en presencia de fallos hardware o software.</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Capacidad de recuperación.</a:t>
            </a:r>
            <a:r>
              <a:rPr lang="es-MX" sz="1800">
                <a:solidFill>
                  <a:schemeClr val="dk1"/>
                </a:solidFill>
                <a:latin typeface="Gill Sans"/>
                <a:ea typeface="Gill Sans"/>
                <a:cs typeface="Gill Sans"/>
                <a:sym typeface="Gill Sans"/>
              </a:rPr>
              <a:t> Capacidad del producto software para recuperar los datos directamente afectados y reestablecer el estado deseado del sistema en caso de interrupción o fallo.</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634"/>
        <p:cNvGrpSpPr/>
        <p:nvPr/>
      </p:nvGrpSpPr>
      <p:grpSpPr>
        <a:xfrm>
          <a:off x="0" y="0"/>
          <a:ext cx="0" cy="0"/>
          <a:chOff x="0" y="0"/>
          <a:chExt cx="0" cy="0"/>
        </a:xfrm>
      </p:grpSpPr>
      <p:sp>
        <p:nvSpPr>
          <p:cNvPr id="14635" name="Google Shape;14635;p39"/>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27</a:t>
            </a:fld>
            <a:endParaRPr/>
          </a:p>
        </p:txBody>
      </p:sp>
      <p:sp>
        <p:nvSpPr>
          <p:cNvPr id="14636" name="Google Shape;14636;p39"/>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ISO 25010</a:t>
            </a:r>
            <a:endParaRPr/>
          </a:p>
        </p:txBody>
      </p:sp>
      <p:sp>
        <p:nvSpPr>
          <p:cNvPr id="14637" name="Google Shape;14637;p39"/>
          <p:cNvSpPr txBox="1"/>
          <p:nvPr/>
        </p:nvSpPr>
        <p:spPr>
          <a:xfrm>
            <a:off x="575895" y="1909613"/>
            <a:ext cx="11029500" cy="385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77BB"/>
              </a:buClr>
              <a:buSzPts val="1600"/>
              <a:buFont typeface="Helvetica Neue"/>
              <a:buNone/>
            </a:pPr>
            <a:r>
              <a:rPr lang="es-MX" sz="1600" b="0">
                <a:solidFill>
                  <a:srgbClr val="0077BB"/>
                </a:solidFill>
                <a:latin typeface="Helvetica Neue"/>
                <a:ea typeface="Helvetica Neue"/>
                <a:cs typeface="Helvetica Neue"/>
                <a:sym typeface="Helvetica Neue"/>
              </a:rPr>
              <a:t>Seguridad</a:t>
            </a:r>
            <a:endParaRPr/>
          </a:p>
          <a:p>
            <a:pPr marL="0" marR="0" lvl="0" indent="0" algn="l" rtl="0">
              <a:spcBef>
                <a:spcPts val="1500"/>
              </a:spcBef>
              <a:spcAft>
                <a:spcPts val="0"/>
              </a:spcAft>
              <a:buClr>
                <a:schemeClr val="dk1"/>
              </a:buClr>
              <a:buSzPts val="1600"/>
              <a:buFont typeface="Gill Sans"/>
              <a:buNone/>
            </a:pPr>
            <a:r>
              <a:rPr lang="es-MX" sz="1600">
                <a:solidFill>
                  <a:schemeClr val="dk1"/>
                </a:solidFill>
                <a:latin typeface="Gill Sans"/>
                <a:ea typeface="Gill Sans"/>
                <a:cs typeface="Gill Sans"/>
                <a:sym typeface="Gill Sans"/>
              </a:rPr>
              <a:t>Capacidad de protección de la información y los datos de manera que las personas u otros productos tengan el grado de acceso a los datos adecuado a sus tipos y niveles de autorización, y para defenderse de los patrones de ataque de agentes malintencionados.. Esta característica se subdivide a su vez en las siguientes subcaracterísticas:</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Confidencialidad.</a:t>
            </a:r>
            <a:r>
              <a:rPr lang="es-MX" sz="1600">
                <a:solidFill>
                  <a:schemeClr val="dk1"/>
                </a:solidFill>
                <a:latin typeface="Gill Sans"/>
                <a:ea typeface="Gill Sans"/>
                <a:cs typeface="Gill Sans"/>
                <a:sym typeface="Gill Sans"/>
              </a:rPr>
              <a:t> Capacidad de asegurar que los datos solo son accesibles a aquellos con autorización para ello.</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Integridad. </a:t>
            </a:r>
            <a:r>
              <a:rPr lang="es-MX" sz="1600">
                <a:solidFill>
                  <a:schemeClr val="dk1"/>
                </a:solidFill>
                <a:latin typeface="Gill Sans"/>
                <a:ea typeface="Gill Sans"/>
                <a:cs typeface="Gill Sans"/>
                <a:sym typeface="Gill Sans"/>
              </a:rPr>
              <a:t>Capacidad de un producto para garantizar que el estado de su sistema y sus datos están protegidos frente a modificaciones o eliminaciones no autorizadas, ya sea por acciones malintencionadas o por errores informáticos.</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No repudio.</a:t>
            </a:r>
            <a:r>
              <a:rPr lang="es-MX" sz="1600">
                <a:solidFill>
                  <a:schemeClr val="dk1"/>
                </a:solidFill>
                <a:latin typeface="Gill Sans"/>
                <a:ea typeface="Gill Sans"/>
                <a:cs typeface="Gill Sans"/>
                <a:sym typeface="Gill Sans"/>
              </a:rPr>
              <a:t> Capacidad de demostrar las acciones o eventos que han tenido lugar, de manera que dichas acciones o eventos no puedan ser repudiados posteriormente.</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Responsabilidad.</a:t>
            </a:r>
            <a:r>
              <a:rPr lang="es-MX" sz="1600">
                <a:solidFill>
                  <a:schemeClr val="dk1"/>
                </a:solidFill>
                <a:latin typeface="Gill Sans"/>
                <a:ea typeface="Gill Sans"/>
                <a:cs typeface="Gill Sans"/>
                <a:sym typeface="Gill Sans"/>
              </a:rPr>
              <a:t> Capacidad de rastrear de forma inequívoca las acciones de una entidad.</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Autenticidad.</a:t>
            </a:r>
            <a:r>
              <a:rPr lang="es-MX" sz="1600">
                <a:solidFill>
                  <a:schemeClr val="dk1"/>
                </a:solidFill>
                <a:latin typeface="Gill Sans"/>
                <a:ea typeface="Gill Sans"/>
                <a:cs typeface="Gill Sans"/>
                <a:sym typeface="Gill Sans"/>
              </a:rPr>
              <a:t> Capacidad de un producto para demostrar que la identidad de un sujeto o recurso es la que se afirma.</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Resistencia.</a:t>
            </a:r>
            <a:r>
              <a:rPr lang="es-MX" sz="1600">
                <a:solidFill>
                  <a:schemeClr val="dk1"/>
                </a:solidFill>
                <a:latin typeface="Gill Sans"/>
                <a:ea typeface="Gill Sans"/>
                <a:cs typeface="Gill Sans"/>
                <a:sym typeface="Gill Sans"/>
              </a:rPr>
              <a:t> Capacidad de mantener la operación de un producto bajo condiciones de ataque de un actor malicioso.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641"/>
        <p:cNvGrpSpPr/>
        <p:nvPr/>
      </p:nvGrpSpPr>
      <p:grpSpPr>
        <a:xfrm>
          <a:off x="0" y="0"/>
          <a:ext cx="0" cy="0"/>
          <a:chOff x="0" y="0"/>
          <a:chExt cx="0" cy="0"/>
        </a:xfrm>
      </p:grpSpPr>
      <p:sp>
        <p:nvSpPr>
          <p:cNvPr id="14642" name="Google Shape;14642;p40"/>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28</a:t>
            </a:fld>
            <a:endParaRPr/>
          </a:p>
        </p:txBody>
      </p:sp>
      <p:sp>
        <p:nvSpPr>
          <p:cNvPr id="14643" name="Google Shape;14643;p40"/>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ISO 25010</a:t>
            </a:r>
            <a:endParaRPr/>
          </a:p>
        </p:txBody>
      </p:sp>
      <p:sp>
        <p:nvSpPr>
          <p:cNvPr id="14644" name="Google Shape;14644;p40"/>
          <p:cNvSpPr txBox="1"/>
          <p:nvPr/>
        </p:nvSpPr>
        <p:spPr>
          <a:xfrm>
            <a:off x="499621" y="2203828"/>
            <a:ext cx="10837200" cy="3752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77BB"/>
              </a:buClr>
              <a:buSzPts val="1600"/>
              <a:buFont typeface="Helvetica Neue"/>
              <a:buNone/>
            </a:pPr>
            <a:r>
              <a:rPr lang="es-MX" sz="1600" b="0">
                <a:solidFill>
                  <a:srgbClr val="0077BB"/>
                </a:solidFill>
                <a:latin typeface="Helvetica Neue"/>
                <a:ea typeface="Helvetica Neue"/>
                <a:cs typeface="Helvetica Neue"/>
                <a:sym typeface="Helvetica Neue"/>
              </a:rPr>
              <a:t>Mantenibilidad</a:t>
            </a:r>
            <a:endParaRPr/>
          </a:p>
          <a:p>
            <a:pPr marL="0" marR="0" lvl="0" indent="0" algn="l" rtl="0">
              <a:spcBef>
                <a:spcPts val="1500"/>
              </a:spcBef>
              <a:spcAft>
                <a:spcPts val="0"/>
              </a:spcAft>
              <a:buClr>
                <a:schemeClr val="dk1"/>
              </a:buClr>
              <a:buSzPts val="1600"/>
              <a:buFont typeface="Gill Sans"/>
              <a:buNone/>
            </a:pPr>
            <a:r>
              <a:rPr lang="es-MX" sz="1600">
                <a:solidFill>
                  <a:schemeClr val="dk1"/>
                </a:solidFill>
                <a:latin typeface="Gill Sans"/>
                <a:ea typeface="Gill Sans"/>
                <a:cs typeface="Gill Sans"/>
                <a:sym typeface="Gill Sans"/>
              </a:rPr>
              <a:t>Esta característica representa la capacidad del producto software para ser modificado efectiva y eficientemente, debido a necesidades evolutivas, correctivas o perfectivas. Esta característica se subdivide a su vez en las siguientes subcaracterísticas:</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Modularidad.</a:t>
            </a:r>
            <a:r>
              <a:rPr lang="es-MX" sz="1600">
                <a:solidFill>
                  <a:schemeClr val="dk1"/>
                </a:solidFill>
                <a:latin typeface="Gill Sans"/>
                <a:ea typeface="Gill Sans"/>
                <a:cs typeface="Gill Sans"/>
                <a:sym typeface="Gill Sans"/>
              </a:rPr>
              <a:t> Capacidad de un producto para evitar que los cambios en un componente afecten a otros componentes.</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Reusabilidad.</a:t>
            </a:r>
            <a:r>
              <a:rPr lang="es-MX" sz="1600">
                <a:solidFill>
                  <a:schemeClr val="dk1"/>
                </a:solidFill>
                <a:latin typeface="Gill Sans"/>
                <a:ea typeface="Gill Sans"/>
                <a:cs typeface="Gill Sans"/>
                <a:sym typeface="Gill Sans"/>
              </a:rPr>
              <a:t> Capacidad de un activo que permite que sea utilizado en más de un sistema software o en la construcción de otros activos.</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Analizabilidad.</a:t>
            </a:r>
            <a:r>
              <a:rPr lang="es-MX" sz="1600">
                <a:solidFill>
                  <a:schemeClr val="dk1"/>
                </a:solidFill>
                <a:latin typeface="Gill Sans"/>
                <a:ea typeface="Gill Sans"/>
                <a:cs typeface="Gill Sans"/>
                <a:sym typeface="Gill Sans"/>
              </a:rPr>
              <a:t> Facilidad con la que se puede evaluar el impacto de un determinado cambio sobre el resto del software, diagnosticar las deficiencias o causas de fallos en el software, o identificar las partes a modificar.</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Capacidad para ser modificado.</a:t>
            </a:r>
            <a:r>
              <a:rPr lang="es-MX" sz="1600">
                <a:solidFill>
                  <a:schemeClr val="dk1"/>
                </a:solidFill>
                <a:latin typeface="Gill Sans"/>
                <a:ea typeface="Gill Sans"/>
                <a:cs typeface="Gill Sans"/>
                <a:sym typeface="Gill Sans"/>
              </a:rPr>
              <a:t> Capacidad del producto que permite que sea modificado de forma efectiva y eficiente sin introducir defectos o degradar su calidad.</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Capacidad para ser probado.</a:t>
            </a:r>
            <a:r>
              <a:rPr lang="es-MX" sz="1600">
                <a:solidFill>
                  <a:schemeClr val="dk1"/>
                </a:solidFill>
                <a:latin typeface="Gill Sans"/>
                <a:ea typeface="Gill Sans"/>
                <a:cs typeface="Gill Sans"/>
                <a:sym typeface="Gill Sans"/>
              </a:rPr>
              <a:t> Facilidad con la que se pueden establecer criterios de prueba para un sistema o componente y con la que se pueden llevar a cabo las pruebas para determinar si se cumplen dichos criterios.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648"/>
        <p:cNvGrpSpPr/>
        <p:nvPr/>
      </p:nvGrpSpPr>
      <p:grpSpPr>
        <a:xfrm>
          <a:off x="0" y="0"/>
          <a:ext cx="0" cy="0"/>
          <a:chOff x="0" y="0"/>
          <a:chExt cx="0" cy="0"/>
        </a:xfrm>
      </p:grpSpPr>
      <p:sp>
        <p:nvSpPr>
          <p:cNvPr id="14649" name="Google Shape;14649;p41"/>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29</a:t>
            </a:fld>
            <a:endParaRPr/>
          </a:p>
        </p:txBody>
      </p:sp>
      <p:sp>
        <p:nvSpPr>
          <p:cNvPr id="14650" name="Google Shape;14650;p41"/>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ISO 25010</a:t>
            </a:r>
            <a:endParaRPr/>
          </a:p>
        </p:txBody>
      </p:sp>
      <p:sp>
        <p:nvSpPr>
          <p:cNvPr id="14651" name="Google Shape;14651;p41"/>
          <p:cNvSpPr txBox="1"/>
          <p:nvPr/>
        </p:nvSpPr>
        <p:spPr>
          <a:xfrm>
            <a:off x="1102936" y="2284758"/>
            <a:ext cx="9549300" cy="3742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77BB"/>
              </a:buClr>
              <a:buSzPts val="1800"/>
              <a:buFont typeface="Helvetica Neue"/>
              <a:buNone/>
            </a:pPr>
            <a:r>
              <a:rPr lang="es-MX" sz="1800" b="0">
                <a:solidFill>
                  <a:srgbClr val="0077BB"/>
                </a:solidFill>
                <a:latin typeface="Helvetica Neue"/>
                <a:ea typeface="Helvetica Neue"/>
                <a:cs typeface="Helvetica Neue"/>
                <a:sym typeface="Helvetica Neue"/>
              </a:rPr>
              <a:t>Flexibilidad</a:t>
            </a:r>
            <a:endParaRPr/>
          </a:p>
          <a:p>
            <a:pPr marL="0" marR="0" lvl="0" indent="0" algn="l" rtl="0">
              <a:spcBef>
                <a:spcPts val="1500"/>
              </a:spcBef>
              <a:spcAft>
                <a:spcPts val="0"/>
              </a:spcAft>
              <a:buClr>
                <a:schemeClr val="dk1"/>
              </a:buClr>
              <a:buSzPts val="1800"/>
              <a:buFont typeface="Gill Sans"/>
              <a:buNone/>
            </a:pPr>
            <a:r>
              <a:rPr lang="es-MX" sz="1800">
                <a:solidFill>
                  <a:schemeClr val="dk1"/>
                </a:solidFill>
                <a:latin typeface="Gill Sans"/>
                <a:ea typeface="Gill Sans"/>
                <a:cs typeface="Gill Sans"/>
                <a:sym typeface="Gill Sans"/>
              </a:rPr>
              <a:t>Capacidad del producto para adaptarse a cambios en sus requisitos, contextos de uso o entorno del sistema. Esta característica se subdivide a su vez en las siguientes subcaracterísticas:</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Adaptabilidad.</a:t>
            </a:r>
            <a:r>
              <a:rPr lang="es-MX" sz="1800">
                <a:solidFill>
                  <a:schemeClr val="dk1"/>
                </a:solidFill>
                <a:latin typeface="Gill Sans"/>
                <a:ea typeface="Gill Sans"/>
                <a:cs typeface="Gill Sans"/>
                <a:sym typeface="Gill Sans"/>
              </a:rPr>
              <a:t> Capacidad del producto que le permite ser adaptado de forma efectiva y eficiente a diferentes entornos determinados de hardware, software, operacionales o de uso.</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Escalabilidad.</a:t>
            </a:r>
            <a:r>
              <a:rPr lang="es-MX" sz="1800">
                <a:solidFill>
                  <a:schemeClr val="dk1"/>
                </a:solidFill>
                <a:latin typeface="Gill Sans"/>
                <a:ea typeface="Gill Sans"/>
                <a:cs typeface="Gill Sans"/>
                <a:sym typeface="Gill Sans"/>
              </a:rPr>
              <a:t> Capacidad del producto para gestionar cargas de trabajo crecientes o decrecientes y para adaptar su capacidad a la variabilidad.</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Instalabilidad.</a:t>
            </a:r>
            <a:r>
              <a:rPr lang="es-MX" sz="1800">
                <a:solidFill>
                  <a:schemeClr val="dk1"/>
                </a:solidFill>
                <a:latin typeface="Gill Sans"/>
                <a:ea typeface="Gill Sans"/>
                <a:cs typeface="Gill Sans"/>
                <a:sym typeface="Gill Sans"/>
              </a:rPr>
              <a:t> Facilidad con la que el producto se puede instalar y/o desinstalar de forma exitosa en un determinado entorno.</a:t>
            </a:r>
            <a:endParaRPr/>
          </a:p>
          <a:p>
            <a:pPr marL="0" marR="0" lvl="0" indent="-114300" algn="l" rtl="0">
              <a:spcBef>
                <a:spcPts val="750"/>
              </a:spcBef>
              <a:spcAft>
                <a:spcPts val="0"/>
              </a:spcAft>
              <a:buClr>
                <a:schemeClr val="dk1"/>
              </a:buClr>
              <a:buSzPts val="1800"/>
              <a:buFont typeface="Arial"/>
              <a:buChar char="•"/>
            </a:pPr>
            <a:r>
              <a:rPr lang="es-MX" sz="1800" b="1">
                <a:solidFill>
                  <a:schemeClr val="dk1"/>
                </a:solidFill>
                <a:latin typeface="Gill Sans"/>
                <a:ea typeface="Gill Sans"/>
                <a:cs typeface="Gill Sans"/>
                <a:sym typeface="Gill Sans"/>
              </a:rPr>
              <a:t>Reemplazabilidad.</a:t>
            </a:r>
            <a:r>
              <a:rPr lang="es-MX" sz="1800">
                <a:solidFill>
                  <a:schemeClr val="dk1"/>
                </a:solidFill>
                <a:latin typeface="Gill Sans"/>
                <a:ea typeface="Gill Sans"/>
                <a:cs typeface="Gill Sans"/>
                <a:sym typeface="Gill Sans"/>
              </a:rPr>
              <a:t> Capacidad del producto para ser utilizado en lugar de otro producto software determinado con el mismo propósito y en el mismo entorno.</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655"/>
        <p:cNvGrpSpPr/>
        <p:nvPr/>
      </p:nvGrpSpPr>
      <p:grpSpPr>
        <a:xfrm>
          <a:off x="0" y="0"/>
          <a:ext cx="0" cy="0"/>
          <a:chOff x="0" y="0"/>
          <a:chExt cx="0" cy="0"/>
        </a:xfrm>
      </p:grpSpPr>
      <p:sp>
        <p:nvSpPr>
          <p:cNvPr id="14656" name="Google Shape;14656;p42"/>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30</a:t>
            </a:fld>
            <a:endParaRPr/>
          </a:p>
        </p:txBody>
      </p:sp>
      <p:sp>
        <p:nvSpPr>
          <p:cNvPr id="14657" name="Google Shape;14657;p42"/>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ISO 25010</a:t>
            </a:r>
            <a:endParaRPr/>
          </a:p>
        </p:txBody>
      </p:sp>
      <p:sp>
        <p:nvSpPr>
          <p:cNvPr id="14658" name="Google Shape;14658;p42"/>
          <p:cNvSpPr txBox="1"/>
          <p:nvPr/>
        </p:nvSpPr>
        <p:spPr>
          <a:xfrm>
            <a:off x="737318" y="2181986"/>
            <a:ext cx="10461600" cy="4244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77BB"/>
              </a:buClr>
              <a:buSzPts val="1600"/>
              <a:buFont typeface="Helvetica Neue"/>
              <a:buNone/>
            </a:pPr>
            <a:r>
              <a:rPr lang="es-MX" sz="1600" b="0">
                <a:solidFill>
                  <a:srgbClr val="0077BB"/>
                </a:solidFill>
                <a:latin typeface="Helvetica Neue"/>
                <a:ea typeface="Helvetica Neue"/>
                <a:cs typeface="Helvetica Neue"/>
                <a:sym typeface="Helvetica Neue"/>
              </a:rPr>
              <a:t>Protección</a:t>
            </a:r>
            <a:endParaRPr/>
          </a:p>
          <a:p>
            <a:pPr marL="0" marR="0" lvl="0" indent="0" algn="l" rtl="0">
              <a:spcBef>
                <a:spcPts val="1500"/>
              </a:spcBef>
              <a:spcAft>
                <a:spcPts val="0"/>
              </a:spcAft>
              <a:buClr>
                <a:schemeClr val="dk1"/>
              </a:buClr>
              <a:buSzPts val="1600"/>
              <a:buFont typeface="Gill Sans"/>
              <a:buNone/>
            </a:pPr>
            <a:r>
              <a:rPr lang="es-MX" sz="1600">
                <a:solidFill>
                  <a:schemeClr val="dk1"/>
                </a:solidFill>
                <a:latin typeface="Gill Sans"/>
                <a:ea typeface="Gill Sans"/>
                <a:cs typeface="Gill Sans"/>
                <a:sym typeface="Gill Sans"/>
              </a:rPr>
              <a:t>Esta característica representa la capacidad del producto, en condiciones definidas, de evitar un estado en el que se ponga en peligro la vida humana, la salud, la propiedad o el medio ambiente. Esta característica se subdivide a su vez en las siguientes subcaracterísticas:</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Restricción operativa.</a:t>
            </a:r>
            <a:r>
              <a:rPr lang="es-MX" sz="1600">
                <a:solidFill>
                  <a:schemeClr val="dk1"/>
                </a:solidFill>
                <a:latin typeface="Gill Sans"/>
                <a:ea typeface="Gill Sans"/>
                <a:cs typeface="Gill Sans"/>
                <a:sym typeface="Gill Sans"/>
              </a:rPr>
              <a:t> Capacidad de un producto para limitar su funcionamiento a unos parámetros o estados seguros cuando se enfrenta a un peligro operativo.</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Identificación de riesgos.</a:t>
            </a:r>
            <a:r>
              <a:rPr lang="es-MX" sz="1600">
                <a:solidFill>
                  <a:schemeClr val="dk1"/>
                </a:solidFill>
                <a:latin typeface="Gill Sans"/>
                <a:ea typeface="Gill Sans"/>
                <a:cs typeface="Gill Sans"/>
                <a:sym typeface="Gill Sans"/>
              </a:rPr>
              <a:t> Capacidad de un producto para identificar situaciones u operaciones que pueden exponer la vida, la propiedad o el medio ambiente a un riesgo inaceptable.</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Protección ante fallos.</a:t>
            </a:r>
            <a:r>
              <a:rPr lang="es-MX" sz="1600">
                <a:solidFill>
                  <a:schemeClr val="dk1"/>
                </a:solidFill>
                <a:latin typeface="Gill Sans"/>
                <a:ea typeface="Gill Sans"/>
                <a:cs typeface="Gill Sans"/>
                <a:sym typeface="Gill Sans"/>
              </a:rPr>
              <a:t> Capacidad de un producto para ponerse automáticamente en un modo de funcionamiento seguro o para volver a una condición segura en caso de fallo.</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Advertencia de peligro.</a:t>
            </a:r>
            <a:r>
              <a:rPr lang="es-MX" sz="1600">
                <a:solidFill>
                  <a:schemeClr val="dk1"/>
                </a:solidFill>
                <a:latin typeface="Gill Sans"/>
                <a:ea typeface="Gill Sans"/>
                <a:cs typeface="Gill Sans"/>
                <a:sym typeface="Gill Sans"/>
              </a:rPr>
              <a:t> Capacidad de un producto para alertar de riesgos inaceptables, de modo que puedan reaccionar con tiempo suficiente para mantener la seguridad de las operaciones.</a:t>
            </a:r>
            <a:endParaRPr/>
          </a:p>
          <a:p>
            <a:pPr marL="0" marR="0" lvl="0" indent="-101600" algn="l" rtl="0">
              <a:spcBef>
                <a:spcPts val="750"/>
              </a:spcBef>
              <a:spcAft>
                <a:spcPts val="0"/>
              </a:spcAft>
              <a:buClr>
                <a:schemeClr val="dk1"/>
              </a:buClr>
              <a:buSzPts val="1600"/>
              <a:buFont typeface="Arial"/>
              <a:buChar char="•"/>
            </a:pPr>
            <a:r>
              <a:rPr lang="es-MX" sz="1600" b="1">
                <a:solidFill>
                  <a:schemeClr val="dk1"/>
                </a:solidFill>
                <a:latin typeface="Gill Sans"/>
                <a:ea typeface="Gill Sans"/>
                <a:cs typeface="Gill Sans"/>
                <a:sym typeface="Gill Sans"/>
              </a:rPr>
              <a:t>Integración segura.</a:t>
            </a:r>
            <a:r>
              <a:rPr lang="es-MX" sz="1600">
                <a:solidFill>
                  <a:schemeClr val="dk1"/>
                </a:solidFill>
                <a:latin typeface="Gill Sans"/>
                <a:ea typeface="Gill Sans"/>
                <a:cs typeface="Gill Sans"/>
                <a:sym typeface="Gill Sans"/>
              </a:rPr>
              <a:t> Capacidad de un producto para mantener la seguridad durante y después de la integración con uno o varios componentes.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662"/>
        <p:cNvGrpSpPr/>
        <p:nvPr/>
      </p:nvGrpSpPr>
      <p:grpSpPr>
        <a:xfrm>
          <a:off x="0" y="0"/>
          <a:ext cx="0" cy="0"/>
          <a:chOff x="0" y="0"/>
          <a:chExt cx="0" cy="0"/>
        </a:xfrm>
      </p:grpSpPr>
      <p:sp>
        <p:nvSpPr>
          <p:cNvPr id="14663" name="Google Shape;14663;p43"/>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COSTO DE LA CALIDAD</a:t>
            </a:r>
            <a:endParaRPr/>
          </a:p>
        </p:txBody>
      </p:sp>
      <p:sp>
        <p:nvSpPr>
          <p:cNvPr id="14664" name="Google Shape;14664;p43"/>
          <p:cNvSpPr txBox="1"/>
          <p:nvPr/>
        </p:nvSpPr>
        <p:spPr>
          <a:xfrm>
            <a:off x="476141" y="1835327"/>
            <a:ext cx="11029500" cy="5262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000">
                <a:solidFill>
                  <a:schemeClr val="accent1"/>
                </a:solidFill>
                <a:latin typeface="Gill Sans"/>
                <a:ea typeface="Gill Sans"/>
                <a:cs typeface="Gill Sans"/>
                <a:sym typeface="Gill Sans"/>
              </a:rPr>
              <a:t>Costos de la calidad en el desarrollo de software, los diversos tipos de costos asociados con la calidad de software</a:t>
            </a:r>
            <a:endParaRPr/>
          </a:p>
          <a:p>
            <a:pPr marL="0" marR="0" lvl="0" indent="0" algn="l" rtl="0">
              <a:spcBef>
                <a:spcPts val="0"/>
              </a:spcBef>
              <a:spcAft>
                <a:spcPts val="0"/>
              </a:spcAft>
              <a:buNone/>
            </a:pPr>
            <a:endParaRPr sz="2000">
              <a:solidFill>
                <a:schemeClr val="accent1"/>
              </a:solidFill>
              <a:latin typeface="Gill Sans"/>
              <a:ea typeface="Gill Sans"/>
              <a:cs typeface="Gill Sans"/>
              <a:sym typeface="Gill Sans"/>
            </a:endParaRPr>
          </a:p>
          <a:p>
            <a:pPr marL="0" marR="0" lvl="0" indent="0" algn="l" rtl="0">
              <a:spcBef>
                <a:spcPts val="0"/>
              </a:spcBef>
              <a:spcAft>
                <a:spcPts val="0"/>
              </a:spcAft>
              <a:buNone/>
            </a:pPr>
            <a:r>
              <a:rPr lang="es-MX" sz="2000" b="1">
                <a:solidFill>
                  <a:schemeClr val="accent1"/>
                </a:solidFill>
                <a:latin typeface="Gill Sans"/>
                <a:ea typeface="Gill Sans"/>
                <a:cs typeface="Gill Sans"/>
                <a:sym typeface="Gill Sans"/>
              </a:rPr>
              <a:t>1. Costos para asegurar la calidad o costos de conformidad </a:t>
            </a:r>
            <a:endParaRPr/>
          </a:p>
          <a:p>
            <a:pPr marL="0" marR="0" lvl="0" indent="0" algn="l" rtl="0">
              <a:spcBef>
                <a:spcPts val="0"/>
              </a:spcBef>
              <a:spcAft>
                <a:spcPts val="0"/>
              </a:spcAft>
              <a:buNone/>
            </a:pPr>
            <a:endParaRPr sz="2000">
              <a:solidFill>
                <a:schemeClr val="accent1"/>
              </a:solidFill>
              <a:latin typeface="Gill Sans"/>
              <a:ea typeface="Gill Sans"/>
              <a:cs typeface="Gill Sans"/>
              <a:sym typeface="Gill Sans"/>
            </a:endParaRPr>
          </a:p>
          <a:p>
            <a:pPr marL="0" marR="0" lvl="0" indent="0" algn="just" rtl="0">
              <a:spcBef>
                <a:spcPts val="0"/>
              </a:spcBef>
              <a:spcAft>
                <a:spcPts val="0"/>
              </a:spcAft>
              <a:buNone/>
            </a:pPr>
            <a:r>
              <a:rPr lang="es-MX" sz="2000" b="1">
                <a:solidFill>
                  <a:schemeClr val="accent1"/>
                </a:solidFill>
                <a:latin typeface="Gill Sans"/>
                <a:ea typeface="Gill Sans"/>
                <a:cs typeface="Gill Sans"/>
                <a:sym typeface="Gill Sans"/>
              </a:rPr>
              <a:t>Costos de Prevención </a:t>
            </a:r>
            <a:endParaRPr/>
          </a:p>
          <a:p>
            <a:pPr marL="0" marR="0" lvl="0" indent="0" algn="just" rtl="0">
              <a:spcBef>
                <a:spcPts val="0"/>
              </a:spcBef>
              <a:spcAft>
                <a:spcPts val="0"/>
              </a:spcAft>
              <a:buNone/>
            </a:pPr>
            <a:endParaRPr sz="2000" b="1">
              <a:solidFill>
                <a:schemeClr val="accent1"/>
              </a:solidFill>
              <a:latin typeface="Gill Sans"/>
              <a:ea typeface="Gill Sans"/>
              <a:cs typeface="Gill Sans"/>
              <a:sym typeface="Gill Sans"/>
            </a:endParaRPr>
          </a:p>
          <a:p>
            <a:pPr marL="0" marR="0" lvl="0" indent="0" algn="just" rtl="0">
              <a:spcBef>
                <a:spcPts val="0"/>
              </a:spcBef>
              <a:spcAft>
                <a:spcPts val="0"/>
              </a:spcAft>
              <a:buNone/>
            </a:pPr>
            <a:r>
              <a:rPr lang="es-MX" sz="2000">
                <a:solidFill>
                  <a:schemeClr val="accent1"/>
                </a:solidFill>
                <a:latin typeface="Gill Sans"/>
                <a:ea typeface="Gill Sans"/>
                <a:cs typeface="Gill Sans"/>
                <a:sym typeface="Gill Sans"/>
              </a:rPr>
              <a:t>Costo de todos aquellos esfuerzos para asegurar la calidad del software y prevenir defectos en todas las fases del desarrollo de software. </a:t>
            </a:r>
            <a:endParaRPr/>
          </a:p>
          <a:p>
            <a:pPr marL="0" marR="0" lvl="0" indent="0" algn="just" rtl="0">
              <a:spcBef>
                <a:spcPts val="0"/>
              </a:spcBef>
              <a:spcAft>
                <a:spcPts val="0"/>
              </a:spcAft>
              <a:buNone/>
            </a:pPr>
            <a:r>
              <a:rPr lang="es-MX" sz="2000">
                <a:solidFill>
                  <a:schemeClr val="accent1"/>
                </a:solidFill>
                <a:latin typeface="Gill Sans"/>
                <a:ea typeface="Gill Sans"/>
                <a:cs typeface="Gill Sans"/>
                <a:sym typeface="Gill Sans"/>
              </a:rPr>
              <a:t>Por ejemplo: </a:t>
            </a:r>
            <a:endParaRPr/>
          </a:p>
          <a:p>
            <a:pPr marL="342900" marR="0" lvl="0" indent="-342900" algn="just" rtl="0">
              <a:spcBef>
                <a:spcPts val="0"/>
              </a:spcBef>
              <a:spcAft>
                <a:spcPts val="0"/>
              </a:spcAft>
              <a:buClr>
                <a:schemeClr val="accent1"/>
              </a:buClr>
              <a:buSzPts val="2000"/>
              <a:buFont typeface="Arial"/>
              <a:buChar char="•"/>
            </a:pPr>
            <a:r>
              <a:rPr lang="es-MX" sz="2000">
                <a:solidFill>
                  <a:schemeClr val="accent1"/>
                </a:solidFill>
                <a:latin typeface="Gill Sans"/>
                <a:ea typeface="Gill Sans"/>
                <a:cs typeface="Gill Sans"/>
                <a:sym typeface="Gill Sans"/>
              </a:rPr>
              <a:t>Aseguramiento de la calidad (planeación de la calidad, mejora de procesos, definición de procesos, políticas y estándares, obtención, análisis y uso de datos sobre la calidad, análisis de causa raíz), requerimientos (especificaciones y prototipos), administración del proyecto (planeación, capacitación, recopilación de métricas), librería de reúso (capacitación y herramientas), administración de la configuración (capacitación y herramientas), consultoría. </a:t>
            </a:r>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14665" name="Google Shape;14665;p43"/>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669"/>
        <p:cNvGrpSpPr/>
        <p:nvPr/>
      </p:nvGrpSpPr>
      <p:grpSpPr>
        <a:xfrm>
          <a:off x="0" y="0"/>
          <a:ext cx="0" cy="0"/>
          <a:chOff x="0" y="0"/>
          <a:chExt cx="0" cy="0"/>
        </a:xfrm>
      </p:grpSpPr>
      <p:sp>
        <p:nvSpPr>
          <p:cNvPr id="14670" name="Google Shape;14670;p44"/>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COSTO DE LA CALIDAD</a:t>
            </a:r>
            <a:endParaRPr/>
          </a:p>
        </p:txBody>
      </p:sp>
      <p:sp>
        <p:nvSpPr>
          <p:cNvPr id="14671" name="Google Shape;14671;p44"/>
          <p:cNvSpPr txBox="1"/>
          <p:nvPr/>
        </p:nvSpPr>
        <p:spPr>
          <a:xfrm>
            <a:off x="575893" y="2473141"/>
            <a:ext cx="11228100" cy="25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000" b="1">
                <a:solidFill>
                  <a:schemeClr val="accent1"/>
                </a:solidFill>
                <a:latin typeface="Gill Sans"/>
                <a:ea typeface="Gill Sans"/>
                <a:cs typeface="Gill Sans"/>
                <a:sym typeface="Gill Sans"/>
              </a:rPr>
              <a:t>Costos de evaluación</a:t>
            </a:r>
            <a:endParaRPr/>
          </a:p>
          <a:p>
            <a:pPr marL="0" marR="0" lvl="0" indent="0" algn="l" rtl="0">
              <a:spcBef>
                <a:spcPts val="0"/>
              </a:spcBef>
              <a:spcAft>
                <a:spcPts val="0"/>
              </a:spcAft>
              <a:buNone/>
            </a:pPr>
            <a:endParaRPr sz="2000">
              <a:solidFill>
                <a:schemeClr val="accent1"/>
              </a:solidFill>
              <a:latin typeface="Gill Sans"/>
              <a:ea typeface="Gill Sans"/>
              <a:cs typeface="Gill Sans"/>
              <a:sym typeface="Gill Sans"/>
            </a:endParaRPr>
          </a:p>
          <a:p>
            <a:pPr marL="0" marR="0" lvl="0" indent="0" algn="just" rtl="0">
              <a:lnSpc>
                <a:spcPct val="150000"/>
              </a:lnSpc>
              <a:spcBef>
                <a:spcPts val="0"/>
              </a:spcBef>
              <a:spcAft>
                <a:spcPts val="0"/>
              </a:spcAft>
              <a:buNone/>
            </a:pPr>
            <a:r>
              <a:rPr lang="es-MX" sz="2000">
                <a:solidFill>
                  <a:schemeClr val="accent1"/>
                </a:solidFill>
                <a:latin typeface="Gill Sans"/>
                <a:ea typeface="Gill Sans"/>
                <a:cs typeface="Gill Sans"/>
                <a:sym typeface="Gill Sans"/>
              </a:rPr>
              <a:t>Costo del esfuerzo para descubrir la condición de la calidad del software (evaluaciones planeadas). Esto comprende, por ejemplo: evaluación de proyectos(revisión de especificaciones de requerimientos, diseño y componentes, verificaciones y validaciones en general, inspecciones, pruebas unitarias, de integración y de sistema), auditorías de calidad del producto, evaluaciones externas, pruebas de productos adquiridos. </a:t>
            </a:r>
            <a:endParaRPr sz="2000">
              <a:solidFill>
                <a:schemeClr val="accent1"/>
              </a:solidFill>
              <a:latin typeface="Gill Sans"/>
              <a:ea typeface="Gill Sans"/>
              <a:cs typeface="Gill Sans"/>
              <a:sym typeface="Gill Sans"/>
            </a:endParaRPr>
          </a:p>
        </p:txBody>
      </p:sp>
      <p:sp>
        <p:nvSpPr>
          <p:cNvPr id="14672" name="Google Shape;14672;p44"/>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676"/>
        <p:cNvGrpSpPr/>
        <p:nvPr/>
      </p:nvGrpSpPr>
      <p:grpSpPr>
        <a:xfrm>
          <a:off x="0" y="0"/>
          <a:ext cx="0" cy="0"/>
          <a:chOff x="0" y="0"/>
          <a:chExt cx="0" cy="0"/>
        </a:xfrm>
      </p:grpSpPr>
      <p:sp>
        <p:nvSpPr>
          <p:cNvPr id="14677" name="Google Shape;14677;p45"/>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COSTO DE LA CALIDAD</a:t>
            </a:r>
            <a:endParaRPr/>
          </a:p>
        </p:txBody>
      </p:sp>
      <p:sp>
        <p:nvSpPr>
          <p:cNvPr id="14678" name="Google Shape;14678;p45"/>
          <p:cNvSpPr txBox="1"/>
          <p:nvPr/>
        </p:nvSpPr>
        <p:spPr>
          <a:xfrm>
            <a:off x="293261" y="1935080"/>
            <a:ext cx="11029500" cy="2493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000" b="1">
                <a:solidFill>
                  <a:schemeClr val="accent1"/>
                </a:solidFill>
                <a:latin typeface="Gill Sans"/>
                <a:ea typeface="Gill Sans"/>
                <a:cs typeface="Gill Sans"/>
                <a:sym typeface="Gill Sans"/>
              </a:rPr>
              <a:t>2. Costos por falta de calidad o costos de no conformidad</a:t>
            </a:r>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r>
              <a:rPr lang="es-MX" sz="2000" b="1">
                <a:solidFill>
                  <a:schemeClr val="accent1"/>
                </a:solidFill>
                <a:latin typeface="Gill Sans"/>
                <a:ea typeface="Gill Sans"/>
                <a:cs typeface="Gill Sans"/>
                <a:sym typeface="Gill Sans"/>
              </a:rPr>
              <a:t>Costos de fallas internas</a:t>
            </a:r>
            <a:endParaRPr/>
          </a:p>
          <a:p>
            <a:pPr marL="0" marR="0" lvl="0" indent="0" algn="l" rtl="0">
              <a:spcBef>
                <a:spcPts val="0"/>
              </a:spcBef>
              <a:spcAft>
                <a:spcPts val="0"/>
              </a:spcAft>
              <a:buNone/>
            </a:pPr>
            <a:endParaRPr sz="2000" b="1">
              <a:solidFill>
                <a:schemeClr val="accent1"/>
              </a:solidFill>
              <a:latin typeface="Gill Sans"/>
              <a:ea typeface="Gill Sans"/>
              <a:cs typeface="Gill Sans"/>
              <a:sym typeface="Gill Sans"/>
            </a:endParaRPr>
          </a:p>
          <a:p>
            <a:pPr marL="0" marR="0" lvl="0" indent="0" algn="l" rtl="0">
              <a:spcBef>
                <a:spcPts val="0"/>
              </a:spcBef>
              <a:spcAft>
                <a:spcPts val="0"/>
              </a:spcAft>
              <a:buNone/>
            </a:pPr>
            <a:r>
              <a:rPr lang="es-MX" sz="2000">
                <a:solidFill>
                  <a:schemeClr val="accent1"/>
                </a:solidFill>
                <a:latin typeface="Gill Sans"/>
                <a:ea typeface="Gill Sans"/>
                <a:cs typeface="Gill Sans"/>
                <a:sym typeface="Gill Sans"/>
              </a:rPr>
              <a:t>Costo del esfuerzo para detectar y corregir problemas previos a que el usuario los detecte, por ejemplo, </a:t>
            </a:r>
            <a:endParaRPr/>
          </a:p>
          <a:p>
            <a:pPr marL="0" marR="0" lvl="0" indent="0" algn="l" rtl="0">
              <a:spcBef>
                <a:spcPts val="0"/>
              </a:spcBef>
              <a:spcAft>
                <a:spcPts val="0"/>
              </a:spcAft>
              <a:buNone/>
            </a:pPr>
            <a:endParaRPr sz="2000">
              <a:solidFill>
                <a:schemeClr val="accent1"/>
              </a:solidFill>
              <a:latin typeface="Gill Sans"/>
              <a:ea typeface="Gill Sans"/>
              <a:cs typeface="Gill Sans"/>
              <a:sym typeface="Gill Sans"/>
            </a:endParaRPr>
          </a:p>
          <a:p>
            <a:pPr marL="0" marR="0" lvl="0" indent="0" algn="l" rtl="0">
              <a:spcBef>
                <a:spcPts val="0"/>
              </a:spcBef>
              <a:spcAft>
                <a:spcPts val="0"/>
              </a:spcAft>
              <a:buNone/>
            </a:pPr>
            <a:r>
              <a:rPr lang="es-MX" sz="2000">
                <a:solidFill>
                  <a:schemeClr val="accent1"/>
                </a:solidFill>
                <a:latin typeface="Gill Sans"/>
                <a:ea typeface="Gill Sans"/>
                <a:cs typeface="Gill Sans"/>
                <a:sym typeface="Gill Sans"/>
              </a:rPr>
              <a:t>corregir defectos y el retrabajo correctivo en todas las etapas.  </a:t>
            </a:r>
            <a:endParaRPr/>
          </a:p>
        </p:txBody>
      </p:sp>
      <p:sp>
        <p:nvSpPr>
          <p:cNvPr id="14679" name="Google Shape;14679;p45"/>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683"/>
        <p:cNvGrpSpPr/>
        <p:nvPr/>
      </p:nvGrpSpPr>
      <p:grpSpPr>
        <a:xfrm>
          <a:off x="0" y="0"/>
          <a:ext cx="0" cy="0"/>
          <a:chOff x="0" y="0"/>
          <a:chExt cx="0" cy="0"/>
        </a:xfrm>
      </p:grpSpPr>
      <p:sp>
        <p:nvSpPr>
          <p:cNvPr id="14684" name="Google Shape;14684;p46"/>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RIESGO</a:t>
            </a:r>
            <a:endParaRPr/>
          </a:p>
        </p:txBody>
      </p:sp>
      <p:sp>
        <p:nvSpPr>
          <p:cNvPr id="14685" name="Google Shape;14685;p46"/>
          <p:cNvSpPr txBox="1"/>
          <p:nvPr/>
        </p:nvSpPr>
        <p:spPr>
          <a:xfrm>
            <a:off x="293262" y="1908429"/>
            <a:ext cx="11444400" cy="47706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000">
                <a:solidFill>
                  <a:schemeClr val="accent1"/>
                </a:solidFill>
                <a:latin typeface="Gill Sans"/>
                <a:ea typeface="Gill Sans"/>
                <a:cs typeface="Gill Sans"/>
                <a:sym typeface="Gill Sans"/>
              </a:rPr>
              <a:t>En el mes de noviembre de 2000, en un hospital de Panamá, 28 pacientes recibieron dosis masivas de rayos gama durante su tratamiento contra diversos tipos de cáncer. En los meses que siguieron, 5 de estos pacientes murieron por envenenamiento radiactivo y 15 más sufrieron complicaciones serias. ¿Qué fue lo que ocasionó esta tragedia? Un paquete de software, desarrollado por una compañía estadounidense, que fue modificado por técnicos del hospital para calcular las dosis de radiación para cada paciente. Los tres médicos panameños que “pellizcaron” el software para que diera capacidad adicional fueron acusados de asesinato en segundo grado. La empresa de Estados Unidos enfrentó litigios serios en los dos países. Gage y McCormick comentan lo siguiente: Éste no es un relato para prevenir a los médicos, aun cuando luchen por estar fuera de la cárcel si no entienden o hacen mal uso de la tecnología. Tampoco es la narración de cómo pueden salir heridos, o algo peor, los seres humanos a causa del software mal diseñado o poco explicado, aunque hay muchos ejemplos al respecto. Ésta es la alerta para cualquier creador de programas de cómputo: la calidad del software importa, las aplicaciones deben ser a prueba de tontos y el código mal desplegado —ya sea incrustado en el motor de un automóvil, un brazo robótico o un dispositivo de curación en un hospital— puede matar. </a:t>
            </a:r>
            <a:endParaRPr/>
          </a:p>
          <a:p>
            <a:pPr marL="0" marR="0" lvl="0" indent="0" algn="ctr" rtl="0">
              <a:spcBef>
                <a:spcPts val="0"/>
              </a:spcBef>
              <a:spcAft>
                <a:spcPts val="0"/>
              </a:spcAft>
              <a:buNone/>
            </a:pPr>
            <a:r>
              <a:rPr lang="es-MX" sz="2400" b="1">
                <a:solidFill>
                  <a:schemeClr val="accent1"/>
                </a:solidFill>
                <a:latin typeface="Gill Sans"/>
                <a:ea typeface="Gill Sans"/>
                <a:cs typeface="Gill Sans"/>
                <a:sym typeface="Gill Sans"/>
              </a:rPr>
              <a:t>La mala calidad conlleva riesgos, algunos muy serios.</a:t>
            </a:r>
            <a:endParaRPr sz="2400" b="1">
              <a:solidFill>
                <a:schemeClr val="accent1"/>
              </a:solidFill>
              <a:latin typeface="Gill Sans"/>
              <a:ea typeface="Gill Sans"/>
              <a:cs typeface="Gill Sans"/>
              <a:sym typeface="Gill Sans"/>
            </a:endParaRPr>
          </a:p>
        </p:txBody>
      </p:sp>
      <p:sp>
        <p:nvSpPr>
          <p:cNvPr id="14686" name="Google Shape;14686;p46"/>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690"/>
        <p:cNvGrpSpPr/>
        <p:nvPr/>
      </p:nvGrpSpPr>
      <p:grpSpPr>
        <a:xfrm>
          <a:off x="0" y="0"/>
          <a:ext cx="0" cy="0"/>
          <a:chOff x="0" y="0"/>
          <a:chExt cx="0" cy="0"/>
        </a:xfrm>
      </p:grpSpPr>
      <p:sp>
        <p:nvSpPr>
          <p:cNvPr id="14691" name="Google Shape;14691;p47"/>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RIESGO –NEGLIGENCIA Y RESPONSABILIDAD-</a:t>
            </a:r>
            <a:endParaRPr/>
          </a:p>
        </p:txBody>
      </p:sp>
      <p:sp>
        <p:nvSpPr>
          <p:cNvPr id="14692" name="Google Shape;14692;p47"/>
          <p:cNvSpPr txBox="1"/>
          <p:nvPr/>
        </p:nvSpPr>
        <p:spPr>
          <a:xfrm>
            <a:off x="5606613" y="2266171"/>
            <a:ext cx="6138600" cy="3754800"/>
          </a:xfrm>
          <a:prstGeom prst="rect">
            <a:avLst/>
          </a:prstGeom>
          <a:noFill/>
          <a:ln>
            <a:noFill/>
          </a:ln>
        </p:spPr>
        <p:txBody>
          <a:bodyPr spcFirstLastPara="1" wrap="square" lIns="91425" tIns="45700" rIns="91425" bIns="45700" anchor="t" anchorCtr="0">
            <a:spAutoFit/>
          </a:bodyPr>
          <a:lstStyle/>
          <a:p>
            <a:pPr marL="306000" marR="0" lvl="0" indent="-306000" algn="l" rtl="0">
              <a:spcBef>
                <a:spcPts val="0"/>
              </a:spcBef>
              <a:spcAft>
                <a:spcPts val="0"/>
              </a:spcAft>
              <a:buClr>
                <a:schemeClr val="accent2"/>
              </a:buClr>
              <a:buSzPts val="1840"/>
              <a:buFont typeface="Noto Sans Symbols"/>
              <a:buChar char="◼"/>
            </a:pPr>
            <a:r>
              <a:rPr lang="es-MX" sz="2000">
                <a:solidFill>
                  <a:schemeClr val="accent1"/>
                </a:solidFill>
                <a:latin typeface="Gill Sans"/>
                <a:ea typeface="Gill Sans"/>
                <a:cs typeface="Gill Sans"/>
                <a:sym typeface="Gill Sans"/>
              </a:rPr>
              <a:t>Se comienzan con las mejores intenciones, por ambas partes, clientes y el equipo de desarrollo de SW.</a:t>
            </a:r>
            <a:endParaRPr/>
          </a:p>
          <a:p>
            <a:pPr marL="285750" marR="0" lvl="0" indent="-171450" algn="l" rtl="0">
              <a:spcBef>
                <a:spcPts val="600"/>
              </a:spcBef>
              <a:spcAft>
                <a:spcPts val="0"/>
              </a:spcAft>
              <a:buClr>
                <a:schemeClr val="dk1"/>
              </a:buClr>
              <a:buSzPts val="1800"/>
              <a:buFont typeface="Arial"/>
              <a:buNone/>
            </a:pPr>
            <a:endParaRPr sz="1800">
              <a:solidFill>
                <a:schemeClr val="dk1"/>
              </a:solidFill>
              <a:latin typeface="Gill Sans"/>
              <a:ea typeface="Gill Sans"/>
              <a:cs typeface="Gill Sans"/>
              <a:sym typeface="Gill Sans"/>
            </a:endParaRPr>
          </a:p>
          <a:p>
            <a:pPr marL="306000" marR="0" lvl="0" indent="-306000" algn="l" rtl="0">
              <a:spcBef>
                <a:spcPts val="3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Retraso en la/s entrega/s.</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No da los resultados esperados.</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No cuenta con la aprobación del cliente.</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Comienzan los litigios legales</a:t>
            </a:r>
            <a:endParaRPr/>
          </a:p>
          <a:p>
            <a:pPr marL="306000" marR="0" lvl="0" indent="-212528" algn="l" rtl="0">
              <a:spcBef>
                <a:spcPts val="920"/>
              </a:spcBef>
              <a:spcAft>
                <a:spcPts val="0"/>
              </a:spcAft>
              <a:buClr>
                <a:schemeClr val="accent2"/>
              </a:buClr>
              <a:buSzPts val="1472"/>
              <a:buFont typeface="Noto Sans Symbols"/>
              <a:buNone/>
            </a:pPr>
            <a:endParaRPr sz="1600">
              <a:solidFill>
                <a:schemeClr val="accent1"/>
              </a:solidFill>
              <a:latin typeface="Gill Sans"/>
              <a:ea typeface="Gill Sans"/>
              <a:cs typeface="Gill Sans"/>
              <a:sym typeface="Gill Sans"/>
            </a:endParaRPr>
          </a:p>
          <a:p>
            <a:pPr marL="285750" marR="0" lvl="0" indent="-171450" algn="l" rtl="0">
              <a:spcBef>
                <a:spcPts val="600"/>
              </a:spcBef>
              <a:spcAft>
                <a:spcPts val="0"/>
              </a:spcAft>
              <a:buClr>
                <a:schemeClr val="dk1"/>
              </a:buClr>
              <a:buSzPts val="1800"/>
              <a:buFont typeface="Arial"/>
              <a:buNone/>
            </a:pPr>
            <a:endParaRPr sz="1800">
              <a:solidFill>
                <a:schemeClr val="dk1"/>
              </a:solidFill>
              <a:latin typeface="Gill Sans"/>
              <a:ea typeface="Gill Sans"/>
              <a:cs typeface="Gill Sans"/>
              <a:sym typeface="Gill Sans"/>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Gill Sans"/>
              <a:ea typeface="Gill Sans"/>
              <a:cs typeface="Gill Sans"/>
              <a:sym typeface="Gill Sans"/>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Gill Sans"/>
              <a:ea typeface="Gill Sans"/>
              <a:cs typeface="Gill Sans"/>
              <a:sym typeface="Gill Sans"/>
            </a:endParaRPr>
          </a:p>
        </p:txBody>
      </p:sp>
      <p:pic>
        <p:nvPicPr>
          <p:cNvPr id="14693" name="Google Shape;14693;p47"/>
          <p:cNvPicPr preferRelativeResize="0"/>
          <p:nvPr/>
        </p:nvPicPr>
        <p:blipFill rotWithShape="1">
          <a:blip r:embed="rId3">
            <a:alphaModFix/>
          </a:blip>
          <a:srcRect/>
          <a:stretch/>
        </p:blipFill>
        <p:spPr>
          <a:xfrm>
            <a:off x="575894" y="1949988"/>
            <a:ext cx="4594559" cy="4594559"/>
          </a:xfrm>
          <a:prstGeom prst="rect">
            <a:avLst/>
          </a:prstGeom>
          <a:noFill/>
          <a:ln>
            <a:noFill/>
          </a:ln>
        </p:spPr>
      </p:pic>
      <p:sp>
        <p:nvSpPr>
          <p:cNvPr id="14694" name="Google Shape;14694;p47"/>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698"/>
        <p:cNvGrpSpPr/>
        <p:nvPr/>
      </p:nvGrpSpPr>
      <p:grpSpPr>
        <a:xfrm>
          <a:off x="0" y="0"/>
          <a:ext cx="0" cy="0"/>
          <a:chOff x="0" y="0"/>
          <a:chExt cx="0" cy="0"/>
        </a:xfrm>
      </p:grpSpPr>
      <p:sp>
        <p:nvSpPr>
          <p:cNvPr id="14699" name="Google Shape;14699;p48"/>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CALIDAD  VS.  SEGURIDAD</a:t>
            </a:r>
            <a:endParaRPr/>
          </a:p>
        </p:txBody>
      </p:sp>
      <p:sp>
        <p:nvSpPr>
          <p:cNvPr id="14700" name="Google Shape;14700;p48"/>
          <p:cNvSpPr txBox="1"/>
          <p:nvPr/>
        </p:nvSpPr>
        <p:spPr>
          <a:xfrm>
            <a:off x="575894" y="2627791"/>
            <a:ext cx="8101500" cy="3576300"/>
          </a:xfrm>
          <a:prstGeom prst="rect">
            <a:avLst/>
          </a:prstGeom>
          <a:noFill/>
          <a:ln>
            <a:noFill/>
          </a:ln>
        </p:spPr>
        <p:txBody>
          <a:bodyPr spcFirstLastPara="1" wrap="square" lIns="91425" tIns="45700" rIns="91425" bIns="45700" anchor="t" anchorCtr="0">
            <a:spAutoFit/>
          </a:bodyPr>
          <a:lstStyle/>
          <a:p>
            <a:pPr marL="306000" marR="0" lvl="0" indent="-306000" algn="l" rtl="0">
              <a:spcBef>
                <a:spcPts val="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La Calidad en el SW garantiza seguridad.</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El SW que no cuenta con Calidad es fácilmente vulnerado.</a:t>
            </a:r>
            <a:endParaRPr/>
          </a:p>
          <a:p>
            <a:pPr marL="306000" marR="0" lvl="0" indent="-306000" algn="l" rtl="0">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En el CVP debe planificarse los términos de Seguridad que debemos aplicar para garantizar:</a:t>
            </a:r>
            <a:endParaRPr/>
          </a:p>
          <a:p>
            <a:pPr marL="763200" marR="0" lvl="2" indent="-306000" algn="l" rtl="0">
              <a:spcBef>
                <a:spcPts val="920"/>
              </a:spcBef>
              <a:spcAft>
                <a:spcPts val="0"/>
              </a:spcAft>
              <a:buClr>
                <a:schemeClr val="accent2"/>
              </a:buClr>
              <a:buSzPts val="1472"/>
              <a:buFont typeface="Noto Sans Symbols"/>
              <a:buChar char="◼"/>
            </a:pPr>
            <a:r>
              <a:rPr lang="es-MX" sz="1600" b="0" i="0" u="none" strike="noStrike" cap="none">
                <a:solidFill>
                  <a:schemeClr val="accent1"/>
                </a:solidFill>
                <a:latin typeface="Gill Sans"/>
                <a:ea typeface="Gill Sans"/>
                <a:cs typeface="Gill Sans"/>
                <a:sym typeface="Gill Sans"/>
              </a:rPr>
              <a:t>Confiabilidad</a:t>
            </a:r>
            <a:endParaRPr/>
          </a:p>
          <a:p>
            <a:pPr marL="763200" marR="0" lvl="2" indent="-306000" algn="l" rtl="0">
              <a:spcBef>
                <a:spcPts val="920"/>
              </a:spcBef>
              <a:spcAft>
                <a:spcPts val="0"/>
              </a:spcAft>
              <a:buClr>
                <a:schemeClr val="accent2"/>
              </a:buClr>
              <a:buSzPts val="1472"/>
              <a:buFont typeface="Noto Sans Symbols"/>
              <a:buChar char="◼"/>
            </a:pPr>
            <a:r>
              <a:rPr lang="es-MX" sz="1600" b="0" i="0" u="none" strike="noStrike" cap="none">
                <a:solidFill>
                  <a:schemeClr val="accent1"/>
                </a:solidFill>
                <a:latin typeface="Gill Sans"/>
                <a:ea typeface="Gill Sans"/>
                <a:cs typeface="Gill Sans"/>
                <a:sym typeface="Gill Sans"/>
              </a:rPr>
              <a:t>Disponibilidad</a:t>
            </a:r>
            <a:endParaRPr/>
          </a:p>
          <a:p>
            <a:pPr marL="763200" marR="0" lvl="2" indent="-306000" algn="l" rtl="0">
              <a:spcBef>
                <a:spcPts val="920"/>
              </a:spcBef>
              <a:spcAft>
                <a:spcPts val="0"/>
              </a:spcAft>
              <a:buClr>
                <a:schemeClr val="accent2"/>
              </a:buClr>
              <a:buSzPts val="1472"/>
              <a:buFont typeface="Noto Sans Symbols"/>
              <a:buChar char="◼"/>
            </a:pPr>
            <a:r>
              <a:rPr lang="es-MX" sz="1600" b="0" i="0" u="none" strike="noStrike" cap="none">
                <a:solidFill>
                  <a:schemeClr val="accent1"/>
                </a:solidFill>
                <a:latin typeface="Gill Sans"/>
                <a:ea typeface="Gill Sans"/>
                <a:cs typeface="Gill Sans"/>
                <a:sym typeface="Gill Sans"/>
              </a:rPr>
              <a:t>Integridad</a:t>
            </a:r>
            <a:endParaRPr/>
          </a:p>
          <a:p>
            <a:pPr marL="742950" marR="0" lvl="1" indent="-171450" algn="l" rtl="0">
              <a:spcBef>
                <a:spcPts val="600"/>
              </a:spcBef>
              <a:spcAft>
                <a:spcPts val="0"/>
              </a:spcAft>
              <a:buClr>
                <a:schemeClr val="accent2"/>
              </a:buClr>
              <a:buSzPts val="1800"/>
              <a:buFont typeface="Noto Sans Symbols"/>
              <a:buNone/>
            </a:pPr>
            <a:endParaRPr sz="1800" b="0" i="0" u="none" strike="noStrike" cap="none">
              <a:solidFill>
                <a:schemeClr val="dk1"/>
              </a:solidFill>
              <a:latin typeface="Gill Sans"/>
              <a:ea typeface="Gill Sans"/>
              <a:cs typeface="Gill Sans"/>
              <a:sym typeface="Gill Sans"/>
            </a:endParaRPr>
          </a:p>
          <a:p>
            <a:pPr marL="306000" marR="0" lvl="1" indent="-306000" algn="l" rtl="0">
              <a:spcBef>
                <a:spcPts val="320"/>
              </a:spcBef>
              <a:spcAft>
                <a:spcPts val="0"/>
              </a:spcAft>
              <a:buClr>
                <a:schemeClr val="accent2"/>
              </a:buClr>
              <a:buSzPts val="1472"/>
              <a:buFont typeface="Noto Sans Symbols"/>
              <a:buChar char="◼"/>
            </a:pPr>
            <a:r>
              <a:rPr lang="es-MX" sz="1600" b="0" i="0" u="none" strike="noStrike" cap="none">
                <a:solidFill>
                  <a:schemeClr val="accent1"/>
                </a:solidFill>
                <a:latin typeface="Gill Sans"/>
                <a:ea typeface="Gill Sans"/>
                <a:cs typeface="Gill Sans"/>
                <a:sym typeface="Gill Sans"/>
              </a:rPr>
              <a:t>Garantizar sus respectivas pruebas, sobre las fallas en la implementación y/o errores.</a:t>
            </a:r>
            <a:endParaRPr/>
          </a:p>
          <a:p>
            <a:pPr marL="306000" marR="0" lvl="1" indent="-212528" algn="l" rtl="0">
              <a:spcBef>
                <a:spcPts val="920"/>
              </a:spcBef>
              <a:spcAft>
                <a:spcPts val="0"/>
              </a:spcAft>
              <a:buClr>
                <a:schemeClr val="accent2"/>
              </a:buClr>
              <a:buSzPts val="1472"/>
              <a:buFont typeface="Noto Sans Symbols"/>
              <a:buNone/>
            </a:pPr>
            <a:endParaRPr sz="1600" b="0" i="0" u="none" strike="noStrike" cap="none">
              <a:solidFill>
                <a:schemeClr val="accent1"/>
              </a:solidFill>
              <a:latin typeface="Gill Sans"/>
              <a:ea typeface="Gill Sans"/>
              <a:cs typeface="Gill Sans"/>
              <a:sym typeface="Gill Sans"/>
            </a:endParaRPr>
          </a:p>
          <a:p>
            <a:pPr marL="285750" marR="0" lvl="0" indent="-171450" algn="l" rtl="0">
              <a:spcBef>
                <a:spcPts val="600"/>
              </a:spcBef>
              <a:spcAft>
                <a:spcPts val="0"/>
              </a:spcAft>
              <a:buClr>
                <a:schemeClr val="accent2"/>
              </a:buClr>
              <a:buSzPts val="1800"/>
              <a:buFont typeface="Noto Sans Symbols"/>
              <a:buNone/>
            </a:pPr>
            <a:endParaRPr sz="1800">
              <a:solidFill>
                <a:schemeClr val="dk1"/>
              </a:solidFill>
              <a:latin typeface="Gill Sans"/>
              <a:ea typeface="Gill Sans"/>
              <a:cs typeface="Gill Sans"/>
              <a:sym typeface="Gill Sans"/>
            </a:endParaRPr>
          </a:p>
        </p:txBody>
      </p:sp>
      <p:sp>
        <p:nvSpPr>
          <p:cNvPr id="14701" name="Google Shape;14701;p48"/>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705"/>
        <p:cNvGrpSpPr/>
        <p:nvPr/>
      </p:nvGrpSpPr>
      <p:grpSpPr>
        <a:xfrm>
          <a:off x="0" y="0"/>
          <a:ext cx="0" cy="0"/>
          <a:chOff x="0" y="0"/>
          <a:chExt cx="0" cy="0"/>
        </a:xfrm>
      </p:grpSpPr>
      <p:sp>
        <p:nvSpPr>
          <p:cNvPr id="14706" name="Google Shape;14706;p49"/>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MX"/>
              <a:t>CALIDAD</a:t>
            </a:r>
            <a:endParaRPr/>
          </a:p>
        </p:txBody>
      </p:sp>
      <p:sp>
        <p:nvSpPr>
          <p:cNvPr id="14707" name="Google Shape;14707;p49"/>
          <p:cNvSpPr txBox="1"/>
          <p:nvPr/>
        </p:nvSpPr>
        <p:spPr>
          <a:xfrm>
            <a:off x="656948" y="2277057"/>
            <a:ext cx="10582200" cy="267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400">
                <a:solidFill>
                  <a:schemeClr val="accent1"/>
                </a:solidFill>
                <a:latin typeface="Gill Sans"/>
                <a:ea typeface="Gill Sans"/>
                <a:cs typeface="Gill Sans"/>
                <a:sym typeface="Gill Sans"/>
              </a:rPr>
              <a:t>Sin importar el enfoque que se elija, la calidad tiene un costo que puede estudiarse en términos de prevención, evaluación y falla. Los costos de prevención incluyen todas las acciones de la ingeniería de software diseñadas para prevenir los defectos. Los costos de evaluación están asociados con aquellas acciones que evalúan los productos del trabajo de software para determinar su calidad. Los costos de falla incluyen el precio interno de fallar y los efectos externos que precipitan la mala calidad.</a:t>
            </a:r>
            <a:endParaRPr sz="2400">
              <a:solidFill>
                <a:schemeClr val="accent1"/>
              </a:solidFill>
              <a:latin typeface="Gill Sans"/>
              <a:ea typeface="Gill Sans"/>
              <a:cs typeface="Gill Sans"/>
              <a:sym typeface="Gill Sans"/>
            </a:endParaRPr>
          </a:p>
        </p:txBody>
      </p:sp>
      <p:sp>
        <p:nvSpPr>
          <p:cNvPr id="14708" name="Google Shape;14708;p49"/>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713"/>
        <p:cNvGrpSpPr/>
        <p:nvPr/>
      </p:nvGrpSpPr>
      <p:grpSpPr>
        <a:xfrm>
          <a:off x="0" y="0"/>
          <a:ext cx="0" cy="0"/>
          <a:chOff x="0" y="0"/>
          <a:chExt cx="0" cy="0"/>
        </a:xfrm>
      </p:grpSpPr>
      <p:cxnSp>
        <p:nvCxnSpPr>
          <p:cNvPr id="14714" name="Google Shape;14714;p50"/>
          <p:cNvCxnSpPr/>
          <p:nvPr/>
        </p:nvCxnSpPr>
        <p:spPr>
          <a:xfrm>
            <a:off x="0" y="0"/>
            <a:ext cx="914400" cy="0"/>
          </a:xfrm>
          <a:prstGeom prst="straightConnector1">
            <a:avLst/>
          </a:prstGeom>
          <a:noFill/>
          <a:ln w="9525" cap="rnd" cmpd="sng">
            <a:solidFill>
              <a:srgbClr val="FBFFFF"/>
            </a:solidFill>
            <a:prstDash val="solid"/>
            <a:round/>
            <a:headEnd type="none" w="sm" len="sm"/>
            <a:tailEnd type="none" w="sm" len="sm"/>
          </a:ln>
        </p:spPr>
      </p:cxnSp>
      <p:sp>
        <p:nvSpPr>
          <p:cNvPr id="14715" name="Google Shape;14715;p50"/>
          <p:cNvSpPr txBox="1">
            <a:spLocks noGrp="1"/>
          </p:cNvSpPr>
          <p:nvPr>
            <p:ph type="title"/>
          </p:nvPr>
        </p:nvSpPr>
        <p:spPr>
          <a:xfrm>
            <a:off x="1274322" y="1085610"/>
            <a:ext cx="4494300" cy="554100"/>
          </a:xfrm>
          <a:prstGeom prst="rect">
            <a:avLst/>
          </a:prstGeom>
          <a:noFill/>
          <a:ln>
            <a:noFill/>
          </a:ln>
        </p:spPr>
        <p:txBody>
          <a:bodyPr spcFirstLastPara="1" wrap="square" lIns="91425" tIns="45700" rIns="91425" bIns="45700" anchor="b" anchorCtr="0">
            <a:normAutofit fontScale="90000"/>
          </a:bodyPr>
          <a:lstStyle/>
          <a:p>
            <a:pPr marL="0" lvl="0" indent="0" algn="ctr" rtl="0">
              <a:spcBef>
                <a:spcPts val="0"/>
              </a:spcBef>
              <a:spcAft>
                <a:spcPts val="0"/>
              </a:spcAft>
              <a:buClr>
                <a:schemeClr val="lt1"/>
              </a:buClr>
              <a:buSzPct val="100000"/>
              <a:buFont typeface="Arial"/>
              <a:buNone/>
            </a:pPr>
            <a:r>
              <a:rPr lang="es-MX" sz="3500" b="1">
                <a:latin typeface="Arial"/>
                <a:ea typeface="Arial"/>
                <a:cs typeface="Arial"/>
                <a:sym typeface="Arial"/>
              </a:rPr>
              <a:t>DUDAS ?</a:t>
            </a:r>
            <a:endParaRPr sz="3500" b="1">
              <a:latin typeface="Arial"/>
              <a:ea typeface="Arial"/>
              <a:cs typeface="Arial"/>
              <a:sym typeface="Arial"/>
            </a:endParaRPr>
          </a:p>
        </p:txBody>
      </p:sp>
      <p:pic>
        <p:nvPicPr>
          <p:cNvPr id="14716" name="Google Shape;14716;p50" descr="Sala de alumnos levantando la mano frente a un profesor"/>
          <p:cNvPicPr preferRelativeResize="0">
            <a:picLocks noGrp="1"/>
          </p:cNvPicPr>
          <p:nvPr>
            <p:ph type="body" idx="1"/>
          </p:nvPr>
        </p:nvPicPr>
        <p:blipFill rotWithShape="1">
          <a:blip r:embed="rId3">
            <a:alphaModFix/>
          </a:blip>
          <a:srcRect/>
          <a:stretch/>
        </p:blipFill>
        <p:spPr>
          <a:xfrm>
            <a:off x="1494046" y="1901291"/>
            <a:ext cx="5276400" cy="3594000"/>
          </a:xfrm>
          <a:prstGeom prst="rect">
            <a:avLst/>
          </a:prstGeom>
          <a:noFill/>
          <a:ln>
            <a:noFill/>
          </a:ln>
        </p:spPr>
      </p:pic>
      <p:sp>
        <p:nvSpPr>
          <p:cNvPr id="14717" name="Google Shape;14717;p50"/>
          <p:cNvSpPr txBox="1"/>
          <p:nvPr/>
        </p:nvSpPr>
        <p:spPr>
          <a:xfrm>
            <a:off x="2102809" y="5696714"/>
            <a:ext cx="6094500" cy="600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3300" b="1" cap="none">
                <a:solidFill>
                  <a:srgbClr val="132547"/>
                </a:solidFill>
                <a:latin typeface="Arial"/>
                <a:ea typeface="Arial"/>
                <a:cs typeface="Arial"/>
                <a:sym typeface="Arial"/>
              </a:rPr>
              <a:t>COMENTARIOS?</a:t>
            </a:r>
            <a:endParaRPr sz="3300" b="1" cap="none">
              <a:solidFill>
                <a:srgbClr val="132547"/>
              </a:solidFill>
              <a:latin typeface="Arial"/>
              <a:ea typeface="Arial"/>
              <a:cs typeface="Arial"/>
              <a:sym typeface="Arial"/>
            </a:endParaRPr>
          </a:p>
        </p:txBody>
      </p:sp>
      <p:sp>
        <p:nvSpPr>
          <p:cNvPr id="14718" name="Google Shape;14718;p50"/>
          <p:cNvSpPr txBox="1"/>
          <p:nvPr/>
        </p:nvSpPr>
        <p:spPr>
          <a:xfrm>
            <a:off x="6426740" y="3338418"/>
            <a:ext cx="4494300" cy="55410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ctr" rtl="0">
              <a:lnSpc>
                <a:spcPct val="90000"/>
              </a:lnSpc>
              <a:spcBef>
                <a:spcPts val="0"/>
              </a:spcBef>
              <a:spcAft>
                <a:spcPts val="0"/>
              </a:spcAft>
              <a:buClr>
                <a:srgbClr val="132547"/>
              </a:buClr>
              <a:buSzPct val="100000"/>
              <a:buFont typeface="Arial"/>
              <a:buNone/>
            </a:pPr>
            <a:r>
              <a:rPr lang="es-MX" sz="13300" b="1" i="0" cap="none">
                <a:solidFill>
                  <a:srgbClr val="132547"/>
                </a:solidFill>
                <a:latin typeface="Arial"/>
                <a:ea typeface="Arial"/>
                <a:cs typeface="Arial"/>
                <a:sym typeface="Arial"/>
              </a:rPr>
              <a:t>PREGUNTAS?</a:t>
            </a:r>
            <a:br>
              <a:rPr lang="es-MX" sz="3500" b="1" i="0" cap="none">
                <a:solidFill>
                  <a:schemeClr val="dk1"/>
                </a:solidFill>
                <a:latin typeface="Arial"/>
                <a:ea typeface="Arial"/>
                <a:cs typeface="Arial"/>
                <a:sym typeface="Arial"/>
              </a:rPr>
            </a:br>
            <a:br>
              <a:rPr lang="es-MX" sz="3500" b="1" i="0" cap="none">
                <a:solidFill>
                  <a:schemeClr val="accent1"/>
                </a:solidFill>
                <a:latin typeface="Arial"/>
                <a:ea typeface="Arial"/>
                <a:cs typeface="Arial"/>
                <a:sym typeface="Arial"/>
              </a:rPr>
            </a:br>
            <a:endParaRPr sz="3500" b="1" i="0" cap="none">
              <a:solidFill>
                <a:schemeClr val="accent1"/>
              </a:solidFill>
              <a:latin typeface="Arial"/>
              <a:ea typeface="Arial"/>
              <a:cs typeface="Arial"/>
              <a:sym typeface="Arial"/>
            </a:endParaRPr>
          </a:p>
        </p:txBody>
      </p:sp>
      <p:sp>
        <p:nvSpPr>
          <p:cNvPr id="14719" name="Google Shape;14719;p50"/>
          <p:cNvSpPr txBox="1">
            <a:spLocks noGrp="1"/>
          </p:cNvSpPr>
          <p:nvPr>
            <p:ph type="sldNum" idx="12"/>
          </p:nvPr>
        </p:nvSpPr>
        <p:spPr>
          <a:xfrm>
            <a:off x="10558300" y="5956137"/>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MX"/>
              <a:t>38</a:t>
            </a:fld>
            <a:endParaRPr/>
          </a:p>
        </p:txBody>
      </p:sp>
    </p:spTree>
  </p:cSld>
  <p:clrMapOvr>
    <a:masterClrMapping/>
  </p:clrMapOvr>
</p:sld>
</file>

<file path=ppt/theme/theme1.xml><?xml version="1.0" encoding="utf-8"?>
<a:theme xmlns:a="http://schemas.openxmlformats.org/drawingml/2006/main" name="Dividend">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19299BB7DBAB604CBF92CED6F341956D" ma:contentTypeVersion="3" ma:contentTypeDescription="Crear nuevo documento." ma:contentTypeScope="" ma:versionID="9afc5c629d1fa4daa758eae5c0ffce08">
  <xsd:schema xmlns:xsd="http://www.w3.org/2001/XMLSchema" xmlns:xs="http://www.w3.org/2001/XMLSchema" xmlns:p="http://schemas.microsoft.com/office/2006/metadata/properties" xmlns:ns2="0fd8070d-56ff-4b43-b705-64ae6a394890" targetNamespace="http://schemas.microsoft.com/office/2006/metadata/properties" ma:root="true" ma:fieldsID="e452753519e258a995a8d5047b5119ca" ns2:_="">
    <xsd:import namespace="0fd8070d-56ff-4b43-b705-64ae6a39489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d8070d-56ff-4b43-b705-64ae6a3948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AA79DB5-7EAF-4A18-9BB0-227AFF6C1D0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D3A28E5-5294-4285-839C-1B46295563B4}">
  <ds:schemaRefs>
    <ds:schemaRef ds:uri="http://schemas.microsoft.com/sharepoint/v3/contenttype/forms"/>
  </ds:schemaRefs>
</ds:datastoreItem>
</file>

<file path=customXml/itemProps3.xml><?xml version="1.0" encoding="utf-8"?>
<ds:datastoreItem xmlns:ds="http://schemas.openxmlformats.org/officeDocument/2006/customXml" ds:itemID="{8997104D-3A46-496F-A506-A7AB9A6E6545}">
  <ds:schemaRefs>
    <ds:schemaRef ds:uri="0fd8070d-56ff-4b43-b705-64ae6a3948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38</Slides>
  <Notes>38</Notes>
  <HiddenSlides>0</HiddenSlide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Dividend</vt:lpstr>
      <vt:lpstr>PowerPoint Presentation</vt:lpstr>
      <vt:lpstr>INGENIERÍA DEL SOFTWARE</vt:lpstr>
      <vt:lpstr>CALIDAD</vt:lpstr>
      <vt:lpstr>CALIDAD</vt:lpstr>
      <vt:lpstr>PRODUCTO ÚTIL</vt:lpstr>
      <vt:lpstr>PROCESO EFICAZ DE SOFTWARE</vt:lpstr>
      <vt:lpstr>AGREGAR VALOR</vt:lpstr>
      <vt:lpstr>CALIDAD</vt:lpstr>
      <vt:lpstr>CALIDAD</vt:lpstr>
      <vt:lpstr>CALIDAD ISO 9126</vt:lpstr>
      <vt:lpstr>CALIDAD ISO 9126</vt:lpstr>
      <vt:lpstr>CALIDAD ISO 9126 </vt:lpstr>
      <vt:lpstr>CALIDAD ISO 9126 </vt:lpstr>
      <vt:lpstr>CALIDAD ISO 9126 </vt:lpstr>
      <vt:lpstr>CALIDAD ISO 9126 </vt:lpstr>
      <vt:lpstr>CALIDAD ISO 9126 </vt:lpstr>
      <vt:lpstr>CALIDAD ISO 9126 </vt:lpstr>
      <vt:lpstr>CALIDAD ISO 9126 </vt:lpstr>
      <vt:lpstr>VENTAJAS Y DESVENTAJAS DE LA 9126</vt:lpstr>
      <vt:lpstr>ISO 25010</vt:lpstr>
      <vt:lpstr>ISO 25010</vt:lpstr>
      <vt:lpstr>ISO 25010</vt:lpstr>
      <vt:lpstr>ISO 25010</vt:lpstr>
      <vt:lpstr>ISO 25010</vt:lpstr>
      <vt:lpstr>ISO 25010</vt:lpstr>
      <vt:lpstr>ISO 25010</vt:lpstr>
      <vt:lpstr>ISO 25010</vt:lpstr>
      <vt:lpstr>ISO 25010</vt:lpstr>
      <vt:lpstr>ISO 25010</vt:lpstr>
      <vt:lpstr>ISO 25010</vt:lpstr>
      <vt:lpstr>COSTO DE LA CALIDAD</vt:lpstr>
      <vt:lpstr>COSTO DE LA CALIDAD</vt:lpstr>
      <vt:lpstr>COSTO DE LA CALIDAD</vt:lpstr>
      <vt:lpstr>RIESGO</vt:lpstr>
      <vt:lpstr>RIESGO –NEGLIGENCIA Y RESPONSABILIDAD-</vt:lpstr>
      <vt:lpstr>CALIDAD  VS.  SEGURIDAD</vt:lpstr>
      <vt:lpstr>CALIDAD</vt:lpstr>
      <vt:lpstr>DUDAS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modified xsi:type="dcterms:W3CDTF">2026-09-07T10:23:20Z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0x01010019299BB7DBAB604CBF92CED6F341956D</vt:lpwstr>
  </property>
</Properties>
</file>