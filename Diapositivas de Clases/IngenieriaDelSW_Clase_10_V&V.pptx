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 id="2147483720" r:id="rId5"/>
  </p:sldMasterIdLst>
  <p:notesMasterIdLst>
    <p:notesMasterId r:id="rId58"/>
  </p:notesMasterIdLst>
  <p:handoutMasterIdLst>
    <p:handoutMasterId r:id="rId59"/>
  </p:handoutMasterIdLst>
  <p:sldIdLst>
    <p:sldId id="344" r:id="rId6"/>
    <p:sldId id="346" r:id="rId7"/>
    <p:sldId id="396" r:id="rId8"/>
    <p:sldId id="397" r:id="rId9"/>
    <p:sldId id="398" r:id="rId10"/>
    <p:sldId id="399" r:id="rId11"/>
    <p:sldId id="400" r:id="rId12"/>
    <p:sldId id="401" r:id="rId13"/>
    <p:sldId id="402" r:id="rId14"/>
    <p:sldId id="403" r:id="rId15"/>
    <p:sldId id="404" r:id="rId16"/>
    <p:sldId id="394" r:id="rId17"/>
    <p:sldId id="258" r:id="rId18"/>
    <p:sldId id="349" r:id="rId19"/>
    <p:sldId id="359" r:id="rId20"/>
    <p:sldId id="366" r:id="rId21"/>
    <p:sldId id="382" r:id="rId22"/>
    <p:sldId id="383" r:id="rId23"/>
    <p:sldId id="384" r:id="rId24"/>
    <p:sldId id="385" r:id="rId25"/>
    <p:sldId id="386" r:id="rId26"/>
    <p:sldId id="387" r:id="rId27"/>
    <p:sldId id="388" r:id="rId28"/>
    <p:sldId id="367" r:id="rId29"/>
    <p:sldId id="368" r:id="rId30"/>
    <p:sldId id="370" r:id="rId31"/>
    <p:sldId id="371" r:id="rId32"/>
    <p:sldId id="373" r:id="rId33"/>
    <p:sldId id="389" r:id="rId34"/>
    <p:sldId id="406" r:id="rId35"/>
    <p:sldId id="391" r:id="rId36"/>
    <p:sldId id="392" r:id="rId37"/>
    <p:sldId id="393" r:id="rId38"/>
    <p:sldId id="407" r:id="rId39"/>
    <p:sldId id="358" r:id="rId40"/>
    <p:sldId id="374" r:id="rId41"/>
    <p:sldId id="375" r:id="rId42"/>
    <p:sldId id="376" r:id="rId43"/>
    <p:sldId id="377" r:id="rId44"/>
    <p:sldId id="405" r:id="rId45"/>
    <p:sldId id="273" r:id="rId46"/>
    <p:sldId id="274" r:id="rId47"/>
    <p:sldId id="275" r:id="rId48"/>
    <p:sldId id="276" r:id="rId49"/>
    <p:sldId id="277" r:id="rId50"/>
    <p:sldId id="278" r:id="rId51"/>
    <p:sldId id="279" r:id="rId52"/>
    <p:sldId id="280" r:id="rId53"/>
    <p:sldId id="281" r:id="rId54"/>
    <p:sldId id="282" r:id="rId55"/>
    <p:sldId id="283" r:id="rId56"/>
    <p:sldId id="272"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A610"/>
    <a:srgbClr val="62A72F"/>
    <a:srgbClr val="A57EB2"/>
    <a:srgbClr val="CF102D"/>
    <a:srgbClr val="E1E1DF"/>
    <a:srgbClr val="4C4C4C"/>
    <a:srgbClr val="0EA6CF"/>
    <a:srgbClr val="ED6B20"/>
    <a:srgbClr val="7F7F7F"/>
    <a:srgbClr val="0C1C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432" autoAdjust="0"/>
    <p:restoredTop sz="96654" autoAdjust="0"/>
  </p:normalViewPr>
  <p:slideViewPr>
    <p:cSldViewPr snapToGrid="0">
      <p:cViewPr varScale="1">
        <p:scale>
          <a:sx n="99" d="100"/>
          <a:sy n="99" d="100"/>
        </p:scale>
        <p:origin x="1314" y="78"/>
      </p:cViewPr>
      <p:guideLst/>
    </p:cSldViewPr>
  </p:slideViewPr>
  <p:notesTextViewPr>
    <p:cViewPr>
      <p:scale>
        <a:sx n="1" d="1"/>
        <a:sy n="1" d="1"/>
      </p:scale>
      <p:origin x="0" y="0"/>
    </p:cViewPr>
  </p:notesTextViewPr>
  <p:sorterViewPr>
    <p:cViewPr>
      <p:scale>
        <a:sx n="80" d="100"/>
        <a:sy n="80" d="100"/>
      </p:scale>
      <p:origin x="0" y="-6570"/>
    </p:cViewPr>
  </p:sorterViewPr>
  <p:notesViewPr>
    <p:cSldViewPr snapToGrid="0">
      <p:cViewPr varScale="1">
        <p:scale>
          <a:sx n="118" d="100"/>
          <a:sy n="118" d="100"/>
        </p:scale>
        <p:origin x="4832"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4#2">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1ABC8F-7DA0-4C6D-B18E-E0DE8B649CAB}" type="doc">
      <dgm:prSet loTypeId="urn:microsoft.com/office/officeart/2008/layout/HorizontalMultiLevelHierarchy" loCatId="hierarchy" qsTypeId="urn:microsoft.com/office/officeart/2005/8/quickstyle/simple1#2" qsCatId="simple" csTypeId="urn:microsoft.com/office/officeart/2005/8/colors/colorful4#2" csCatId="colorful" phldr="1"/>
      <dgm:spPr/>
      <dgm:t>
        <a:bodyPr/>
        <a:lstStyle/>
        <a:p>
          <a:endParaRPr lang="es-AR"/>
        </a:p>
      </dgm:t>
    </dgm:pt>
    <dgm:pt modelId="{3A4D52E0-B663-48A9-BA57-9B7EA7711B82}">
      <dgm:prSet phldrT="[Texto]"/>
      <dgm:spPr/>
      <dgm:t>
        <a:bodyPr/>
        <a:lstStyle/>
        <a:p>
          <a:r>
            <a:rPr lang="es-AR" dirty="0"/>
            <a:t>Revisiones</a:t>
          </a:r>
        </a:p>
        <a:p>
          <a:r>
            <a:rPr lang="es-AR" dirty="0"/>
            <a:t>informales</a:t>
          </a:r>
        </a:p>
      </dgm:t>
    </dgm:pt>
    <dgm:pt modelId="{B7B5160D-A52F-4886-9FED-801CDF81D299}" type="parTrans" cxnId="{6320A56B-3274-4958-8A89-8B522A63B95E}">
      <dgm:prSet/>
      <dgm:spPr/>
      <dgm:t>
        <a:bodyPr/>
        <a:lstStyle/>
        <a:p>
          <a:endParaRPr lang="es-AR"/>
        </a:p>
      </dgm:t>
    </dgm:pt>
    <dgm:pt modelId="{796C616D-39C2-47FB-8689-AEB5A3318D16}" type="sibTrans" cxnId="{6320A56B-3274-4958-8A89-8B522A63B95E}">
      <dgm:prSet/>
      <dgm:spPr/>
      <dgm:t>
        <a:bodyPr/>
        <a:lstStyle/>
        <a:p>
          <a:endParaRPr lang="es-AR"/>
        </a:p>
      </dgm:t>
    </dgm:pt>
    <dgm:pt modelId="{912B60D6-496D-4636-BADF-4C7E0CCD57D0}">
      <dgm:prSet phldrT="[Texto]"/>
      <dgm:spPr/>
      <dgm:t>
        <a:bodyPr/>
        <a:lstStyle/>
        <a:p>
          <a:pPr>
            <a:buClrTx/>
            <a:buFont typeface="+mj-lt"/>
            <a:buAutoNum type="arabicPeriod"/>
          </a:pPr>
          <a:r>
            <a:rPr lang="es-AR" dirty="0">
              <a:latin typeface="+mn-lt"/>
            </a:rPr>
            <a:t>Peer </a:t>
          </a:r>
          <a:r>
            <a:rPr lang="es-AR" dirty="0" err="1">
              <a:latin typeface="+mn-lt"/>
            </a:rPr>
            <a:t>deskcheck</a:t>
          </a:r>
          <a:endParaRPr lang="es-AR" dirty="0"/>
        </a:p>
      </dgm:t>
    </dgm:pt>
    <dgm:pt modelId="{D9DEE7D4-4A30-46D8-9B83-3BBB57EE3B9D}" type="parTrans" cxnId="{19222E85-CD94-4C7E-BE43-606DE85E3FC2}">
      <dgm:prSet/>
      <dgm:spPr/>
      <dgm:t>
        <a:bodyPr/>
        <a:lstStyle/>
        <a:p>
          <a:endParaRPr lang="es-AR"/>
        </a:p>
      </dgm:t>
    </dgm:pt>
    <dgm:pt modelId="{3E944F30-A599-468B-805A-D8AB5311C407}" type="sibTrans" cxnId="{19222E85-CD94-4C7E-BE43-606DE85E3FC2}">
      <dgm:prSet/>
      <dgm:spPr/>
      <dgm:t>
        <a:bodyPr/>
        <a:lstStyle/>
        <a:p>
          <a:endParaRPr lang="es-AR"/>
        </a:p>
      </dgm:t>
    </dgm:pt>
    <dgm:pt modelId="{229B42CE-2E49-418B-862F-D5942A69470C}">
      <dgm:prSet/>
      <dgm:spPr/>
      <dgm:t>
        <a:bodyPr/>
        <a:lstStyle/>
        <a:p>
          <a:r>
            <a:rPr lang="es-AR" dirty="0" err="1">
              <a:latin typeface="+mn-lt"/>
            </a:rPr>
            <a:t>Passaround</a:t>
          </a:r>
          <a:endParaRPr lang="es-AR" dirty="0">
            <a:latin typeface="+mn-lt"/>
          </a:endParaRPr>
        </a:p>
      </dgm:t>
    </dgm:pt>
    <dgm:pt modelId="{480ABB0B-611A-4856-AC1C-01534C5912C1}" type="parTrans" cxnId="{6C3F70DD-5AFD-4939-A35C-B5AB605076A6}">
      <dgm:prSet/>
      <dgm:spPr/>
      <dgm:t>
        <a:bodyPr/>
        <a:lstStyle/>
        <a:p>
          <a:endParaRPr lang="es-AR"/>
        </a:p>
      </dgm:t>
    </dgm:pt>
    <dgm:pt modelId="{F8835D2D-64A1-4FAA-B80C-DCFF7DFE1B28}" type="sibTrans" cxnId="{6C3F70DD-5AFD-4939-A35C-B5AB605076A6}">
      <dgm:prSet/>
      <dgm:spPr/>
      <dgm:t>
        <a:bodyPr/>
        <a:lstStyle/>
        <a:p>
          <a:endParaRPr lang="es-AR"/>
        </a:p>
      </dgm:t>
    </dgm:pt>
    <dgm:pt modelId="{17FC61D0-71ED-4B5E-BF89-E437C811E0D9}">
      <dgm:prSet/>
      <dgm:spPr/>
      <dgm:t>
        <a:bodyPr/>
        <a:lstStyle/>
        <a:p>
          <a:r>
            <a:rPr lang="es-AR" dirty="0" err="1">
              <a:latin typeface="+mn-lt"/>
            </a:rPr>
            <a:t>Walkthrough</a:t>
          </a:r>
          <a:endParaRPr lang="es-AR" dirty="0">
            <a:latin typeface="+mn-lt"/>
          </a:endParaRPr>
        </a:p>
      </dgm:t>
    </dgm:pt>
    <dgm:pt modelId="{0CAA78EB-61CD-498E-87F3-E075CEA573BC}" type="parTrans" cxnId="{34CCC0C8-C7D7-4663-A5D5-28CD13732E10}">
      <dgm:prSet/>
      <dgm:spPr/>
      <dgm:t>
        <a:bodyPr/>
        <a:lstStyle/>
        <a:p>
          <a:endParaRPr lang="es-AR"/>
        </a:p>
      </dgm:t>
    </dgm:pt>
    <dgm:pt modelId="{7E853802-6C91-41DE-80CA-4296FDC5EB3C}" type="sibTrans" cxnId="{34CCC0C8-C7D7-4663-A5D5-28CD13732E10}">
      <dgm:prSet/>
      <dgm:spPr/>
      <dgm:t>
        <a:bodyPr/>
        <a:lstStyle/>
        <a:p>
          <a:endParaRPr lang="es-AR"/>
        </a:p>
      </dgm:t>
    </dgm:pt>
    <dgm:pt modelId="{D65DA0DF-34A7-D342-B71F-F7AF8D712C61}">
      <dgm:prSet phldrT="[Texto]"/>
      <dgm:spPr/>
      <dgm:t>
        <a:bodyPr/>
        <a:lstStyle/>
        <a:p>
          <a:r>
            <a:rPr lang="es-AR" dirty="0"/>
            <a:t>Revisión</a:t>
          </a:r>
        </a:p>
        <a:p>
          <a:r>
            <a:rPr lang="es-AR" dirty="0"/>
            <a:t>formal</a:t>
          </a:r>
        </a:p>
      </dgm:t>
    </dgm:pt>
    <dgm:pt modelId="{A61A19C6-5C8F-234A-9372-33306EAD7681}" type="parTrans" cxnId="{F0A6FCFE-9F96-124B-A776-66449F2003AC}">
      <dgm:prSet/>
      <dgm:spPr/>
      <dgm:t>
        <a:bodyPr/>
        <a:lstStyle/>
        <a:p>
          <a:endParaRPr lang="es-MX"/>
        </a:p>
      </dgm:t>
    </dgm:pt>
    <dgm:pt modelId="{30A5B76B-56D1-4542-94F7-58DCCC25A954}" type="sibTrans" cxnId="{F0A6FCFE-9F96-124B-A776-66449F2003AC}">
      <dgm:prSet/>
      <dgm:spPr/>
      <dgm:t>
        <a:bodyPr/>
        <a:lstStyle/>
        <a:p>
          <a:endParaRPr lang="es-MX"/>
        </a:p>
      </dgm:t>
    </dgm:pt>
    <dgm:pt modelId="{4C9CB56C-3C25-F240-BEB2-41C792F2624E}">
      <dgm:prSet/>
      <dgm:spPr/>
      <dgm:t>
        <a:bodyPr/>
        <a:lstStyle/>
        <a:p>
          <a:r>
            <a:rPr lang="es-MX" dirty="0"/>
            <a:t>Inspection</a:t>
          </a:r>
        </a:p>
      </dgm:t>
    </dgm:pt>
    <dgm:pt modelId="{CBEEAD7B-BF58-B641-8EB8-5A942F276CA0}" type="parTrans" cxnId="{01263F50-8371-AB4D-BEC6-673972D18971}">
      <dgm:prSet/>
      <dgm:spPr/>
      <dgm:t>
        <a:bodyPr/>
        <a:lstStyle/>
        <a:p>
          <a:endParaRPr lang="es-MX"/>
        </a:p>
      </dgm:t>
    </dgm:pt>
    <dgm:pt modelId="{16C27A20-6DD0-1C4F-83A5-0510E7C33E1B}" type="sibTrans" cxnId="{01263F50-8371-AB4D-BEC6-673972D18971}">
      <dgm:prSet/>
      <dgm:spPr/>
      <dgm:t>
        <a:bodyPr/>
        <a:lstStyle/>
        <a:p>
          <a:endParaRPr lang="es-MX"/>
        </a:p>
      </dgm:t>
    </dgm:pt>
    <dgm:pt modelId="{3ADABBBA-8BE3-4FE9-A781-3B4A1EE4D985}" type="pres">
      <dgm:prSet presAssocID="{6A1ABC8F-7DA0-4C6D-B18E-E0DE8B649CAB}" presName="Name0" presStyleCnt="0">
        <dgm:presLayoutVars>
          <dgm:chPref val="1"/>
          <dgm:dir/>
          <dgm:animOne val="branch"/>
          <dgm:animLvl val="lvl"/>
          <dgm:resizeHandles val="exact"/>
        </dgm:presLayoutVars>
      </dgm:prSet>
      <dgm:spPr/>
    </dgm:pt>
    <dgm:pt modelId="{F8B6DC3D-8614-4FC5-A36C-A50AE2875C8D}" type="pres">
      <dgm:prSet presAssocID="{3A4D52E0-B663-48A9-BA57-9B7EA7711B82}" presName="root1" presStyleCnt="0"/>
      <dgm:spPr/>
    </dgm:pt>
    <dgm:pt modelId="{17A77DC8-A1F4-43CC-9A87-6D80EF6460B8}" type="pres">
      <dgm:prSet presAssocID="{3A4D52E0-B663-48A9-BA57-9B7EA7711B82}" presName="LevelOneTextNode" presStyleLbl="node0" presStyleIdx="0" presStyleCnt="2" custScaleX="143944" custScaleY="72612">
        <dgm:presLayoutVars>
          <dgm:chPref val="3"/>
        </dgm:presLayoutVars>
      </dgm:prSet>
      <dgm:spPr/>
    </dgm:pt>
    <dgm:pt modelId="{50BD219F-97CC-4168-A340-7E008C3B444F}" type="pres">
      <dgm:prSet presAssocID="{3A4D52E0-B663-48A9-BA57-9B7EA7711B82}" presName="level2hierChild" presStyleCnt="0"/>
      <dgm:spPr/>
    </dgm:pt>
    <dgm:pt modelId="{8112643F-F035-4A12-A05F-40A90813EBF3}" type="pres">
      <dgm:prSet presAssocID="{D9DEE7D4-4A30-46D8-9B83-3BBB57EE3B9D}" presName="conn2-1" presStyleLbl="parChTrans1D2" presStyleIdx="0" presStyleCnt="4"/>
      <dgm:spPr/>
    </dgm:pt>
    <dgm:pt modelId="{799CFB22-DCD6-481B-908E-2A0C35A77FDD}" type="pres">
      <dgm:prSet presAssocID="{D9DEE7D4-4A30-46D8-9B83-3BBB57EE3B9D}" presName="connTx" presStyleLbl="parChTrans1D2" presStyleIdx="0" presStyleCnt="4"/>
      <dgm:spPr/>
    </dgm:pt>
    <dgm:pt modelId="{52B7CFEA-4A2A-4FB9-9D44-27C2536D1A09}" type="pres">
      <dgm:prSet presAssocID="{912B60D6-496D-4636-BADF-4C7E0CCD57D0}" presName="root2" presStyleCnt="0"/>
      <dgm:spPr/>
    </dgm:pt>
    <dgm:pt modelId="{610D30A2-F0E4-474A-8FE4-9DDD199446CA}" type="pres">
      <dgm:prSet presAssocID="{912B60D6-496D-4636-BADF-4C7E0CCD57D0}" presName="LevelTwoTextNode" presStyleLbl="node2" presStyleIdx="0" presStyleCnt="4" custScaleX="205172" custScaleY="79128">
        <dgm:presLayoutVars>
          <dgm:chPref val="3"/>
        </dgm:presLayoutVars>
      </dgm:prSet>
      <dgm:spPr/>
    </dgm:pt>
    <dgm:pt modelId="{05E2EFDE-43A5-4131-9AE2-68CA56A9B9BD}" type="pres">
      <dgm:prSet presAssocID="{912B60D6-496D-4636-BADF-4C7E0CCD57D0}" presName="level3hierChild" presStyleCnt="0"/>
      <dgm:spPr/>
    </dgm:pt>
    <dgm:pt modelId="{EA2CA038-A571-48D0-834B-EBBBB10581D0}" type="pres">
      <dgm:prSet presAssocID="{480ABB0B-611A-4856-AC1C-01534C5912C1}" presName="conn2-1" presStyleLbl="parChTrans1D2" presStyleIdx="1" presStyleCnt="4"/>
      <dgm:spPr/>
    </dgm:pt>
    <dgm:pt modelId="{3A857F84-5DBF-444C-ADCA-3ECDABC259DE}" type="pres">
      <dgm:prSet presAssocID="{480ABB0B-611A-4856-AC1C-01534C5912C1}" presName="connTx" presStyleLbl="parChTrans1D2" presStyleIdx="1" presStyleCnt="4"/>
      <dgm:spPr/>
    </dgm:pt>
    <dgm:pt modelId="{DDBF76D6-3105-4AD7-9382-B2E8C5D033AF}" type="pres">
      <dgm:prSet presAssocID="{229B42CE-2E49-418B-862F-D5942A69470C}" presName="root2" presStyleCnt="0"/>
      <dgm:spPr/>
    </dgm:pt>
    <dgm:pt modelId="{631C6AD0-8F1B-453F-82D0-DA27757048F8}" type="pres">
      <dgm:prSet presAssocID="{229B42CE-2E49-418B-862F-D5942A69470C}" presName="LevelTwoTextNode" presStyleLbl="node2" presStyleIdx="1" presStyleCnt="4" custScaleX="205172" custScaleY="79128">
        <dgm:presLayoutVars>
          <dgm:chPref val="3"/>
        </dgm:presLayoutVars>
      </dgm:prSet>
      <dgm:spPr/>
    </dgm:pt>
    <dgm:pt modelId="{287369D2-8DF3-4EE8-A036-38C59BE4D6B6}" type="pres">
      <dgm:prSet presAssocID="{229B42CE-2E49-418B-862F-D5942A69470C}" presName="level3hierChild" presStyleCnt="0"/>
      <dgm:spPr/>
    </dgm:pt>
    <dgm:pt modelId="{91282B57-6851-4E19-94B7-9598AFE5A609}" type="pres">
      <dgm:prSet presAssocID="{0CAA78EB-61CD-498E-87F3-E075CEA573BC}" presName="conn2-1" presStyleLbl="parChTrans1D2" presStyleIdx="2" presStyleCnt="4"/>
      <dgm:spPr/>
    </dgm:pt>
    <dgm:pt modelId="{7AAE2674-7144-4EBE-9FC3-419C58AE55EA}" type="pres">
      <dgm:prSet presAssocID="{0CAA78EB-61CD-498E-87F3-E075CEA573BC}" presName="connTx" presStyleLbl="parChTrans1D2" presStyleIdx="2" presStyleCnt="4"/>
      <dgm:spPr/>
    </dgm:pt>
    <dgm:pt modelId="{DBB40B13-5C9F-4CCD-81F8-68A18CA9F1C2}" type="pres">
      <dgm:prSet presAssocID="{17FC61D0-71ED-4B5E-BF89-E437C811E0D9}" presName="root2" presStyleCnt="0"/>
      <dgm:spPr/>
    </dgm:pt>
    <dgm:pt modelId="{DFA61455-671F-43E6-9F1B-38045F2F0D07}" type="pres">
      <dgm:prSet presAssocID="{17FC61D0-71ED-4B5E-BF89-E437C811E0D9}" presName="LevelTwoTextNode" presStyleLbl="node2" presStyleIdx="2" presStyleCnt="4" custScaleX="205172" custScaleY="79128" custLinFactNeighborX="827">
        <dgm:presLayoutVars>
          <dgm:chPref val="3"/>
        </dgm:presLayoutVars>
      </dgm:prSet>
      <dgm:spPr/>
    </dgm:pt>
    <dgm:pt modelId="{CD863F19-C24B-492D-9AA7-558C6487ABAD}" type="pres">
      <dgm:prSet presAssocID="{17FC61D0-71ED-4B5E-BF89-E437C811E0D9}" presName="level3hierChild" presStyleCnt="0"/>
      <dgm:spPr/>
    </dgm:pt>
    <dgm:pt modelId="{6EE6FB14-E179-AF48-B1BA-E0936CC95D84}" type="pres">
      <dgm:prSet presAssocID="{D65DA0DF-34A7-D342-B71F-F7AF8D712C61}" presName="root1" presStyleCnt="0"/>
      <dgm:spPr/>
    </dgm:pt>
    <dgm:pt modelId="{F96C749B-BBC8-414B-B043-9E1FB7E4BD62}" type="pres">
      <dgm:prSet presAssocID="{D65DA0DF-34A7-D342-B71F-F7AF8D712C61}" presName="LevelOneTextNode" presStyleLbl="node0" presStyleIdx="1" presStyleCnt="2" custScaleX="143944" custScaleY="72612">
        <dgm:presLayoutVars>
          <dgm:chPref val="3"/>
        </dgm:presLayoutVars>
      </dgm:prSet>
      <dgm:spPr/>
    </dgm:pt>
    <dgm:pt modelId="{F99CEB95-D904-8E4B-9BE9-94011EB12CD2}" type="pres">
      <dgm:prSet presAssocID="{D65DA0DF-34A7-D342-B71F-F7AF8D712C61}" presName="level2hierChild" presStyleCnt="0"/>
      <dgm:spPr/>
    </dgm:pt>
    <dgm:pt modelId="{5C236B62-D0ED-6D49-9FAC-C8FE8CDB031F}" type="pres">
      <dgm:prSet presAssocID="{CBEEAD7B-BF58-B641-8EB8-5A942F276CA0}" presName="conn2-1" presStyleLbl="parChTrans1D2" presStyleIdx="3" presStyleCnt="4"/>
      <dgm:spPr/>
    </dgm:pt>
    <dgm:pt modelId="{BD11BE46-EFA3-FF40-9F11-ECFCFB455F9A}" type="pres">
      <dgm:prSet presAssocID="{CBEEAD7B-BF58-B641-8EB8-5A942F276CA0}" presName="connTx" presStyleLbl="parChTrans1D2" presStyleIdx="3" presStyleCnt="4"/>
      <dgm:spPr/>
    </dgm:pt>
    <dgm:pt modelId="{BF036022-3BBE-264D-921E-FA906DE56FF6}" type="pres">
      <dgm:prSet presAssocID="{4C9CB56C-3C25-F240-BEB2-41C792F2624E}" presName="root2" presStyleCnt="0"/>
      <dgm:spPr/>
    </dgm:pt>
    <dgm:pt modelId="{EC34FC95-7412-A84D-BBBF-0F92F6264D33}" type="pres">
      <dgm:prSet presAssocID="{4C9CB56C-3C25-F240-BEB2-41C792F2624E}" presName="LevelTwoTextNode" presStyleLbl="node2" presStyleIdx="3" presStyleCnt="4" custScaleX="208119">
        <dgm:presLayoutVars>
          <dgm:chPref val="3"/>
        </dgm:presLayoutVars>
      </dgm:prSet>
      <dgm:spPr/>
    </dgm:pt>
    <dgm:pt modelId="{C5601CBB-62A3-3246-913A-E7ED06183BE7}" type="pres">
      <dgm:prSet presAssocID="{4C9CB56C-3C25-F240-BEB2-41C792F2624E}" presName="level3hierChild" presStyleCnt="0"/>
      <dgm:spPr/>
    </dgm:pt>
  </dgm:ptLst>
  <dgm:cxnLst>
    <dgm:cxn modelId="{B29B9C0C-42C1-4C3D-B3A3-25B6E9CA12B7}" type="presOf" srcId="{0CAA78EB-61CD-498E-87F3-E075CEA573BC}" destId="{91282B57-6851-4E19-94B7-9598AFE5A609}" srcOrd="0" destOrd="0" presId="urn:microsoft.com/office/officeart/2008/layout/HorizontalMultiLevelHierarchy"/>
    <dgm:cxn modelId="{EF781C11-7A55-0E43-BB59-5631F0F33B59}" type="presOf" srcId="{D65DA0DF-34A7-D342-B71F-F7AF8D712C61}" destId="{F96C749B-BBC8-414B-B043-9E1FB7E4BD62}" srcOrd="0" destOrd="0" presId="urn:microsoft.com/office/officeart/2008/layout/HorizontalMultiLevelHierarchy"/>
    <dgm:cxn modelId="{0DDD7113-104D-4221-988D-14BFA47BBC6F}" type="presOf" srcId="{912B60D6-496D-4636-BADF-4C7E0CCD57D0}" destId="{610D30A2-F0E4-474A-8FE4-9DDD199446CA}" srcOrd="0" destOrd="0" presId="urn:microsoft.com/office/officeart/2008/layout/HorizontalMultiLevelHierarchy"/>
    <dgm:cxn modelId="{0D5F6C14-3A10-4F44-8B7E-9F8DC5554072}" type="presOf" srcId="{D9DEE7D4-4A30-46D8-9B83-3BBB57EE3B9D}" destId="{799CFB22-DCD6-481B-908E-2A0C35A77FDD}" srcOrd="1" destOrd="0" presId="urn:microsoft.com/office/officeart/2008/layout/HorizontalMultiLevelHierarchy"/>
    <dgm:cxn modelId="{67674015-85E0-4030-B199-A3DA33CE7595}" type="presOf" srcId="{17FC61D0-71ED-4B5E-BF89-E437C811E0D9}" destId="{DFA61455-671F-43E6-9F1B-38045F2F0D07}" srcOrd="0" destOrd="0" presId="urn:microsoft.com/office/officeart/2008/layout/HorizontalMultiLevelHierarchy"/>
    <dgm:cxn modelId="{A530D31D-C1D6-483A-BD75-81CA64385B8E}" type="presOf" srcId="{6A1ABC8F-7DA0-4C6D-B18E-E0DE8B649CAB}" destId="{3ADABBBA-8BE3-4FE9-A781-3B4A1EE4D985}" srcOrd="0" destOrd="0" presId="urn:microsoft.com/office/officeart/2008/layout/HorizontalMultiLevelHierarchy"/>
    <dgm:cxn modelId="{87F65B40-87D5-4405-8434-9298DA0EBFED}" type="presOf" srcId="{D9DEE7D4-4A30-46D8-9B83-3BBB57EE3B9D}" destId="{8112643F-F035-4A12-A05F-40A90813EBF3}" srcOrd="0" destOrd="0" presId="urn:microsoft.com/office/officeart/2008/layout/HorizontalMultiLevelHierarchy"/>
    <dgm:cxn modelId="{720FE869-E922-0646-BE04-F9016C17BACF}" type="presOf" srcId="{CBEEAD7B-BF58-B641-8EB8-5A942F276CA0}" destId="{BD11BE46-EFA3-FF40-9F11-ECFCFB455F9A}" srcOrd="1" destOrd="0" presId="urn:microsoft.com/office/officeart/2008/layout/HorizontalMultiLevelHierarchy"/>
    <dgm:cxn modelId="{6320A56B-3274-4958-8A89-8B522A63B95E}" srcId="{6A1ABC8F-7DA0-4C6D-B18E-E0DE8B649CAB}" destId="{3A4D52E0-B663-48A9-BA57-9B7EA7711B82}" srcOrd="0" destOrd="0" parTransId="{B7B5160D-A52F-4886-9FED-801CDF81D299}" sibTransId="{796C616D-39C2-47FB-8689-AEB5A3318D16}"/>
    <dgm:cxn modelId="{01263F50-8371-AB4D-BEC6-673972D18971}" srcId="{D65DA0DF-34A7-D342-B71F-F7AF8D712C61}" destId="{4C9CB56C-3C25-F240-BEB2-41C792F2624E}" srcOrd="0" destOrd="0" parTransId="{CBEEAD7B-BF58-B641-8EB8-5A942F276CA0}" sibTransId="{16C27A20-6DD0-1C4F-83A5-0510E7C33E1B}"/>
    <dgm:cxn modelId="{0B356A70-F2BC-432F-BD91-90B16538C925}" type="presOf" srcId="{3A4D52E0-B663-48A9-BA57-9B7EA7711B82}" destId="{17A77DC8-A1F4-43CC-9A87-6D80EF6460B8}" srcOrd="0" destOrd="0" presId="urn:microsoft.com/office/officeart/2008/layout/HorizontalMultiLevelHierarchy"/>
    <dgm:cxn modelId="{38267054-AFA4-4548-859D-81C972A7C4FC}" type="presOf" srcId="{CBEEAD7B-BF58-B641-8EB8-5A942F276CA0}" destId="{5C236B62-D0ED-6D49-9FAC-C8FE8CDB031F}" srcOrd="0" destOrd="0" presId="urn:microsoft.com/office/officeart/2008/layout/HorizontalMultiLevelHierarchy"/>
    <dgm:cxn modelId="{14690776-17A6-4A72-B027-585FB568240D}" type="presOf" srcId="{229B42CE-2E49-418B-862F-D5942A69470C}" destId="{631C6AD0-8F1B-453F-82D0-DA27757048F8}" srcOrd="0" destOrd="0" presId="urn:microsoft.com/office/officeart/2008/layout/HorizontalMultiLevelHierarchy"/>
    <dgm:cxn modelId="{19222E85-CD94-4C7E-BE43-606DE85E3FC2}" srcId="{3A4D52E0-B663-48A9-BA57-9B7EA7711B82}" destId="{912B60D6-496D-4636-BADF-4C7E0CCD57D0}" srcOrd="0" destOrd="0" parTransId="{D9DEE7D4-4A30-46D8-9B83-3BBB57EE3B9D}" sibTransId="{3E944F30-A599-468B-805A-D8AB5311C407}"/>
    <dgm:cxn modelId="{1FB08387-4089-BE4A-97FB-E10F116195DD}" type="presOf" srcId="{4C9CB56C-3C25-F240-BEB2-41C792F2624E}" destId="{EC34FC95-7412-A84D-BBBF-0F92F6264D33}" srcOrd="0" destOrd="0" presId="urn:microsoft.com/office/officeart/2008/layout/HorizontalMultiLevelHierarchy"/>
    <dgm:cxn modelId="{D361639A-C0C7-4BF7-88B6-61BF2B6EA097}" type="presOf" srcId="{480ABB0B-611A-4856-AC1C-01534C5912C1}" destId="{EA2CA038-A571-48D0-834B-EBBBB10581D0}" srcOrd="0" destOrd="0" presId="urn:microsoft.com/office/officeart/2008/layout/HorizontalMultiLevelHierarchy"/>
    <dgm:cxn modelId="{77AFD5C4-20A0-4B40-A0DC-4E06340954A4}" type="presOf" srcId="{480ABB0B-611A-4856-AC1C-01534C5912C1}" destId="{3A857F84-5DBF-444C-ADCA-3ECDABC259DE}" srcOrd="1" destOrd="0" presId="urn:microsoft.com/office/officeart/2008/layout/HorizontalMultiLevelHierarchy"/>
    <dgm:cxn modelId="{34CCC0C8-C7D7-4663-A5D5-28CD13732E10}" srcId="{3A4D52E0-B663-48A9-BA57-9B7EA7711B82}" destId="{17FC61D0-71ED-4B5E-BF89-E437C811E0D9}" srcOrd="2" destOrd="0" parTransId="{0CAA78EB-61CD-498E-87F3-E075CEA573BC}" sibTransId="{7E853802-6C91-41DE-80CA-4296FDC5EB3C}"/>
    <dgm:cxn modelId="{6C3F70DD-5AFD-4939-A35C-B5AB605076A6}" srcId="{3A4D52E0-B663-48A9-BA57-9B7EA7711B82}" destId="{229B42CE-2E49-418B-862F-D5942A69470C}" srcOrd="1" destOrd="0" parTransId="{480ABB0B-611A-4856-AC1C-01534C5912C1}" sibTransId="{F8835D2D-64A1-4FAA-B80C-DCFF7DFE1B28}"/>
    <dgm:cxn modelId="{A49141E0-5270-4716-88BE-6026A02B5D7A}" type="presOf" srcId="{0CAA78EB-61CD-498E-87F3-E075CEA573BC}" destId="{7AAE2674-7144-4EBE-9FC3-419C58AE55EA}" srcOrd="1" destOrd="0" presId="urn:microsoft.com/office/officeart/2008/layout/HorizontalMultiLevelHierarchy"/>
    <dgm:cxn modelId="{F0A6FCFE-9F96-124B-A776-66449F2003AC}" srcId="{6A1ABC8F-7DA0-4C6D-B18E-E0DE8B649CAB}" destId="{D65DA0DF-34A7-D342-B71F-F7AF8D712C61}" srcOrd="1" destOrd="0" parTransId="{A61A19C6-5C8F-234A-9372-33306EAD7681}" sibTransId="{30A5B76B-56D1-4542-94F7-58DCCC25A954}"/>
    <dgm:cxn modelId="{79DE54FF-9EA5-4508-AC56-A92789C6EDA3}" type="presParOf" srcId="{3ADABBBA-8BE3-4FE9-A781-3B4A1EE4D985}" destId="{F8B6DC3D-8614-4FC5-A36C-A50AE2875C8D}" srcOrd="0" destOrd="0" presId="urn:microsoft.com/office/officeart/2008/layout/HorizontalMultiLevelHierarchy"/>
    <dgm:cxn modelId="{B5ABF88D-DB42-481B-BD12-07EDD7CE2DF3}" type="presParOf" srcId="{F8B6DC3D-8614-4FC5-A36C-A50AE2875C8D}" destId="{17A77DC8-A1F4-43CC-9A87-6D80EF6460B8}" srcOrd="0" destOrd="0" presId="urn:microsoft.com/office/officeart/2008/layout/HorizontalMultiLevelHierarchy"/>
    <dgm:cxn modelId="{1222A8CA-68D2-434B-9D3D-DC091E3F76C1}" type="presParOf" srcId="{F8B6DC3D-8614-4FC5-A36C-A50AE2875C8D}" destId="{50BD219F-97CC-4168-A340-7E008C3B444F}" srcOrd="1" destOrd="0" presId="urn:microsoft.com/office/officeart/2008/layout/HorizontalMultiLevelHierarchy"/>
    <dgm:cxn modelId="{158B8A7F-7025-4742-9347-67D886D0C6D8}" type="presParOf" srcId="{50BD219F-97CC-4168-A340-7E008C3B444F}" destId="{8112643F-F035-4A12-A05F-40A90813EBF3}" srcOrd="0" destOrd="0" presId="urn:microsoft.com/office/officeart/2008/layout/HorizontalMultiLevelHierarchy"/>
    <dgm:cxn modelId="{372DBBF9-852D-478F-BFBC-4B97E8A9065F}" type="presParOf" srcId="{8112643F-F035-4A12-A05F-40A90813EBF3}" destId="{799CFB22-DCD6-481B-908E-2A0C35A77FDD}" srcOrd="0" destOrd="0" presId="urn:microsoft.com/office/officeart/2008/layout/HorizontalMultiLevelHierarchy"/>
    <dgm:cxn modelId="{28996997-5F66-4F7B-B6C8-B5ABEA1B8652}" type="presParOf" srcId="{50BD219F-97CC-4168-A340-7E008C3B444F}" destId="{52B7CFEA-4A2A-4FB9-9D44-27C2536D1A09}" srcOrd="1" destOrd="0" presId="urn:microsoft.com/office/officeart/2008/layout/HorizontalMultiLevelHierarchy"/>
    <dgm:cxn modelId="{74AFD6D4-9CC5-4B8D-9B31-D430A38CDA32}" type="presParOf" srcId="{52B7CFEA-4A2A-4FB9-9D44-27C2536D1A09}" destId="{610D30A2-F0E4-474A-8FE4-9DDD199446CA}" srcOrd="0" destOrd="0" presId="urn:microsoft.com/office/officeart/2008/layout/HorizontalMultiLevelHierarchy"/>
    <dgm:cxn modelId="{26D75CF1-7B49-49DF-9D28-93E23DCB1800}" type="presParOf" srcId="{52B7CFEA-4A2A-4FB9-9D44-27C2536D1A09}" destId="{05E2EFDE-43A5-4131-9AE2-68CA56A9B9BD}" srcOrd="1" destOrd="0" presId="urn:microsoft.com/office/officeart/2008/layout/HorizontalMultiLevelHierarchy"/>
    <dgm:cxn modelId="{DF90B7B9-93DF-4C0D-B3DB-1C67F5488E6B}" type="presParOf" srcId="{50BD219F-97CC-4168-A340-7E008C3B444F}" destId="{EA2CA038-A571-48D0-834B-EBBBB10581D0}" srcOrd="2" destOrd="0" presId="urn:microsoft.com/office/officeart/2008/layout/HorizontalMultiLevelHierarchy"/>
    <dgm:cxn modelId="{E69242E1-A303-43CB-A5F8-DB4829D69157}" type="presParOf" srcId="{EA2CA038-A571-48D0-834B-EBBBB10581D0}" destId="{3A857F84-5DBF-444C-ADCA-3ECDABC259DE}" srcOrd="0" destOrd="0" presId="urn:microsoft.com/office/officeart/2008/layout/HorizontalMultiLevelHierarchy"/>
    <dgm:cxn modelId="{0EC40F22-F04B-421E-BE20-8E680F924A63}" type="presParOf" srcId="{50BD219F-97CC-4168-A340-7E008C3B444F}" destId="{DDBF76D6-3105-4AD7-9382-B2E8C5D033AF}" srcOrd="3" destOrd="0" presId="urn:microsoft.com/office/officeart/2008/layout/HorizontalMultiLevelHierarchy"/>
    <dgm:cxn modelId="{5FA28E14-073C-4FC5-9EF2-2C4D1F72D005}" type="presParOf" srcId="{DDBF76D6-3105-4AD7-9382-B2E8C5D033AF}" destId="{631C6AD0-8F1B-453F-82D0-DA27757048F8}" srcOrd="0" destOrd="0" presId="urn:microsoft.com/office/officeart/2008/layout/HorizontalMultiLevelHierarchy"/>
    <dgm:cxn modelId="{77EF7FB3-6DB5-4042-867C-BE2E6802C2DA}" type="presParOf" srcId="{DDBF76D6-3105-4AD7-9382-B2E8C5D033AF}" destId="{287369D2-8DF3-4EE8-A036-38C59BE4D6B6}" srcOrd="1" destOrd="0" presId="urn:microsoft.com/office/officeart/2008/layout/HorizontalMultiLevelHierarchy"/>
    <dgm:cxn modelId="{C070699A-8F33-43A7-8E15-1F98E6CBC2A5}" type="presParOf" srcId="{50BD219F-97CC-4168-A340-7E008C3B444F}" destId="{91282B57-6851-4E19-94B7-9598AFE5A609}" srcOrd="4" destOrd="0" presId="urn:microsoft.com/office/officeart/2008/layout/HorizontalMultiLevelHierarchy"/>
    <dgm:cxn modelId="{60E11271-D9FD-411A-8D99-E7A22E66875E}" type="presParOf" srcId="{91282B57-6851-4E19-94B7-9598AFE5A609}" destId="{7AAE2674-7144-4EBE-9FC3-419C58AE55EA}" srcOrd="0" destOrd="0" presId="urn:microsoft.com/office/officeart/2008/layout/HorizontalMultiLevelHierarchy"/>
    <dgm:cxn modelId="{CE14B309-44B4-480B-8494-998CAFE84C61}" type="presParOf" srcId="{50BD219F-97CC-4168-A340-7E008C3B444F}" destId="{DBB40B13-5C9F-4CCD-81F8-68A18CA9F1C2}" srcOrd="5" destOrd="0" presId="urn:microsoft.com/office/officeart/2008/layout/HorizontalMultiLevelHierarchy"/>
    <dgm:cxn modelId="{8A23AC07-8A3B-42A3-A083-8FB021B98057}" type="presParOf" srcId="{DBB40B13-5C9F-4CCD-81F8-68A18CA9F1C2}" destId="{DFA61455-671F-43E6-9F1B-38045F2F0D07}" srcOrd="0" destOrd="0" presId="urn:microsoft.com/office/officeart/2008/layout/HorizontalMultiLevelHierarchy"/>
    <dgm:cxn modelId="{0F40242F-7FFF-416A-A581-2BB733BA6CF2}" type="presParOf" srcId="{DBB40B13-5C9F-4CCD-81F8-68A18CA9F1C2}" destId="{CD863F19-C24B-492D-9AA7-558C6487ABAD}" srcOrd="1" destOrd="0" presId="urn:microsoft.com/office/officeart/2008/layout/HorizontalMultiLevelHierarchy"/>
    <dgm:cxn modelId="{C9CD2D96-D443-AE49-B9C2-36EC62D25B8C}" type="presParOf" srcId="{3ADABBBA-8BE3-4FE9-A781-3B4A1EE4D985}" destId="{6EE6FB14-E179-AF48-B1BA-E0936CC95D84}" srcOrd="1" destOrd="0" presId="urn:microsoft.com/office/officeart/2008/layout/HorizontalMultiLevelHierarchy"/>
    <dgm:cxn modelId="{1C94E01B-CD16-974A-90C0-AFEE505A9858}" type="presParOf" srcId="{6EE6FB14-E179-AF48-B1BA-E0936CC95D84}" destId="{F96C749B-BBC8-414B-B043-9E1FB7E4BD62}" srcOrd="0" destOrd="0" presId="urn:microsoft.com/office/officeart/2008/layout/HorizontalMultiLevelHierarchy"/>
    <dgm:cxn modelId="{93C35E84-8C1F-3E45-9DAC-EAE3B453B6BD}" type="presParOf" srcId="{6EE6FB14-E179-AF48-B1BA-E0936CC95D84}" destId="{F99CEB95-D904-8E4B-9BE9-94011EB12CD2}" srcOrd="1" destOrd="0" presId="urn:microsoft.com/office/officeart/2008/layout/HorizontalMultiLevelHierarchy"/>
    <dgm:cxn modelId="{49302417-2EBD-8D43-9A6F-58733C8B6333}" type="presParOf" srcId="{F99CEB95-D904-8E4B-9BE9-94011EB12CD2}" destId="{5C236B62-D0ED-6D49-9FAC-C8FE8CDB031F}" srcOrd="0" destOrd="0" presId="urn:microsoft.com/office/officeart/2008/layout/HorizontalMultiLevelHierarchy"/>
    <dgm:cxn modelId="{9195EB9F-F8B7-204C-8B5F-176AEDAA9C80}" type="presParOf" srcId="{5C236B62-D0ED-6D49-9FAC-C8FE8CDB031F}" destId="{BD11BE46-EFA3-FF40-9F11-ECFCFB455F9A}" srcOrd="0" destOrd="0" presId="urn:microsoft.com/office/officeart/2008/layout/HorizontalMultiLevelHierarchy"/>
    <dgm:cxn modelId="{D0020CB4-BEAF-9B4B-8913-1ABE1DCD539C}" type="presParOf" srcId="{F99CEB95-D904-8E4B-9BE9-94011EB12CD2}" destId="{BF036022-3BBE-264D-921E-FA906DE56FF6}" srcOrd="1" destOrd="0" presId="urn:microsoft.com/office/officeart/2008/layout/HorizontalMultiLevelHierarchy"/>
    <dgm:cxn modelId="{F63832D0-0959-E54F-AED9-AE890FC146CD}" type="presParOf" srcId="{BF036022-3BBE-264D-921E-FA906DE56FF6}" destId="{EC34FC95-7412-A84D-BBBF-0F92F6264D33}" srcOrd="0" destOrd="0" presId="urn:microsoft.com/office/officeart/2008/layout/HorizontalMultiLevelHierarchy"/>
    <dgm:cxn modelId="{81143DBC-52A7-8F49-A7C9-0BBA17D90AFE}" type="presParOf" srcId="{BF036022-3BBE-264D-921E-FA906DE56FF6}" destId="{C5601CBB-62A3-3246-913A-E7ED06183BE7}"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236B62-D0ED-6D49-9FAC-C8FE8CDB031F}">
      <dsp:nvSpPr>
        <dsp:cNvPr id="0" name=""/>
        <dsp:cNvSpPr/>
      </dsp:nvSpPr>
      <dsp:spPr>
        <a:xfrm>
          <a:off x="2283168" y="3277654"/>
          <a:ext cx="364140" cy="91440"/>
        </a:xfrm>
        <a:custGeom>
          <a:avLst/>
          <a:gdLst/>
          <a:ahLst/>
          <a:cxnLst/>
          <a:rect l="0" t="0" r="0" b="0"/>
          <a:pathLst>
            <a:path>
              <a:moveTo>
                <a:pt x="0" y="45720"/>
              </a:moveTo>
              <a:lnTo>
                <a:pt x="364140" y="4572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MX" sz="500" kern="1200"/>
        </a:p>
      </dsp:txBody>
      <dsp:txXfrm>
        <a:off x="2456135" y="3314270"/>
        <a:ext cx="18207" cy="18207"/>
      </dsp:txXfrm>
    </dsp:sp>
    <dsp:sp modelId="{91282B57-6851-4E19-94B7-9598AFE5A609}">
      <dsp:nvSpPr>
        <dsp:cNvPr id="0" name=""/>
        <dsp:cNvSpPr/>
      </dsp:nvSpPr>
      <dsp:spPr>
        <a:xfrm>
          <a:off x="2283168" y="1063214"/>
          <a:ext cx="379197" cy="578006"/>
        </a:xfrm>
        <a:custGeom>
          <a:avLst/>
          <a:gdLst/>
          <a:ahLst/>
          <a:cxnLst/>
          <a:rect l="0" t="0" r="0" b="0"/>
          <a:pathLst>
            <a:path>
              <a:moveTo>
                <a:pt x="0" y="0"/>
              </a:moveTo>
              <a:lnTo>
                <a:pt x="189598" y="0"/>
              </a:lnTo>
              <a:lnTo>
                <a:pt x="189598" y="578006"/>
              </a:lnTo>
              <a:lnTo>
                <a:pt x="379197" y="57800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2455485" y="1334935"/>
        <a:ext cx="34564" cy="34564"/>
      </dsp:txXfrm>
    </dsp:sp>
    <dsp:sp modelId="{EA2CA038-A571-48D0-834B-EBBBB10581D0}">
      <dsp:nvSpPr>
        <dsp:cNvPr id="0" name=""/>
        <dsp:cNvSpPr/>
      </dsp:nvSpPr>
      <dsp:spPr>
        <a:xfrm>
          <a:off x="2283168" y="1017494"/>
          <a:ext cx="364140" cy="91440"/>
        </a:xfrm>
        <a:custGeom>
          <a:avLst/>
          <a:gdLst/>
          <a:ahLst/>
          <a:cxnLst/>
          <a:rect l="0" t="0" r="0" b="0"/>
          <a:pathLst>
            <a:path>
              <a:moveTo>
                <a:pt x="0" y="45720"/>
              </a:moveTo>
              <a:lnTo>
                <a:pt x="364140" y="4572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2456135" y="1054111"/>
        <a:ext cx="18207" cy="18207"/>
      </dsp:txXfrm>
    </dsp:sp>
    <dsp:sp modelId="{8112643F-F035-4A12-A05F-40A90813EBF3}">
      <dsp:nvSpPr>
        <dsp:cNvPr id="0" name=""/>
        <dsp:cNvSpPr/>
      </dsp:nvSpPr>
      <dsp:spPr>
        <a:xfrm>
          <a:off x="2283168" y="485208"/>
          <a:ext cx="364140" cy="578006"/>
        </a:xfrm>
        <a:custGeom>
          <a:avLst/>
          <a:gdLst/>
          <a:ahLst/>
          <a:cxnLst/>
          <a:rect l="0" t="0" r="0" b="0"/>
          <a:pathLst>
            <a:path>
              <a:moveTo>
                <a:pt x="0" y="578006"/>
              </a:moveTo>
              <a:lnTo>
                <a:pt x="182070" y="578006"/>
              </a:lnTo>
              <a:lnTo>
                <a:pt x="182070" y="0"/>
              </a:lnTo>
              <a:lnTo>
                <a:pt x="364140"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2448160" y="757133"/>
        <a:ext cx="34157" cy="34157"/>
      </dsp:txXfrm>
    </dsp:sp>
    <dsp:sp modelId="{17A77DC8-A1F4-43CC-9A87-6D80EF6460B8}">
      <dsp:nvSpPr>
        <dsp:cNvPr id="0" name=""/>
        <dsp:cNvSpPr/>
      </dsp:nvSpPr>
      <dsp:spPr>
        <a:xfrm rot="16200000">
          <a:off x="822964" y="663704"/>
          <a:ext cx="2121386" cy="799021"/>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AR" sz="2100" kern="1200" dirty="0"/>
            <a:t>Revisiones</a:t>
          </a:r>
        </a:p>
        <a:p>
          <a:pPr marL="0" lvl="0" indent="0" algn="ctr" defTabSz="933450">
            <a:lnSpc>
              <a:spcPct val="90000"/>
            </a:lnSpc>
            <a:spcBef>
              <a:spcPct val="0"/>
            </a:spcBef>
            <a:spcAft>
              <a:spcPct val="35000"/>
            </a:spcAft>
            <a:buNone/>
          </a:pPr>
          <a:r>
            <a:rPr lang="es-AR" sz="2100" kern="1200" dirty="0"/>
            <a:t>informales</a:t>
          </a:r>
        </a:p>
      </dsp:txBody>
      <dsp:txXfrm>
        <a:off x="822964" y="663704"/>
        <a:ext cx="2121386" cy="799021"/>
      </dsp:txXfrm>
    </dsp:sp>
    <dsp:sp modelId="{610D30A2-F0E4-474A-8FE4-9DDD199446CA}">
      <dsp:nvSpPr>
        <dsp:cNvPr id="0" name=""/>
        <dsp:cNvSpPr/>
      </dsp:nvSpPr>
      <dsp:spPr>
        <a:xfrm>
          <a:off x="2647308" y="265592"/>
          <a:ext cx="3735570" cy="43923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ClrTx/>
            <a:buFont typeface="+mj-lt"/>
            <a:buNone/>
          </a:pPr>
          <a:r>
            <a:rPr lang="es-AR" sz="2100" kern="1200" dirty="0">
              <a:latin typeface="+mn-lt"/>
            </a:rPr>
            <a:t>Peer </a:t>
          </a:r>
          <a:r>
            <a:rPr lang="es-AR" sz="2100" kern="1200" dirty="0" err="1">
              <a:latin typeface="+mn-lt"/>
            </a:rPr>
            <a:t>deskcheck</a:t>
          </a:r>
          <a:endParaRPr lang="es-AR" sz="2100" kern="1200" dirty="0"/>
        </a:p>
      </dsp:txBody>
      <dsp:txXfrm>
        <a:off x="2647308" y="265592"/>
        <a:ext cx="3735570" cy="439233"/>
      </dsp:txXfrm>
    </dsp:sp>
    <dsp:sp modelId="{631C6AD0-8F1B-453F-82D0-DA27757048F8}">
      <dsp:nvSpPr>
        <dsp:cNvPr id="0" name=""/>
        <dsp:cNvSpPr/>
      </dsp:nvSpPr>
      <dsp:spPr>
        <a:xfrm>
          <a:off x="2647308" y="843598"/>
          <a:ext cx="3735570" cy="43923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AR" sz="2100" kern="1200" dirty="0" err="1">
              <a:latin typeface="+mn-lt"/>
            </a:rPr>
            <a:t>Passaround</a:t>
          </a:r>
          <a:endParaRPr lang="es-AR" sz="2100" kern="1200" dirty="0">
            <a:latin typeface="+mn-lt"/>
          </a:endParaRPr>
        </a:p>
      </dsp:txBody>
      <dsp:txXfrm>
        <a:off x="2647308" y="843598"/>
        <a:ext cx="3735570" cy="439233"/>
      </dsp:txXfrm>
    </dsp:sp>
    <dsp:sp modelId="{DFA61455-671F-43E6-9F1B-38045F2F0D07}">
      <dsp:nvSpPr>
        <dsp:cNvPr id="0" name=""/>
        <dsp:cNvSpPr/>
      </dsp:nvSpPr>
      <dsp:spPr>
        <a:xfrm>
          <a:off x="2662366" y="1421604"/>
          <a:ext cx="3735570" cy="43923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AR" sz="2100" kern="1200" dirty="0" err="1">
              <a:latin typeface="+mn-lt"/>
            </a:rPr>
            <a:t>Walkthrough</a:t>
          </a:r>
          <a:endParaRPr lang="es-AR" sz="2100" kern="1200" dirty="0">
            <a:latin typeface="+mn-lt"/>
          </a:endParaRPr>
        </a:p>
      </dsp:txBody>
      <dsp:txXfrm>
        <a:off x="2662366" y="1421604"/>
        <a:ext cx="3735570" cy="439233"/>
      </dsp:txXfrm>
    </dsp:sp>
    <dsp:sp modelId="{F96C749B-BBC8-414B-B043-9E1FB7E4BD62}">
      <dsp:nvSpPr>
        <dsp:cNvPr id="0" name=""/>
        <dsp:cNvSpPr/>
      </dsp:nvSpPr>
      <dsp:spPr>
        <a:xfrm rot="16200000">
          <a:off x="822964" y="2923863"/>
          <a:ext cx="2121386" cy="799021"/>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AR" sz="2000" kern="1200" dirty="0"/>
            <a:t>Revisión</a:t>
          </a:r>
        </a:p>
        <a:p>
          <a:pPr marL="0" lvl="0" indent="0" algn="ctr" defTabSz="889000">
            <a:lnSpc>
              <a:spcPct val="90000"/>
            </a:lnSpc>
            <a:spcBef>
              <a:spcPct val="0"/>
            </a:spcBef>
            <a:spcAft>
              <a:spcPct val="35000"/>
            </a:spcAft>
            <a:buNone/>
          </a:pPr>
          <a:r>
            <a:rPr lang="es-AR" sz="2000" kern="1200" dirty="0"/>
            <a:t>formal</a:t>
          </a:r>
        </a:p>
      </dsp:txBody>
      <dsp:txXfrm>
        <a:off x="822964" y="2923863"/>
        <a:ext cx="2121386" cy="799021"/>
      </dsp:txXfrm>
    </dsp:sp>
    <dsp:sp modelId="{EC34FC95-7412-A84D-BBBF-0F92F6264D33}">
      <dsp:nvSpPr>
        <dsp:cNvPr id="0" name=""/>
        <dsp:cNvSpPr/>
      </dsp:nvSpPr>
      <dsp:spPr>
        <a:xfrm>
          <a:off x="2647308" y="3045828"/>
          <a:ext cx="3789226" cy="55509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MX" sz="2000" kern="1200" dirty="0"/>
            <a:t>Inspection</a:t>
          </a:r>
        </a:p>
      </dsp:txBody>
      <dsp:txXfrm>
        <a:off x="2647308" y="3045828"/>
        <a:ext cx="3789226" cy="555091"/>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E19318D9-1C74-894A-82B9-08234547CB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a:extLst>
              <a:ext uri="{FF2B5EF4-FFF2-40B4-BE49-F238E27FC236}">
                <a16:creationId xmlns:a16="http://schemas.microsoft.com/office/drawing/2014/main" id="{25A90431-346B-FF4F-90F3-5C33DDFC0EA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452339-5F8B-F640-A005-4EDA3E12CECF}" type="datetimeFigureOut">
              <a:rPr lang="es-AR" smtClean="0"/>
              <a:t>10/9/2026</a:t>
            </a:fld>
            <a:endParaRPr lang="es-AR"/>
          </a:p>
        </p:txBody>
      </p:sp>
      <p:sp>
        <p:nvSpPr>
          <p:cNvPr id="4" name="Marcador de pie de página 3">
            <a:extLst>
              <a:ext uri="{FF2B5EF4-FFF2-40B4-BE49-F238E27FC236}">
                <a16:creationId xmlns:a16="http://schemas.microsoft.com/office/drawing/2014/main" id="{7257D341-252F-154F-BCD0-0D80E26497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5" name="Marcador de número de diapositiva 4">
            <a:extLst>
              <a:ext uri="{FF2B5EF4-FFF2-40B4-BE49-F238E27FC236}">
                <a16:creationId xmlns:a16="http://schemas.microsoft.com/office/drawing/2014/main" id="{7543607C-91C9-DD4A-88B2-E4B0E7C4C03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016872-CFF9-7043-9FD8-7CAAB38F38F3}" type="slidenum">
              <a:rPr lang="es-AR" smtClean="0"/>
              <a:t>‹Nº›</a:t>
            </a:fld>
            <a:endParaRPr lang="es-AR"/>
          </a:p>
        </p:txBody>
      </p:sp>
    </p:spTree>
    <p:extLst>
      <p:ext uri="{BB962C8B-B14F-4D97-AF65-F5344CB8AC3E}">
        <p14:creationId xmlns:p14="http://schemas.microsoft.com/office/powerpoint/2010/main" val="24675552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4448C-68AB-41ED-9AA1-623600B6A404}" type="datetimeFigureOut">
              <a:rPr lang="es-AR" smtClean="0"/>
              <a:t>10/9/2026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D0DE57-D832-4C0E-B844-2BC9C8865DC9}" type="slidenum">
              <a:rPr lang="es-AR" smtClean="0"/>
              <a:t>‹Nº›</a:t>
            </a:fld>
            <a:endParaRPr lang="es-AR"/>
          </a:p>
        </p:txBody>
      </p:sp>
    </p:spTree>
    <p:extLst>
      <p:ext uri="{BB962C8B-B14F-4D97-AF65-F5344CB8AC3E}">
        <p14:creationId xmlns:p14="http://schemas.microsoft.com/office/powerpoint/2010/main" val="3829774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jp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3" name="Imagen 2" descr="Calendario&#10;&#10;Descripción generada automáticamente con confianza media">
            <a:extLst>
              <a:ext uri="{FF2B5EF4-FFF2-40B4-BE49-F238E27FC236}">
                <a16:creationId xmlns:a16="http://schemas.microsoft.com/office/drawing/2014/main" id="{7F535B13-CD10-974C-BF7B-B8EA82EEA5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6282"/>
            <a:ext cx="12221084" cy="6841718"/>
          </a:xfrm>
          <a:prstGeom prst="rect">
            <a:avLst/>
          </a:prstGeom>
        </p:spPr>
      </p:pic>
    </p:spTree>
    <p:extLst>
      <p:ext uri="{BB962C8B-B14F-4D97-AF65-F5344CB8AC3E}">
        <p14:creationId xmlns:p14="http://schemas.microsoft.com/office/powerpoint/2010/main" val="37928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bg>
      <p:bgPr>
        <a:solidFill>
          <a:schemeClr val="bg1"/>
        </a:solidFill>
        <a:effectLst/>
      </p:bgPr>
    </p:bg>
    <p:spTree>
      <p:nvGrpSpPr>
        <p:cNvPr id="1" name=""/>
        <p:cNvGrpSpPr/>
        <p:nvPr/>
      </p:nvGrpSpPr>
      <p:grpSpPr>
        <a:xfrm>
          <a:off x="0" y="0"/>
          <a:ext cx="0" cy="0"/>
          <a:chOff x="0" y="0"/>
          <a:chExt cx="0" cy="0"/>
        </a:xfrm>
      </p:grpSpPr>
      <p:pic>
        <p:nvPicPr>
          <p:cNvPr id="5" name="Imagen 4" descr="Forma&#10;&#10;Descripción generada automáticamente">
            <a:extLst>
              <a:ext uri="{FF2B5EF4-FFF2-40B4-BE49-F238E27FC236}">
                <a16:creationId xmlns:a16="http://schemas.microsoft.com/office/drawing/2014/main" id="{FCADEDCF-DA7F-C84B-9E3A-D37447BC1E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250168" cy="6858000"/>
          </a:xfrm>
          <a:prstGeom prst="rect">
            <a:avLst/>
          </a:prstGeom>
        </p:spPr>
      </p:pic>
    </p:spTree>
    <p:extLst>
      <p:ext uri="{BB962C8B-B14F-4D97-AF65-F5344CB8AC3E}">
        <p14:creationId xmlns:p14="http://schemas.microsoft.com/office/powerpoint/2010/main" val="2540821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pic>
        <p:nvPicPr>
          <p:cNvPr id="6" name="Imagen 5" descr="Forma&#10;&#10;Descripción generada automáticamente">
            <a:extLst>
              <a:ext uri="{FF2B5EF4-FFF2-40B4-BE49-F238E27FC236}">
                <a16:creationId xmlns:a16="http://schemas.microsoft.com/office/drawing/2014/main" id="{6BB30792-84BC-5645-AFE5-6C1B6C31C0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084" y="0"/>
            <a:ext cx="12250168" cy="6858000"/>
          </a:xfrm>
          <a:prstGeom prst="rect">
            <a:avLst/>
          </a:prstGeom>
        </p:spPr>
      </p:pic>
    </p:spTree>
    <p:extLst>
      <p:ext uri="{BB962C8B-B14F-4D97-AF65-F5344CB8AC3E}">
        <p14:creationId xmlns:p14="http://schemas.microsoft.com/office/powerpoint/2010/main" val="1349459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ítulo y objetos">
    <p:spTree>
      <p:nvGrpSpPr>
        <p:cNvPr id="1" name=""/>
        <p:cNvGrpSpPr/>
        <p:nvPr/>
      </p:nvGrpSpPr>
      <p:grpSpPr>
        <a:xfrm>
          <a:off x="0" y="0"/>
          <a:ext cx="0" cy="0"/>
          <a:chOff x="0" y="0"/>
          <a:chExt cx="0" cy="0"/>
        </a:xfrm>
      </p:grpSpPr>
      <p:pic>
        <p:nvPicPr>
          <p:cNvPr id="5" name="Imagen 4" descr="Forma&#10;&#10;Descripción generada automáticamente">
            <a:extLst>
              <a:ext uri="{FF2B5EF4-FFF2-40B4-BE49-F238E27FC236}">
                <a16:creationId xmlns:a16="http://schemas.microsoft.com/office/drawing/2014/main" id="{85B58F2E-6ABC-6141-8351-A9667E5A27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6282"/>
            <a:ext cx="12221084" cy="6841718"/>
          </a:xfrm>
          <a:prstGeom prst="rect">
            <a:avLst/>
          </a:prstGeom>
        </p:spPr>
      </p:pic>
    </p:spTree>
    <p:extLst>
      <p:ext uri="{BB962C8B-B14F-4D97-AF65-F5344CB8AC3E}">
        <p14:creationId xmlns:p14="http://schemas.microsoft.com/office/powerpoint/2010/main" val="2059597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ítulo y objetos">
    <p:spTree>
      <p:nvGrpSpPr>
        <p:cNvPr id="1" name=""/>
        <p:cNvGrpSpPr/>
        <p:nvPr/>
      </p:nvGrpSpPr>
      <p:grpSpPr>
        <a:xfrm>
          <a:off x="0" y="0"/>
          <a:ext cx="0" cy="0"/>
          <a:chOff x="0" y="0"/>
          <a:chExt cx="0" cy="0"/>
        </a:xfrm>
      </p:grpSpPr>
      <p:pic>
        <p:nvPicPr>
          <p:cNvPr id="7" name="Imagen 6" descr="Forma&#10;&#10;Descripción generada automáticamente con confianza media">
            <a:extLst>
              <a:ext uri="{FF2B5EF4-FFF2-40B4-BE49-F238E27FC236}">
                <a16:creationId xmlns:a16="http://schemas.microsoft.com/office/drawing/2014/main" id="{B77A4838-F1DD-9046-91FC-E45F806234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250168" cy="6858000"/>
          </a:xfrm>
          <a:prstGeom prst="rect">
            <a:avLst/>
          </a:prstGeom>
        </p:spPr>
      </p:pic>
    </p:spTree>
    <p:extLst>
      <p:ext uri="{BB962C8B-B14F-4D97-AF65-F5344CB8AC3E}">
        <p14:creationId xmlns:p14="http://schemas.microsoft.com/office/powerpoint/2010/main" val="2546093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ítulo y objetos">
    <p:spTree>
      <p:nvGrpSpPr>
        <p:cNvPr id="1" name=""/>
        <p:cNvGrpSpPr/>
        <p:nvPr/>
      </p:nvGrpSpPr>
      <p:grpSpPr>
        <a:xfrm>
          <a:off x="0" y="0"/>
          <a:ext cx="0" cy="0"/>
          <a:chOff x="0" y="0"/>
          <a:chExt cx="0" cy="0"/>
        </a:xfrm>
      </p:grpSpPr>
      <p:pic>
        <p:nvPicPr>
          <p:cNvPr id="5" name="Imagen 4" descr="Forma&#10;&#10;Descripción generada automáticamente">
            <a:extLst>
              <a:ext uri="{FF2B5EF4-FFF2-40B4-BE49-F238E27FC236}">
                <a16:creationId xmlns:a16="http://schemas.microsoft.com/office/drawing/2014/main" id="{BFD4B215-CC6C-F747-BEB2-F42A821CE9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084" y="0"/>
            <a:ext cx="12250168" cy="6858000"/>
          </a:xfrm>
          <a:prstGeom prst="rect">
            <a:avLst/>
          </a:prstGeom>
        </p:spPr>
      </p:pic>
    </p:spTree>
    <p:extLst>
      <p:ext uri="{BB962C8B-B14F-4D97-AF65-F5344CB8AC3E}">
        <p14:creationId xmlns:p14="http://schemas.microsoft.com/office/powerpoint/2010/main" val="2530095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ítulo y objetos">
    <p:spTree>
      <p:nvGrpSpPr>
        <p:cNvPr id="1" name=""/>
        <p:cNvGrpSpPr/>
        <p:nvPr/>
      </p:nvGrpSpPr>
      <p:grpSpPr>
        <a:xfrm>
          <a:off x="0" y="0"/>
          <a:ext cx="0" cy="0"/>
          <a:chOff x="0" y="0"/>
          <a:chExt cx="0" cy="0"/>
        </a:xfrm>
      </p:grpSpPr>
      <p:pic>
        <p:nvPicPr>
          <p:cNvPr id="6" name="Imagen 5" descr="Forma&#10;&#10;Descripción generada automáticamente">
            <a:extLst>
              <a:ext uri="{FF2B5EF4-FFF2-40B4-BE49-F238E27FC236}">
                <a16:creationId xmlns:a16="http://schemas.microsoft.com/office/drawing/2014/main" id="{3CD84CC3-4E28-3146-BFE5-F7C65E952CC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6282"/>
            <a:ext cx="12221084" cy="6841718"/>
          </a:xfrm>
          <a:prstGeom prst="rect">
            <a:avLst/>
          </a:prstGeom>
        </p:spPr>
      </p:pic>
    </p:spTree>
    <p:extLst>
      <p:ext uri="{BB962C8B-B14F-4D97-AF65-F5344CB8AC3E}">
        <p14:creationId xmlns:p14="http://schemas.microsoft.com/office/powerpoint/2010/main" val="130815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pic>
        <p:nvPicPr>
          <p:cNvPr id="3" name="Imagen 2" descr="Imagen que contiene Gráfico de líneas&#10;&#10;Descripción generada automáticamente">
            <a:extLst>
              <a:ext uri="{FF2B5EF4-FFF2-40B4-BE49-F238E27FC236}">
                <a16:creationId xmlns:a16="http://schemas.microsoft.com/office/drawing/2014/main" id="{91430346-03E4-0841-B9CE-876C88D547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084" y="0"/>
            <a:ext cx="12250168" cy="6858000"/>
          </a:xfrm>
          <a:prstGeom prst="rect">
            <a:avLst/>
          </a:prstGeom>
        </p:spPr>
      </p:pic>
    </p:spTree>
    <p:extLst>
      <p:ext uri="{BB962C8B-B14F-4D97-AF65-F5344CB8AC3E}">
        <p14:creationId xmlns:p14="http://schemas.microsoft.com/office/powerpoint/2010/main" val="3803464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pic>
        <p:nvPicPr>
          <p:cNvPr id="3" name="Imagen 2" descr="Imagen que contiene Interfaz de usuario gráfica&#10;&#10;Descripción generada automáticamente">
            <a:extLst>
              <a:ext uri="{FF2B5EF4-FFF2-40B4-BE49-F238E27FC236}">
                <a16:creationId xmlns:a16="http://schemas.microsoft.com/office/drawing/2014/main" id="{783FC83D-79C1-104A-AB7A-0137336B08D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084" y="0"/>
            <a:ext cx="12250168" cy="6858000"/>
          </a:xfrm>
          <a:prstGeom prst="rect">
            <a:avLst/>
          </a:prstGeom>
        </p:spPr>
      </p:pic>
    </p:spTree>
    <p:extLst>
      <p:ext uri="{BB962C8B-B14F-4D97-AF65-F5344CB8AC3E}">
        <p14:creationId xmlns:p14="http://schemas.microsoft.com/office/powerpoint/2010/main" val="2043516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2157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6_Título y objetos">
    <p:spTree>
      <p:nvGrpSpPr>
        <p:cNvPr id="1" name=""/>
        <p:cNvGrpSpPr/>
        <p:nvPr/>
      </p:nvGrpSpPr>
      <p:grpSpPr>
        <a:xfrm>
          <a:off x="0" y="0"/>
          <a:ext cx="0" cy="0"/>
          <a:chOff x="0" y="0"/>
          <a:chExt cx="0" cy="0"/>
        </a:xfrm>
      </p:grpSpPr>
      <p:pic>
        <p:nvPicPr>
          <p:cNvPr id="6" name="Imagen 5" descr="Forma&#10;&#10;Descripción generada automáticamente">
            <a:extLst>
              <a:ext uri="{FF2B5EF4-FFF2-40B4-BE49-F238E27FC236}">
                <a16:creationId xmlns:a16="http://schemas.microsoft.com/office/drawing/2014/main" id="{21EE62C8-D1C0-584A-83CF-E72D8255CA0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5615"/>
            <a:ext cx="12192000" cy="6826770"/>
          </a:xfrm>
          <a:prstGeom prst="rect">
            <a:avLst/>
          </a:prstGeom>
        </p:spPr>
      </p:pic>
      <p:sp>
        <p:nvSpPr>
          <p:cNvPr id="2" name="Title 1"/>
          <p:cNvSpPr>
            <a:spLocks noGrp="1"/>
          </p:cNvSpPr>
          <p:nvPr>
            <p:ph type="title"/>
          </p:nvPr>
        </p:nvSpPr>
        <p:spPr>
          <a:xfrm>
            <a:off x="507124" y="467602"/>
            <a:ext cx="8518635" cy="747780"/>
          </a:xfrm>
          <a:prstGeom prst="rect">
            <a:avLst/>
          </a:prstGeom>
        </p:spPr>
        <p:txBody>
          <a:bodyPr/>
          <a:lstStyle>
            <a:lvl1pPr>
              <a:defRPr>
                <a:solidFill>
                  <a:schemeClr val="bg1"/>
                </a:solidFill>
                <a:latin typeface="Ubuntu" panose="020B0504030602030204" pitchFamily="34" charset="0"/>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838200" y="1825625"/>
            <a:ext cx="8353097" cy="4351338"/>
          </a:xfrm>
          <a:prstGeom prst="rect">
            <a:avLst/>
          </a:prstGeom>
        </p:spPr>
        <p:txBody>
          <a:bodyPr/>
          <a:lstStyle>
            <a:lvl1pPr marL="0" indent="0">
              <a:buNone/>
              <a:defRPr>
                <a:latin typeface="Ubuntu" panose="020B0504030602030204" pitchFamily="34" charset="0"/>
              </a:defRPr>
            </a:lvl1pPr>
          </a:lstStyle>
          <a:p>
            <a:pPr lvl="0"/>
            <a:r>
              <a:rPr lang="es-ES"/>
              <a:t>Haga clic para modificar los estilos de texto del patrón</a:t>
            </a:r>
          </a:p>
        </p:txBody>
      </p:sp>
    </p:spTree>
    <p:extLst>
      <p:ext uri="{BB962C8B-B14F-4D97-AF65-F5344CB8AC3E}">
        <p14:creationId xmlns:p14="http://schemas.microsoft.com/office/powerpoint/2010/main" val="3069737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pic>
        <p:nvPicPr>
          <p:cNvPr id="17" name="bg object 17"/>
          <p:cNvPicPr/>
          <p:nvPr/>
        </p:nvPicPr>
        <p:blipFill>
          <a:blip r:embed="rId3" cstate="print"/>
          <a:stretch>
            <a:fillRect/>
          </a:stretch>
        </p:blipFill>
        <p:spPr>
          <a:xfrm>
            <a:off x="8398255" y="1676400"/>
            <a:ext cx="3759200" cy="2819400"/>
          </a:xfrm>
          <a:prstGeom prst="rect">
            <a:avLst/>
          </a:prstGeom>
        </p:spPr>
      </p:pic>
      <p:pic>
        <p:nvPicPr>
          <p:cNvPr id="18" name="bg object 18"/>
          <p:cNvPicPr/>
          <p:nvPr/>
        </p:nvPicPr>
        <p:blipFill>
          <a:blip r:embed="rId4" cstate="print"/>
          <a:stretch>
            <a:fillRect/>
          </a:stretch>
        </p:blipFill>
        <p:spPr>
          <a:xfrm>
            <a:off x="7585455" y="0"/>
            <a:ext cx="2133600" cy="1143000"/>
          </a:xfrm>
          <a:prstGeom prst="rect">
            <a:avLst/>
          </a:prstGeom>
        </p:spPr>
      </p:pic>
      <p:pic>
        <p:nvPicPr>
          <p:cNvPr id="19" name="bg object 19"/>
          <p:cNvPicPr/>
          <p:nvPr/>
        </p:nvPicPr>
        <p:blipFill>
          <a:blip r:embed="rId5" cstate="print"/>
          <a:stretch>
            <a:fillRect/>
          </a:stretch>
        </p:blipFill>
        <p:spPr>
          <a:xfrm>
            <a:off x="8398255" y="6096000"/>
            <a:ext cx="1320800" cy="762000"/>
          </a:xfrm>
          <a:prstGeom prst="rect">
            <a:avLst/>
          </a:prstGeom>
        </p:spPr>
      </p:pic>
      <p:pic>
        <p:nvPicPr>
          <p:cNvPr id="20" name="bg object 20"/>
          <p:cNvPicPr/>
          <p:nvPr/>
        </p:nvPicPr>
        <p:blipFill>
          <a:blip r:embed="rId6" cstate="print"/>
          <a:stretch>
            <a:fillRect/>
          </a:stretch>
        </p:blipFill>
        <p:spPr>
          <a:xfrm>
            <a:off x="0" y="2667000"/>
            <a:ext cx="5382768" cy="4191000"/>
          </a:xfrm>
          <a:prstGeom prst="rect">
            <a:avLst/>
          </a:prstGeom>
        </p:spPr>
      </p:pic>
      <p:pic>
        <p:nvPicPr>
          <p:cNvPr id="21" name="bg object 21"/>
          <p:cNvPicPr/>
          <p:nvPr/>
        </p:nvPicPr>
        <p:blipFill>
          <a:blip r:embed="rId7" cstate="print"/>
          <a:stretch>
            <a:fillRect/>
          </a:stretch>
        </p:blipFill>
        <p:spPr>
          <a:xfrm>
            <a:off x="0" y="2895600"/>
            <a:ext cx="2029968" cy="2362200"/>
          </a:xfrm>
          <a:prstGeom prst="rect">
            <a:avLst/>
          </a:prstGeom>
        </p:spPr>
      </p:pic>
      <p:pic>
        <p:nvPicPr>
          <p:cNvPr id="22" name="bg object 22"/>
          <p:cNvPicPr/>
          <p:nvPr/>
        </p:nvPicPr>
        <p:blipFill>
          <a:blip r:embed="rId8" cstate="print"/>
          <a:stretch>
            <a:fillRect/>
          </a:stretch>
        </p:blipFill>
        <p:spPr>
          <a:xfrm>
            <a:off x="10273791" y="0"/>
            <a:ext cx="1013984" cy="1159764"/>
          </a:xfrm>
          <a:prstGeom prst="rect">
            <a:avLst/>
          </a:prstGeom>
        </p:spPr>
      </p:pic>
      <p:sp>
        <p:nvSpPr>
          <p:cNvPr id="23" name="bg object 23"/>
          <p:cNvSpPr/>
          <p:nvPr/>
        </p:nvSpPr>
        <p:spPr>
          <a:xfrm>
            <a:off x="10326624" y="1"/>
            <a:ext cx="914400" cy="1099185"/>
          </a:xfrm>
          <a:custGeom>
            <a:avLst/>
            <a:gdLst/>
            <a:ahLst/>
            <a:cxnLst/>
            <a:rect l="l" t="t" r="r" b="b"/>
            <a:pathLst>
              <a:path w="685800" h="1099185">
                <a:moveTo>
                  <a:pt x="685800" y="0"/>
                </a:moveTo>
                <a:lnTo>
                  <a:pt x="0" y="0"/>
                </a:lnTo>
                <a:lnTo>
                  <a:pt x="0" y="1098803"/>
                </a:lnTo>
                <a:lnTo>
                  <a:pt x="685800" y="1098803"/>
                </a:lnTo>
                <a:lnTo>
                  <a:pt x="685800" y="0"/>
                </a:lnTo>
                <a:close/>
              </a:path>
            </a:pathLst>
          </a:custGeom>
          <a:solidFill>
            <a:srgbClr val="AF1512"/>
          </a:solidFill>
        </p:spPr>
        <p:txBody>
          <a:bodyPr wrap="square" lIns="0" tIns="0" rIns="0" bIns="0" rtlCol="0"/>
          <a:lstStyle/>
          <a:p>
            <a:endParaRPr sz="1800"/>
          </a:p>
        </p:txBody>
      </p:sp>
      <p:pic>
        <p:nvPicPr>
          <p:cNvPr id="24" name="bg object 24"/>
          <p:cNvPicPr/>
          <p:nvPr/>
        </p:nvPicPr>
        <p:blipFill>
          <a:blip r:embed="rId9" cstate="print"/>
          <a:stretch>
            <a:fillRect/>
          </a:stretch>
        </p:blipFill>
        <p:spPr>
          <a:xfrm>
            <a:off x="1005840" y="1720595"/>
            <a:ext cx="10042144" cy="4849368"/>
          </a:xfrm>
          <a:prstGeom prst="rect">
            <a:avLst/>
          </a:prstGeom>
        </p:spPr>
      </p:pic>
      <p:pic>
        <p:nvPicPr>
          <p:cNvPr id="25" name="bg object 25"/>
          <p:cNvPicPr/>
          <p:nvPr/>
        </p:nvPicPr>
        <p:blipFill>
          <a:blip r:embed="rId10" cstate="print"/>
          <a:stretch>
            <a:fillRect/>
          </a:stretch>
        </p:blipFill>
        <p:spPr>
          <a:xfrm>
            <a:off x="3316225" y="3165361"/>
            <a:ext cx="648241" cy="582155"/>
          </a:xfrm>
          <a:prstGeom prst="rect">
            <a:avLst/>
          </a:prstGeom>
        </p:spPr>
      </p:pic>
      <p:sp>
        <p:nvSpPr>
          <p:cNvPr id="26" name="bg object 26"/>
          <p:cNvSpPr/>
          <p:nvPr/>
        </p:nvSpPr>
        <p:spPr>
          <a:xfrm>
            <a:off x="1076960" y="1735835"/>
            <a:ext cx="9906000" cy="4747260"/>
          </a:xfrm>
          <a:custGeom>
            <a:avLst/>
            <a:gdLst/>
            <a:ahLst/>
            <a:cxnLst/>
            <a:rect l="l" t="t" r="r" b="b"/>
            <a:pathLst>
              <a:path w="7429500" h="4747260">
                <a:moveTo>
                  <a:pt x="7429500" y="0"/>
                </a:moveTo>
                <a:lnTo>
                  <a:pt x="0" y="0"/>
                </a:lnTo>
                <a:lnTo>
                  <a:pt x="0" y="4747260"/>
                </a:lnTo>
                <a:lnTo>
                  <a:pt x="7429500" y="4747260"/>
                </a:lnTo>
                <a:lnTo>
                  <a:pt x="7429500" y="0"/>
                </a:lnTo>
                <a:close/>
              </a:path>
            </a:pathLst>
          </a:custGeom>
          <a:solidFill>
            <a:srgbClr val="467576"/>
          </a:solidFill>
        </p:spPr>
        <p:txBody>
          <a:bodyPr wrap="square" lIns="0" tIns="0" rIns="0" bIns="0" rtlCol="0"/>
          <a:lstStyle/>
          <a:p>
            <a:endParaRPr sz="1800"/>
          </a:p>
        </p:txBody>
      </p:sp>
      <p:sp>
        <p:nvSpPr>
          <p:cNvPr id="2" name="Holder 2"/>
          <p:cNvSpPr>
            <a:spLocks noGrp="1"/>
          </p:cNvSpPr>
          <p:nvPr>
            <p:ph type="ctrTitle"/>
          </p:nvPr>
        </p:nvSpPr>
        <p:spPr>
          <a:xfrm>
            <a:off x="223248" y="47702"/>
            <a:ext cx="4991947" cy="498598"/>
          </a:xfrm>
          <a:prstGeom prst="rect">
            <a:avLst/>
          </a:prstGeom>
        </p:spPr>
        <p:txBody>
          <a:bodyPr wrap="square" lIns="0" tIns="0" rIns="0" bIns="0">
            <a:spAutoFit/>
          </a:bodyPr>
          <a:lstStyle>
            <a:lvl1pPr>
              <a:defRPr sz="3600" b="0" i="0">
                <a:solidFill>
                  <a:schemeClr val="bg1"/>
                </a:solidFill>
                <a:latin typeface="Century Gothic"/>
                <a:cs typeface="Century Gothic"/>
              </a:defRPr>
            </a:lvl1pPr>
          </a:lstStyle>
          <a:p>
            <a:endParaRPr/>
          </a:p>
        </p:txBody>
      </p:sp>
      <p:sp>
        <p:nvSpPr>
          <p:cNvPr id="3" name="Holder 3"/>
          <p:cNvSpPr>
            <a:spLocks noGrp="1"/>
          </p:cNvSpPr>
          <p:nvPr>
            <p:ph type="subTitle" idx="4"/>
          </p:nvPr>
        </p:nvSpPr>
        <p:spPr>
          <a:xfrm>
            <a:off x="1828800" y="3840480"/>
            <a:ext cx="8534400" cy="360099"/>
          </a:xfrm>
          <a:prstGeom prst="rect">
            <a:avLst/>
          </a:prstGeom>
        </p:spPr>
        <p:txBody>
          <a:bodyPr wrap="square" lIns="0" tIns="0" rIns="0" bIns="0">
            <a:spAutoFit/>
          </a:bodyPr>
          <a:lstStyle>
            <a:lvl1pPr>
              <a:defRPr sz="2600" b="1" i="0">
                <a:solidFill>
                  <a:srgbClr val="AF1512"/>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16316639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35665639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4181736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22520155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40468107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30025120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5916611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27692220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221397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5008124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6242045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935493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532665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32" r:id="rId3"/>
    <p:sldLayoutId id="2147483733" r:id="rId4"/>
    <p:sldLayoutId id="2147483734" r:id="rId5"/>
    <p:sldLayoutId id="2147483735" r:id="rId6"/>
    <p:sldLayoutId id="2147483736" r:id="rId7"/>
    <p:sldLayoutId id="2147483737" r:id="rId8"/>
    <p:sldLayoutId id="2147483738" r:id="rId9"/>
    <p:sldLayoutId id="2147483715" r:id="rId10"/>
    <p:sldLayoutId id="2147483739" r:id="rId11"/>
    <p:sldLayoutId id="214748374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AB3CAF-4838-4752-A64A-D86CFD53E9DF}" type="slidenum">
              <a:rPr lang="es-AR" smtClean="0"/>
              <a:t>‹Nº›</a:t>
            </a:fld>
            <a:endParaRPr lang="es-AR"/>
          </a:p>
        </p:txBody>
      </p:sp>
    </p:spTree>
    <p:extLst>
      <p:ext uri="{BB962C8B-B14F-4D97-AF65-F5344CB8AC3E}">
        <p14:creationId xmlns:p14="http://schemas.microsoft.com/office/powerpoint/2010/main" val="12397585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1.xml"/><Relationship Id="rId5" Type="http://schemas.openxmlformats.org/officeDocument/2006/relationships/image" Target="../media/image35.png"/><Relationship Id="rId4" Type="http://schemas.openxmlformats.org/officeDocument/2006/relationships/image" Target="../media/image34.png"/></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1.png"/><Relationship Id="rId1" Type="http://schemas.openxmlformats.org/officeDocument/2006/relationships/slideLayout" Target="../slideLayouts/slideLayout11.xml"/><Relationship Id="rId5" Type="http://schemas.openxmlformats.org/officeDocument/2006/relationships/image" Target="../media/image41.jpg"/><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3.png"/><Relationship Id="rId7" Type="http://schemas.openxmlformats.org/officeDocument/2006/relationships/image" Target="../media/image11.jpg"/><Relationship Id="rId2" Type="http://schemas.openxmlformats.org/officeDocument/2006/relationships/image" Target="../media/image42.png"/><Relationship Id="rId1" Type="http://schemas.openxmlformats.org/officeDocument/2006/relationships/slideLayout" Target="../slideLayouts/slideLayout11.xml"/><Relationship Id="rId6" Type="http://schemas.openxmlformats.org/officeDocument/2006/relationships/image" Target="../media/image46.png"/><Relationship Id="rId11" Type="http://schemas.openxmlformats.org/officeDocument/2006/relationships/image" Target="../media/image49.png"/><Relationship Id="rId5" Type="http://schemas.openxmlformats.org/officeDocument/2006/relationships/image" Target="../media/image45.png"/><Relationship Id="rId10" Type="http://schemas.openxmlformats.org/officeDocument/2006/relationships/image" Target="../media/image48.png"/><Relationship Id="rId4" Type="http://schemas.openxmlformats.org/officeDocument/2006/relationships/image" Target="../media/image44.png"/><Relationship Id="rId9" Type="http://schemas.openxmlformats.org/officeDocument/2006/relationships/image" Target="../media/image31.png"/></Relationships>
</file>

<file path=ppt/slides/_rels/slide5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2.xml"/><Relationship Id="rId4" Type="http://schemas.openxmlformats.org/officeDocument/2006/relationships/image" Target="../media/image52.jpg"/></Relationships>
</file>

<file path=ppt/slides/_rels/slide5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5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56.png"/><Relationship Id="rId2" Type="http://schemas.openxmlformats.org/officeDocument/2006/relationships/image" Target="../media/image11.jpg"/><Relationship Id="rId1" Type="http://schemas.openxmlformats.org/officeDocument/2006/relationships/slideLayout" Target="../slideLayouts/slideLayout11.xml"/><Relationship Id="rId6" Type="http://schemas.openxmlformats.org/officeDocument/2006/relationships/image" Target="../media/image15.png"/><Relationship Id="rId11" Type="http://schemas.openxmlformats.org/officeDocument/2006/relationships/image" Target="../media/image55.png"/><Relationship Id="rId5" Type="http://schemas.openxmlformats.org/officeDocument/2006/relationships/image" Target="../media/image14.png"/><Relationship Id="rId10" Type="http://schemas.openxmlformats.org/officeDocument/2006/relationships/image" Target="../media/image54.png"/><Relationship Id="rId4" Type="http://schemas.openxmlformats.org/officeDocument/2006/relationships/image" Target="../media/image13.png"/><Relationship Id="rId9" Type="http://schemas.openxmlformats.org/officeDocument/2006/relationships/image" Target="../media/image53.png"/><Relationship Id="rId14" Type="http://schemas.openxmlformats.org/officeDocument/2006/relationships/image" Target="../media/image5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475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0648473-4FFD-CE1E-214E-D8C7C7EF7807}"/>
              </a:ext>
            </a:extLst>
          </p:cNvPr>
          <p:cNvSpPr txBox="1"/>
          <p:nvPr/>
        </p:nvSpPr>
        <p:spPr>
          <a:xfrm>
            <a:off x="1517797" y="2367171"/>
            <a:ext cx="9156405" cy="2123658"/>
          </a:xfrm>
          <a:prstGeom prst="rect">
            <a:avLst/>
          </a:prstGeom>
          <a:noFill/>
        </p:spPr>
        <p:txBody>
          <a:bodyPr wrap="square" lIns="91440" tIns="45720" rIns="91440" bIns="45720" rtlCol="0" anchor="t">
            <a:spAutoFit/>
          </a:bodyPr>
          <a:lstStyle/>
          <a:p>
            <a:pPr algn="ctr"/>
            <a:r>
              <a:rPr lang="es-AR" sz="6600" b="1" dirty="0">
                <a:solidFill>
                  <a:schemeClr val="bg1"/>
                </a:solidFill>
              </a:rPr>
              <a:t>Proceso de Validación y Verificación</a:t>
            </a:r>
            <a:endParaRPr lang="es-ES" sz="6600" dirty="0"/>
          </a:p>
        </p:txBody>
      </p:sp>
    </p:spTree>
    <p:extLst>
      <p:ext uri="{BB962C8B-B14F-4D97-AF65-F5344CB8AC3E}">
        <p14:creationId xmlns:p14="http://schemas.microsoft.com/office/powerpoint/2010/main" val="3316681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76817F3-0EBF-CB51-4895-E9F7BE220BF2}"/>
              </a:ext>
            </a:extLst>
          </p:cNvPr>
          <p:cNvSpPr txBox="1"/>
          <p:nvPr/>
        </p:nvSpPr>
        <p:spPr>
          <a:xfrm>
            <a:off x="494329" y="1838427"/>
            <a:ext cx="9344996" cy="3539430"/>
          </a:xfrm>
          <a:prstGeom prst="rect">
            <a:avLst/>
          </a:prstGeom>
          <a:noFill/>
        </p:spPr>
        <p:txBody>
          <a:bodyPr wrap="square">
            <a:spAutoFit/>
          </a:bodyPr>
          <a:lstStyle/>
          <a:p>
            <a:r>
              <a:rPr lang="es-MX" sz="2800" dirty="0">
                <a:solidFill>
                  <a:srgbClr val="002060"/>
                </a:solidFill>
              </a:rPr>
              <a:t>La verificación y la validación no son lo mismo, aunque a menudo se confunden. </a:t>
            </a:r>
          </a:p>
          <a:p>
            <a:endParaRPr lang="es-MX" sz="2800" dirty="0">
              <a:solidFill>
                <a:srgbClr val="002060"/>
              </a:solidFill>
            </a:endParaRPr>
          </a:p>
          <a:p>
            <a:pPr marL="457200" indent="-457200">
              <a:buFont typeface="Arial" panose="020B0604020202020204" pitchFamily="34" charset="0"/>
              <a:buChar char="•"/>
            </a:pPr>
            <a:r>
              <a:rPr lang="es-MX" sz="2800" dirty="0">
                <a:solidFill>
                  <a:srgbClr val="002060"/>
                </a:solidFill>
              </a:rPr>
              <a:t>Validación: ¿Estamos construyendo el producto correcto?</a:t>
            </a:r>
          </a:p>
          <a:p>
            <a:endParaRPr lang="es-MX" sz="2800" dirty="0">
              <a:solidFill>
                <a:srgbClr val="002060"/>
              </a:solidFill>
            </a:endParaRPr>
          </a:p>
          <a:p>
            <a:endParaRPr lang="es-MX" sz="2800" dirty="0">
              <a:solidFill>
                <a:srgbClr val="002060"/>
              </a:solidFill>
            </a:endParaRPr>
          </a:p>
          <a:p>
            <a:pPr marL="457200" indent="-457200">
              <a:buFont typeface="Arial" panose="020B0604020202020204" pitchFamily="34" charset="0"/>
              <a:buChar char="•"/>
            </a:pPr>
            <a:r>
              <a:rPr lang="es-MX" sz="2800" dirty="0">
                <a:solidFill>
                  <a:srgbClr val="002060"/>
                </a:solidFill>
              </a:rPr>
              <a:t>Verificación: ¿Estamos construyendo el producto correctamente?</a:t>
            </a:r>
            <a:endParaRPr lang="es-AR" sz="2800" dirty="0">
              <a:solidFill>
                <a:srgbClr val="002060"/>
              </a:solidFill>
            </a:endParaRPr>
          </a:p>
        </p:txBody>
      </p:sp>
      <p:sp>
        <p:nvSpPr>
          <p:cNvPr id="5" name="CuadroTexto 4">
            <a:extLst>
              <a:ext uri="{FF2B5EF4-FFF2-40B4-BE49-F238E27FC236}">
                <a16:creationId xmlns:a16="http://schemas.microsoft.com/office/drawing/2014/main" id="{AA5316F8-41D9-360A-2EEE-C6B3F9669753}"/>
              </a:ext>
            </a:extLst>
          </p:cNvPr>
          <p:cNvSpPr txBox="1"/>
          <p:nvPr/>
        </p:nvSpPr>
        <p:spPr>
          <a:xfrm>
            <a:off x="-391496" y="581028"/>
            <a:ext cx="9344996" cy="707886"/>
          </a:xfrm>
          <a:prstGeom prst="rect">
            <a:avLst/>
          </a:prstGeom>
          <a:noFill/>
        </p:spPr>
        <p:txBody>
          <a:bodyPr wrap="square">
            <a:spAutoFit/>
          </a:bodyPr>
          <a:lstStyle/>
          <a:p>
            <a:pPr algn="ctr"/>
            <a:r>
              <a:rPr lang="es-AR" sz="4000" b="1" dirty="0">
                <a:solidFill>
                  <a:prstClr val="white"/>
                </a:solidFill>
              </a:rPr>
              <a:t>Proceso de Validación y Verificación</a:t>
            </a:r>
            <a:endParaRPr lang="es-ES" sz="4000" b="1" dirty="0">
              <a:solidFill>
                <a:prstClr val="white"/>
              </a:solidFill>
            </a:endParaRPr>
          </a:p>
        </p:txBody>
      </p:sp>
    </p:spTree>
    <p:extLst>
      <p:ext uri="{BB962C8B-B14F-4D97-AF65-F5344CB8AC3E}">
        <p14:creationId xmlns:p14="http://schemas.microsoft.com/office/powerpoint/2010/main" val="1726117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C887F3B-DA2E-EA09-05BA-F137E5EBBE0B}"/>
              </a:ext>
            </a:extLst>
          </p:cNvPr>
          <p:cNvSpPr txBox="1"/>
          <p:nvPr/>
        </p:nvSpPr>
        <p:spPr>
          <a:xfrm>
            <a:off x="485775" y="1488639"/>
            <a:ext cx="8782049" cy="4832092"/>
          </a:xfrm>
          <a:prstGeom prst="rect">
            <a:avLst/>
          </a:prstGeom>
          <a:noFill/>
        </p:spPr>
        <p:txBody>
          <a:bodyPr wrap="square">
            <a:spAutoFit/>
          </a:bodyPr>
          <a:lstStyle/>
          <a:p>
            <a:r>
              <a:rPr lang="es-MX" sz="2800" b="1" dirty="0">
                <a:solidFill>
                  <a:srgbClr val="002060"/>
                </a:solidFill>
              </a:rPr>
              <a:t>La verificación</a:t>
            </a:r>
          </a:p>
          <a:p>
            <a:pPr marL="457200" indent="-457200">
              <a:buFont typeface="Arial" panose="020B0604020202020204" pitchFamily="34" charset="0"/>
              <a:buChar char="•"/>
            </a:pPr>
            <a:r>
              <a:rPr lang="es-MX" sz="2800" dirty="0">
                <a:solidFill>
                  <a:srgbClr val="002060"/>
                </a:solidFill>
              </a:rPr>
              <a:t>Implica comprobar que el soft­ware está de acuerdo con su especificación. Debería comprobarse que satisface sus requeri­mientos funcionales y no funcionales. </a:t>
            </a:r>
          </a:p>
          <a:p>
            <a:r>
              <a:rPr lang="es-MX" sz="2800" b="1" dirty="0">
                <a:solidFill>
                  <a:srgbClr val="002060"/>
                </a:solidFill>
              </a:rPr>
              <a:t>La validación</a:t>
            </a:r>
          </a:p>
          <a:p>
            <a:pPr marL="457200" indent="-457200">
              <a:buFont typeface="Arial" panose="020B0604020202020204" pitchFamily="34" charset="0"/>
              <a:buChar char="•"/>
            </a:pPr>
            <a:r>
              <a:rPr lang="es-MX" sz="2800" dirty="0">
                <a:solidFill>
                  <a:srgbClr val="002060"/>
                </a:solidFill>
              </a:rPr>
              <a:t>El proceso es más gene­ral, el objetivo de la validación es asegurar que el sistema software satisface las expectativas del cliente. Va más allá de la comprobación de que el sistema satisface su especificación para demostrar que el software hace lo que el cliente espera que haga. </a:t>
            </a:r>
            <a:endParaRPr lang="es-AR" sz="2800" dirty="0">
              <a:solidFill>
                <a:srgbClr val="002060"/>
              </a:solidFill>
            </a:endParaRPr>
          </a:p>
        </p:txBody>
      </p:sp>
      <p:sp>
        <p:nvSpPr>
          <p:cNvPr id="5" name="CuadroTexto 4">
            <a:extLst>
              <a:ext uri="{FF2B5EF4-FFF2-40B4-BE49-F238E27FC236}">
                <a16:creationId xmlns:a16="http://schemas.microsoft.com/office/drawing/2014/main" id="{9154A420-2398-844F-9863-1716DD029B97}"/>
              </a:ext>
            </a:extLst>
          </p:cNvPr>
          <p:cNvSpPr txBox="1"/>
          <p:nvPr/>
        </p:nvSpPr>
        <p:spPr>
          <a:xfrm>
            <a:off x="204787" y="624959"/>
            <a:ext cx="8167687" cy="707886"/>
          </a:xfrm>
          <a:prstGeom prst="rect">
            <a:avLst/>
          </a:prstGeom>
          <a:noFill/>
        </p:spPr>
        <p:txBody>
          <a:bodyPr wrap="square">
            <a:spAutoFit/>
          </a:bodyPr>
          <a:lstStyle/>
          <a:p>
            <a:pPr algn="ctr"/>
            <a:r>
              <a:rPr lang="es-AR" sz="4000" b="1" dirty="0">
                <a:solidFill>
                  <a:prstClr val="white"/>
                </a:solidFill>
              </a:rPr>
              <a:t>Proceso de Validación y Verificación</a:t>
            </a:r>
            <a:endParaRPr lang="es-ES" sz="4000" b="1" dirty="0">
              <a:solidFill>
                <a:prstClr val="white"/>
              </a:solidFill>
            </a:endParaRPr>
          </a:p>
        </p:txBody>
      </p:sp>
    </p:spTree>
    <p:extLst>
      <p:ext uri="{BB962C8B-B14F-4D97-AF65-F5344CB8AC3E}">
        <p14:creationId xmlns:p14="http://schemas.microsoft.com/office/powerpoint/2010/main" val="3331222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59AFD52-FCB0-E928-618F-A1C385D59175}"/>
              </a:ext>
            </a:extLst>
          </p:cNvPr>
          <p:cNvSpPr txBox="1"/>
          <p:nvPr/>
        </p:nvSpPr>
        <p:spPr>
          <a:xfrm>
            <a:off x="571500" y="1470363"/>
            <a:ext cx="8648700" cy="5196166"/>
          </a:xfrm>
          <a:prstGeom prst="rect">
            <a:avLst/>
          </a:prstGeom>
          <a:noFill/>
        </p:spPr>
        <p:txBody>
          <a:bodyPr wrap="square">
            <a:spAutoFit/>
          </a:bodyPr>
          <a:lstStyle/>
          <a:p>
            <a:pPr>
              <a:lnSpc>
                <a:spcPct val="150000"/>
              </a:lnSpc>
            </a:pPr>
            <a:r>
              <a:rPr lang="es-MX" sz="2800" b="1" dirty="0">
                <a:solidFill>
                  <a:srgbClr val="002060"/>
                </a:solidFill>
              </a:rPr>
              <a:t>El objetivo del proceso de verificación y validación </a:t>
            </a:r>
          </a:p>
          <a:p>
            <a:pPr marL="457200" indent="-457200">
              <a:lnSpc>
                <a:spcPct val="150000"/>
              </a:lnSpc>
              <a:buFont typeface="Arial" panose="020B0604020202020204" pitchFamily="34" charset="0"/>
              <a:buChar char="•"/>
            </a:pPr>
            <a:r>
              <a:rPr lang="es-MX" sz="2800" dirty="0">
                <a:solidFill>
                  <a:srgbClr val="002060"/>
                </a:solidFill>
              </a:rPr>
              <a:t>Es establecer la seguridad de que el sistema software está «hecho para un propósito». </a:t>
            </a:r>
          </a:p>
          <a:p>
            <a:pPr marL="457200" indent="-457200">
              <a:lnSpc>
                <a:spcPct val="150000"/>
              </a:lnSpc>
              <a:buFont typeface="Arial" panose="020B0604020202020204" pitchFamily="34" charset="0"/>
              <a:buChar char="•"/>
            </a:pPr>
            <a:r>
              <a:rPr lang="es-MX" sz="2800" dirty="0">
                <a:solidFill>
                  <a:srgbClr val="002060"/>
                </a:solidFill>
              </a:rPr>
              <a:t>El sistema debe ser lo suficientemente bueno para su uso pretendido. </a:t>
            </a:r>
          </a:p>
          <a:p>
            <a:pPr marL="457200" indent="-457200">
              <a:lnSpc>
                <a:spcPct val="150000"/>
              </a:lnSpc>
              <a:buFont typeface="Arial" panose="020B0604020202020204" pitchFamily="34" charset="0"/>
              <a:buChar char="•"/>
            </a:pPr>
            <a:r>
              <a:rPr lang="es-MX" sz="2800" dirty="0">
                <a:solidFill>
                  <a:srgbClr val="002060"/>
                </a:solidFill>
              </a:rPr>
              <a:t>El nivel de confianza requerido depende del propósito del sistema, las expectativas de los usuarios del sistema y el entorno de mercado ac­tual del sistema</a:t>
            </a:r>
            <a:endParaRPr lang="es-AR" sz="2800" dirty="0">
              <a:solidFill>
                <a:srgbClr val="002060"/>
              </a:solidFill>
            </a:endParaRPr>
          </a:p>
        </p:txBody>
      </p:sp>
      <p:sp>
        <p:nvSpPr>
          <p:cNvPr id="5" name="CuadroTexto 4">
            <a:extLst>
              <a:ext uri="{FF2B5EF4-FFF2-40B4-BE49-F238E27FC236}">
                <a16:creationId xmlns:a16="http://schemas.microsoft.com/office/drawing/2014/main" id="{138260EB-A7C3-5662-AA19-A755CFDE269C}"/>
              </a:ext>
            </a:extLst>
          </p:cNvPr>
          <p:cNvSpPr txBox="1"/>
          <p:nvPr/>
        </p:nvSpPr>
        <p:spPr>
          <a:xfrm>
            <a:off x="-566737" y="586859"/>
            <a:ext cx="9948862" cy="707886"/>
          </a:xfrm>
          <a:prstGeom prst="rect">
            <a:avLst/>
          </a:prstGeom>
          <a:noFill/>
        </p:spPr>
        <p:txBody>
          <a:bodyPr wrap="square">
            <a:spAutoFit/>
          </a:bodyPr>
          <a:lstStyle/>
          <a:p>
            <a:pPr algn="ctr"/>
            <a:r>
              <a:rPr lang="es-AR" sz="4000" b="1" dirty="0">
                <a:solidFill>
                  <a:prstClr val="white"/>
                </a:solidFill>
              </a:rPr>
              <a:t>Proceso de Validación y Verificación</a:t>
            </a:r>
            <a:endParaRPr lang="es-ES" sz="4000" b="1" dirty="0">
              <a:solidFill>
                <a:prstClr val="white"/>
              </a:solidFill>
            </a:endParaRPr>
          </a:p>
        </p:txBody>
      </p:sp>
    </p:spTree>
    <p:extLst>
      <p:ext uri="{BB962C8B-B14F-4D97-AF65-F5344CB8AC3E}">
        <p14:creationId xmlns:p14="http://schemas.microsoft.com/office/powerpoint/2010/main" val="1836505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BE031AB-90A4-203C-01D8-2B773DC7645A}"/>
              </a:ext>
            </a:extLst>
          </p:cNvPr>
          <p:cNvSpPr txBox="1"/>
          <p:nvPr/>
        </p:nvSpPr>
        <p:spPr>
          <a:xfrm>
            <a:off x="390525" y="1767185"/>
            <a:ext cx="9277350" cy="4247317"/>
          </a:xfrm>
          <a:prstGeom prst="rect">
            <a:avLst/>
          </a:prstGeom>
          <a:noFill/>
        </p:spPr>
        <p:txBody>
          <a:bodyPr wrap="square">
            <a:spAutoFit/>
          </a:bodyPr>
          <a:lstStyle/>
          <a:p>
            <a:pPr algn="just"/>
            <a:r>
              <a:rPr lang="es-MX" dirty="0">
                <a:solidFill>
                  <a:srgbClr val="002060"/>
                </a:solidFill>
              </a:rPr>
              <a:t>Dentro del proceso de V &amp; V. existen dos aproximaciones complementarias para el análi­sis y comprobación de los sistemas: </a:t>
            </a:r>
          </a:p>
          <a:p>
            <a:pPr algn="just"/>
            <a:endParaRPr lang="es-MX" dirty="0">
              <a:solidFill>
                <a:srgbClr val="002060"/>
              </a:solidFill>
            </a:endParaRPr>
          </a:p>
          <a:p>
            <a:pPr marL="342900" indent="-342900" algn="just">
              <a:buFont typeface="+mj-lt"/>
              <a:buAutoNum type="arabicPeriod"/>
            </a:pPr>
            <a:r>
              <a:rPr lang="es-MX" b="1" dirty="0">
                <a:solidFill>
                  <a:srgbClr val="002060"/>
                </a:solidFill>
              </a:rPr>
              <a:t>Las inspecciones de software </a:t>
            </a:r>
            <a:r>
              <a:rPr lang="es-MX" dirty="0">
                <a:solidFill>
                  <a:srgbClr val="002060"/>
                </a:solidFill>
              </a:rPr>
              <a:t>analizan y comprueban las representaciones del sistema tales como el documento de requerimientos, los diagramas de diseño y el código fuen­te del programa. Puede usarse las inspecciones en todas las etapas del proceso. Las ins­pecciones pueden ser complementadas con algún tipo de análisis automático del có­digo fuente de un sistema o de los documentos asociados. Las inspecciones de software y los análisis automáticos son técnicas de V &amp; V estáticas, ya que no se ne­cesita ejecutar el software en una computadora.</a:t>
            </a:r>
          </a:p>
          <a:p>
            <a:pPr marL="342900" indent="-342900" algn="just">
              <a:buFont typeface="+mj-lt"/>
              <a:buAutoNum type="arabicPeriod"/>
            </a:pPr>
            <a:endParaRPr lang="es-MX" dirty="0">
              <a:solidFill>
                <a:srgbClr val="002060"/>
              </a:solidFill>
            </a:endParaRPr>
          </a:p>
          <a:p>
            <a:pPr marL="342900" indent="-342900" algn="just">
              <a:buFont typeface="+mj-lt"/>
              <a:buAutoNum type="arabicPeriod"/>
            </a:pPr>
            <a:r>
              <a:rPr lang="es-MX" b="1" dirty="0">
                <a:solidFill>
                  <a:srgbClr val="002060"/>
                </a:solidFill>
              </a:rPr>
              <a:t>Las pruebas del software </a:t>
            </a:r>
            <a:r>
              <a:rPr lang="es-MX" dirty="0">
                <a:solidFill>
                  <a:srgbClr val="002060"/>
                </a:solidFill>
              </a:rPr>
              <a:t>implican ejecutar una implementación del software con da­tos de prueba. Se examinan las salidas del software y su entorno operacional para com­probar que funciona tal y como se requiere. Las pruebas son una técnica dinámica de verificación y validación.</a:t>
            </a:r>
            <a:endParaRPr lang="es-AR" dirty="0">
              <a:solidFill>
                <a:srgbClr val="002060"/>
              </a:solidFill>
            </a:endParaRPr>
          </a:p>
        </p:txBody>
      </p:sp>
      <p:sp>
        <p:nvSpPr>
          <p:cNvPr id="5" name="CuadroTexto 4">
            <a:extLst>
              <a:ext uri="{FF2B5EF4-FFF2-40B4-BE49-F238E27FC236}">
                <a16:creationId xmlns:a16="http://schemas.microsoft.com/office/drawing/2014/main" id="{6C016966-C96F-79EA-6803-BEF780919630}"/>
              </a:ext>
            </a:extLst>
          </p:cNvPr>
          <p:cNvSpPr txBox="1"/>
          <p:nvPr/>
        </p:nvSpPr>
        <p:spPr>
          <a:xfrm>
            <a:off x="0" y="500331"/>
            <a:ext cx="8934450"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AR" sz="4000" b="1" i="0" u="none" strike="noStrike" kern="1200" cap="none" spc="0" normalizeH="0" baseline="0" noProof="0" dirty="0">
                <a:ln>
                  <a:noFill/>
                </a:ln>
                <a:solidFill>
                  <a:prstClr val="white"/>
                </a:solidFill>
                <a:effectLst/>
                <a:uLnTx/>
                <a:uFillTx/>
                <a:latin typeface="Calibri" panose="020F0502020204030204"/>
                <a:ea typeface="+mn-ea"/>
                <a:cs typeface="+mn-cs"/>
              </a:rPr>
              <a:t>Proceso de Validación y Verificación</a:t>
            </a:r>
            <a:endParaRPr kumimoji="0" lang="es-ES" sz="4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5741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8A62159-3497-3550-1646-7A6AEEB29C4F}"/>
              </a:ext>
            </a:extLst>
          </p:cNvPr>
          <p:cNvPicPr>
            <a:picLocks noChangeAspect="1"/>
          </p:cNvPicPr>
          <p:nvPr/>
        </p:nvPicPr>
        <p:blipFill>
          <a:blip r:embed="rId2"/>
          <a:stretch>
            <a:fillRect/>
          </a:stretch>
        </p:blipFill>
        <p:spPr>
          <a:xfrm>
            <a:off x="2081125" y="3792893"/>
            <a:ext cx="5430008" cy="2438740"/>
          </a:xfrm>
          <a:prstGeom prst="rect">
            <a:avLst/>
          </a:prstGeom>
        </p:spPr>
      </p:pic>
      <p:sp>
        <p:nvSpPr>
          <p:cNvPr id="5" name="CuadroTexto 4">
            <a:extLst>
              <a:ext uri="{FF2B5EF4-FFF2-40B4-BE49-F238E27FC236}">
                <a16:creationId xmlns:a16="http://schemas.microsoft.com/office/drawing/2014/main" id="{5C5336B7-1A52-9E6A-4C3D-0261CFD82DDD}"/>
              </a:ext>
            </a:extLst>
          </p:cNvPr>
          <p:cNvSpPr txBox="1"/>
          <p:nvPr/>
        </p:nvSpPr>
        <p:spPr>
          <a:xfrm>
            <a:off x="690465" y="1716832"/>
            <a:ext cx="8602825" cy="1569660"/>
          </a:xfrm>
          <a:prstGeom prst="rect">
            <a:avLst/>
          </a:prstGeom>
          <a:noFill/>
        </p:spPr>
        <p:txBody>
          <a:bodyPr wrap="square">
            <a:spAutoFit/>
          </a:bodyPr>
          <a:lstStyle/>
          <a:p>
            <a:pPr marL="285750" indent="-285750" algn="just">
              <a:buFont typeface="Arial" panose="020B0604020202020204" pitchFamily="34" charset="0"/>
              <a:buChar char="•"/>
            </a:pPr>
            <a:r>
              <a:rPr lang="es-MX" sz="1600" dirty="0">
                <a:solidFill>
                  <a:srgbClr val="002060"/>
                </a:solidFill>
              </a:rPr>
              <a:t>Muestra que las </a:t>
            </a:r>
            <a:r>
              <a:rPr lang="es-MX" sz="1600" b="1" dirty="0">
                <a:solidFill>
                  <a:srgbClr val="002060"/>
                </a:solidFill>
              </a:rPr>
              <a:t>inspecciones del software </a:t>
            </a:r>
            <a:r>
              <a:rPr lang="es-MX" sz="1600" dirty="0">
                <a:solidFill>
                  <a:srgbClr val="002060"/>
                </a:solidFill>
              </a:rPr>
              <a:t>y las pruebas son actividades complementarias en el proceso del software. </a:t>
            </a:r>
          </a:p>
          <a:p>
            <a:pPr marL="285750" indent="-285750" algn="just">
              <a:buFont typeface="Arial" panose="020B0604020202020204" pitchFamily="34" charset="0"/>
              <a:buChar char="•"/>
            </a:pPr>
            <a:r>
              <a:rPr lang="es-MX" sz="1600" b="1" dirty="0">
                <a:solidFill>
                  <a:srgbClr val="002060"/>
                </a:solidFill>
              </a:rPr>
              <a:t>Las flechas </a:t>
            </a:r>
            <a:r>
              <a:rPr lang="es-MX" sz="1600" dirty="0">
                <a:solidFill>
                  <a:srgbClr val="002060"/>
                </a:solidFill>
              </a:rPr>
              <a:t>indican las etapas en el proceso en las que pueden utilizarse dichas técnicas. </a:t>
            </a:r>
          </a:p>
          <a:p>
            <a:pPr marL="285750" indent="-285750" algn="just">
              <a:buFont typeface="Arial" panose="020B0604020202020204" pitchFamily="34" charset="0"/>
              <a:buChar char="•"/>
            </a:pPr>
            <a:r>
              <a:rPr lang="es-MX" sz="1600" dirty="0">
                <a:solidFill>
                  <a:srgbClr val="002060"/>
                </a:solidFill>
              </a:rPr>
              <a:t>Se pueden utilizar las </a:t>
            </a:r>
            <a:r>
              <a:rPr lang="es-MX" sz="1600" b="1" dirty="0">
                <a:solidFill>
                  <a:srgbClr val="002060"/>
                </a:solidFill>
              </a:rPr>
              <a:t>inspecciones del software </a:t>
            </a:r>
            <a:r>
              <a:rPr lang="es-MX" sz="1600" dirty="0">
                <a:solidFill>
                  <a:srgbClr val="002060"/>
                </a:solidFill>
              </a:rPr>
              <a:t>en todas las etapas del proceso de desarrollo. Comenzando por los </a:t>
            </a:r>
            <a:r>
              <a:rPr lang="es-MX" sz="1600" b="1" dirty="0">
                <a:solidFill>
                  <a:srgbClr val="002060"/>
                </a:solidFill>
              </a:rPr>
              <a:t>requerimientos,</a:t>
            </a:r>
            <a:r>
              <a:rPr lang="es-MX" sz="1600" dirty="0">
                <a:solidFill>
                  <a:srgbClr val="002060"/>
                </a:solidFill>
              </a:rPr>
              <a:t> puede inspeccionarse cualquier representación legible del software. </a:t>
            </a:r>
          </a:p>
        </p:txBody>
      </p:sp>
      <p:sp>
        <p:nvSpPr>
          <p:cNvPr id="7" name="CuadroTexto 6">
            <a:extLst>
              <a:ext uri="{FF2B5EF4-FFF2-40B4-BE49-F238E27FC236}">
                <a16:creationId xmlns:a16="http://schemas.microsoft.com/office/drawing/2014/main" id="{D2FEC354-9E40-99C7-EDFD-81C76D9C9B78}"/>
              </a:ext>
            </a:extLst>
          </p:cNvPr>
          <p:cNvSpPr txBox="1"/>
          <p:nvPr/>
        </p:nvSpPr>
        <p:spPr>
          <a:xfrm>
            <a:off x="-295373" y="626367"/>
            <a:ext cx="9324712"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AR" sz="4000" b="1" i="0" u="none" strike="noStrike" kern="1200" cap="none" spc="0" normalizeH="0" baseline="0" noProof="0" dirty="0">
                <a:ln>
                  <a:noFill/>
                </a:ln>
                <a:solidFill>
                  <a:prstClr val="white"/>
                </a:solidFill>
                <a:effectLst/>
                <a:uLnTx/>
                <a:uFillTx/>
                <a:latin typeface="Calibri" panose="020F0502020204030204"/>
                <a:ea typeface="+mn-ea"/>
                <a:cs typeface="+mn-cs"/>
              </a:rPr>
              <a:t>Proceso de Validación y Verificación</a:t>
            </a:r>
            <a:endParaRPr kumimoji="0" lang="es-ES" sz="4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7290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D90AB6B-E909-7581-0096-0E1392837595}"/>
              </a:ext>
            </a:extLst>
          </p:cNvPr>
          <p:cNvSpPr txBox="1"/>
          <p:nvPr/>
        </p:nvSpPr>
        <p:spPr>
          <a:xfrm>
            <a:off x="447868" y="1588179"/>
            <a:ext cx="9134669" cy="3570208"/>
          </a:xfrm>
          <a:prstGeom prst="rect">
            <a:avLst/>
          </a:prstGeom>
          <a:noFill/>
        </p:spPr>
        <p:txBody>
          <a:bodyPr wrap="square">
            <a:spAutoFit/>
          </a:bodyPr>
          <a:lstStyle/>
          <a:p>
            <a:pPr marL="285750" indent="-285750" algn="just">
              <a:buFont typeface="Arial" panose="020B0604020202020204" pitchFamily="34" charset="0"/>
              <a:buChar char="•"/>
            </a:pPr>
            <a:r>
              <a:rPr lang="es-MX" sz="1600" dirty="0">
                <a:solidFill>
                  <a:srgbClr val="002060"/>
                </a:solidFill>
              </a:rPr>
              <a:t>Las revisiones de los requerimientos y del diseño son las principales técnicas utilizadas para la detección de errores en el diseño y la especificación. </a:t>
            </a:r>
          </a:p>
          <a:p>
            <a:pPr marL="742950" lvl="1" indent="-285750" algn="just">
              <a:buFont typeface="Arial" panose="020B0604020202020204" pitchFamily="34" charset="0"/>
              <a:buChar char="•"/>
            </a:pPr>
            <a:r>
              <a:rPr lang="es-MX" sz="1600" dirty="0">
                <a:solidFill>
                  <a:srgbClr val="002060"/>
                </a:solidFill>
              </a:rPr>
              <a:t>Sólo puede probarse un sistema cuando está disponible un prototipo o una versión ejecu­table del programa. </a:t>
            </a:r>
          </a:p>
          <a:p>
            <a:pPr marL="285750" indent="-285750" algn="just">
              <a:buFont typeface="Arial" panose="020B0604020202020204" pitchFamily="34" charset="0"/>
              <a:buChar char="•"/>
            </a:pPr>
            <a:r>
              <a:rPr lang="es-MX" sz="1600" dirty="0">
                <a:solidFill>
                  <a:srgbClr val="002060"/>
                </a:solidFill>
              </a:rPr>
              <a:t>Una ventaja del </a:t>
            </a:r>
            <a:r>
              <a:rPr lang="es-MX" sz="1600" b="1" dirty="0">
                <a:solidFill>
                  <a:srgbClr val="002060"/>
                </a:solidFill>
              </a:rPr>
              <a:t>desarrollo incremental (</a:t>
            </a:r>
            <a:r>
              <a:rPr lang="es-MX" sz="1600" dirty="0">
                <a:solidFill>
                  <a:srgbClr val="002060"/>
                </a:solidFill>
              </a:rPr>
              <a:t>Ingeniería del cuarto limpio</a:t>
            </a:r>
            <a:r>
              <a:rPr lang="es-MX" dirty="0"/>
              <a:t>​) </a:t>
            </a:r>
            <a:r>
              <a:rPr lang="es-MX" sz="1600" dirty="0">
                <a:solidFill>
                  <a:srgbClr val="002060"/>
                </a:solidFill>
              </a:rPr>
              <a:t>es que una versión probable del sistema está disponible en etapas tempranas del proceso de desarrollo. </a:t>
            </a:r>
          </a:p>
          <a:p>
            <a:pPr marL="285750" indent="-285750" algn="just">
              <a:buFont typeface="Arial" panose="020B0604020202020204" pitchFamily="34" charset="0"/>
              <a:buChar char="•"/>
            </a:pPr>
            <a:r>
              <a:rPr lang="es-MX" sz="1600" dirty="0">
                <a:solidFill>
                  <a:srgbClr val="002060"/>
                </a:solidFill>
              </a:rPr>
              <a:t>Las funcionalidades pueden probarse a medida que se van añadiendo al sistema, por lo que no tiene que realizar­se una implementación completa antes de que comiencen las pruebas. </a:t>
            </a:r>
          </a:p>
          <a:p>
            <a:pPr marL="285750" indent="-285750" algn="just">
              <a:buFont typeface="Arial" panose="020B0604020202020204" pitchFamily="34" charset="0"/>
              <a:buChar char="•"/>
            </a:pPr>
            <a:r>
              <a:rPr lang="es-MX" sz="1600" dirty="0">
                <a:solidFill>
                  <a:srgbClr val="002060"/>
                </a:solidFill>
              </a:rPr>
              <a:t>Las técnicas de inspección comprenden las inspecciones de programas, el análisis auto­mático del código fuente y la verificación formal. </a:t>
            </a:r>
          </a:p>
          <a:p>
            <a:pPr marL="285750" indent="-285750" algn="just">
              <a:buFont typeface="Arial" panose="020B0604020202020204" pitchFamily="34" charset="0"/>
              <a:buChar char="•"/>
            </a:pPr>
            <a:r>
              <a:rPr lang="es-MX" sz="1600" dirty="0">
                <a:solidFill>
                  <a:srgbClr val="002060"/>
                </a:solidFill>
              </a:rPr>
              <a:t>Las técnicas estáticas sólo pue­den comprobar la correspondencia entre un programa y su especificación (verificación); no pueden demostrar que el software es operacionalmente útil. </a:t>
            </a:r>
          </a:p>
          <a:p>
            <a:pPr marL="285750" indent="-285750" algn="just">
              <a:buFont typeface="Arial" panose="020B0604020202020204" pitchFamily="34" charset="0"/>
              <a:buChar char="•"/>
            </a:pPr>
            <a:r>
              <a:rPr lang="es-MX" sz="1600" dirty="0">
                <a:solidFill>
                  <a:srgbClr val="002060"/>
                </a:solidFill>
              </a:rPr>
              <a:t>No se pueden utilizar téc­nicas estáticas para comprobar las propiedades emergentes del software tales como su rendi­miento y fiabilidad.   </a:t>
            </a:r>
            <a:endParaRPr lang="es-AR" sz="1600" dirty="0">
              <a:solidFill>
                <a:srgbClr val="002060"/>
              </a:solidFill>
            </a:endParaRPr>
          </a:p>
        </p:txBody>
      </p:sp>
      <p:pic>
        <p:nvPicPr>
          <p:cNvPr id="4" name="Imagen 3">
            <a:extLst>
              <a:ext uri="{FF2B5EF4-FFF2-40B4-BE49-F238E27FC236}">
                <a16:creationId xmlns:a16="http://schemas.microsoft.com/office/drawing/2014/main" id="{130ED444-4F06-019C-2637-8A2DB088FBB2}"/>
              </a:ext>
            </a:extLst>
          </p:cNvPr>
          <p:cNvPicPr>
            <a:picLocks noChangeAspect="1"/>
          </p:cNvPicPr>
          <p:nvPr/>
        </p:nvPicPr>
        <p:blipFill>
          <a:blip r:embed="rId2"/>
          <a:stretch>
            <a:fillRect/>
          </a:stretch>
        </p:blipFill>
        <p:spPr>
          <a:xfrm>
            <a:off x="5094514" y="4768582"/>
            <a:ext cx="4488023" cy="2015673"/>
          </a:xfrm>
          <a:prstGeom prst="rect">
            <a:avLst/>
          </a:prstGeom>
        </p:spPr>
      </p:pic>
      <p:sp>
        <p:nvSpPr>
          <p:cNvPr id="6" name="CuadroTexto 5">
            <a:extLst>
              <a:ext uri="{FF2B5EF4-FFF2-40B4-BE49-F238E27FC236}">
                <a16:creationId xmlns:a16="http://schemas.microsoft.com/office/drawing/2014/main" id="{A54C2612-0604-27BB-3BD1-866B0D6C1E25}"/>
              </a:ext>
            </a:extLst>
          </p:cNvPr>
          <p:cNvSpPr txBox="1"/>
          <p:nvPr/>
        </p:nvSpPr>
        <p:spPr>
          <a:xfrm>
            <a:off x="-133350" y="595581"/>
            <a:ext cx="9134669"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AR" sz="4000" b="1" i="0" u="none" strike="noStrike" kern="1200" cap="none" spc="0" normalizeH="0" baseline="0" noProof="0" dirty="0">
                <a:ln>
                  <a:noFill/>
                </a:ln>
                <a:solidFill>
                  <a:prstClr val="white"/>
                </a:solidFill>
                <a:effectLst/>
                <a:uLnTx/>
                <a:uFillTx/>
                <a:latin typeface="Calibri" panose="020F0502020204030204"/>
                <a:ea typeface="+mn-ea"/>
                <a:cs typeface="+mn-cs"/>
              </a:rPr>
              <a:t>Proceso de Validación y Verificación</a:t>
            </a:r>
            <a:endParaRPr kumimoji="0" lang="es-ES" sz="4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5085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41E3638C-6B9C-D523-AF01-D6A165FB6C02}"/>
              </a:ext>
            </a:extLst>
          </p:cNvPr>
          <p:cNvSpPr txBox="1"/>
          <p:nvPr/>
        </p:nvSpPr>
        <p:spPr>
          <a:xfrm>
            <a:off x="428625" y="1794986"/>
            <a:ext cx="9277350" cy="4524315"/>
          </a:xfrm>
          <a:prstGeom prst="rect">
            <a:avLst/>
          </a:prstGeom>
          <a:noFill/>
        </p:spPr>
        <p:txBody>
          <a:bodyPr wrap="square">
            <a:spAutoFit/>
          </a:bodyPr>
          <a:lstStyle/>
          <a:p>
            <a:r>
              <a:rPr lang="es-MX" dirty="0">
                <a:solidFill>
                  <a:srgbClr val="002060"/>
                </a:solidFill>
              </a:rPr>
              <a:t>Aunque el uso de las inspecciones del software no es generalizado, la prueba de progra­mas siempre será la principal técnica de verificación y validación. Las pruebas implican eje­cutar el programa utilizando datos similares a los datos reales procesados por el programa. Los defectos en los programas se descubren examinando las salidas del programa y buscando las anomalías. Existen dos tipos distintos de pruebas que pueden utilizarse en diferentes etapas del proceso del software: </a:t>
            </a:r>
          </a:p>
          <a:p>
            <a:endParaRPr lang="es-MX" dirty="0">
              <a:solidFill>
                <a:srgbClr val="002060"/>
              </a:solidFill>
            </a:endParaRPr>
          </a:p>
          <a:p>
            <a:pPr marL="342900" indent="-342900">
              <a:buFont typeface="+mj-lt"/>
              <a:buAutoNum type="arabicPeriod"/>
            </a:pPr>
            <a:r>
              <a:rPr lang="es-MX" dirty="0">
                <a:solidFill>
                  <a:srgbClr val="002060"/>
                </a:solidFill>
              </a:rPr>
              <a:t>Las pruebas de validación intentan demostrar que el software es el que el cliente quie­re, que satisface sus requerimientos. Como parte de la prueba de validación, se pueden utilizar pruebas estadísticas para probar el rendimiento y la fiabilidad de los programas, y para comprobar cómo trabaja en ciertas condiciones operacionales. Se analizan las pruebas estadísticas y la estimación de la fiabilidad.</a:t>
            </a:r>
          </a:p>
          <a:p>
            <a:pPr marL="342900" indent="-342900">
              <a:buFont typeface="+mj-lt"/>
              <a:buAutoNum type="arabicPeriod"/>
            </a:pPr>
            <a:r>
              <a:rPr lang="es-MX" dirty="0">
                <a:solidFill>
                  <a:srgbClr val="002060"/>
                </a:solidFill>
              </a:rPr>
              <a:t>Las pruebas de defectos intentan revelar defectos en el sistema en lugar de simular su uso operacional. El objetivo de las pruebas de defectos es hallar inconsistencias entre un programa y su especificación.</a:t>
            </a:r>
          </a:p>
          <a:p>
            <a:endParaRPr lang="es-AR" dirty="0">
              <a:solidFill>
                <a:srgbClr val="002060"/>
              </a:solidFill>
            </a:endParaRPr>
          </a:p>
        </p:txBody>
      </p:sp>
      <p:sp>
        <p:nvSpPr>
          <p:cNvPr id="5" name="CuadroTexto 4">
            <a:extLst>
              <a:ext uri="{FF2B5EF4-FFF2-40B4-BE49-F238E27FC236}">
                <a16:creationId xmlns:a16="http://schemas.microsoft.com/office/drawing/2014/main" id="{CF773E61-60F7-30D8-4158-5BDEF75B7135}"/>
              </a:ext>
            </a:extLst>
          </p:cNvPr>
          <p:cNvSpPr txBox="1"/>
          <p:nvPr/>
        </p:nvSpPr>
        <p:spPr>
          <a:xfrm>
            <a:off x="-114300" y="633472"/>
            <a:ext cx="9277350"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AR" sz="4000" b="1" i="0" u="none" strike="noStrike" kern="1200" cap="none" spc="0" normalizeH="0" baseline="0" noProof="0" dirty="0">
                <a:ln>
                  <a:noFill/>
                </a:ln>
                <a:solidFill>
                  <a:prstClr val="white"/>
                </a:solidFill>
                <a:effectLst/>
                <a:uLnTx/>
                <a:uFillTx/>
                <a:latin typeface="Calibri" panose="020F0502020204030204"/>
                <a:ea typeface="+mn-ea"/>
                <a:cs typeface="+mn-cs"/>
              </a:rPr>
              <a:t>Proceso de Validación y Verificación</a:t>
            </a:r>
            <a:endParaRPr kumimoji="0" lang="es-ES" sz="4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4215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527CC8-9FE7-9257-51B6-E5B104011AEB}"/>
              </a:ext>
            </a:extLst>
          </p:cNvPr>
          <p:cNvSpPr txBox="1"/>
          <p:nvPr/>
        </p:nvSpPr>
        <p:spPr>
          <a:xfrm>
            <a:off x="366713" y="1592640"/>
            <a:ext cx="8586787" cy="3970318"/>
          </a:xfrm>
          <a:prstGeom prst="rect">
            <a:avLst/>
          </a:prstGeom>
          <a:noFill/>
        </p:spPr>
        <p:txBody>
          <a:bodyPr wrap="square">
            <a:spAutoFit/>
          </a:bodyPr>
          <a:lstStyle/>
          <a:p>
            <a:r>
              <a:rPr lang="es-MX" dirty="0">
                <a:solidFill>
                  <a:srgbClr val="002060"/>
                </a:solidFill>
              </a:rPr>
              <a:t>No existe un límite perfectamente definido entre estas aproximaciones de pruebas. Durante las pruebas de validación, se encontrarán defectos en el sistema. Durante las pruebas de defectos, alguno de los </a:t>
            </a:r>
            <a:r>
              <a:rPr lang="es-MX" dirty="0" err="1">
                <a:solidFill>
                  <a:srgbClr val="002060"/>
                </a:solidFill>
              </a:rPr>
              <a:t>tests</a:t>
            </a:r>
            <a:r>
              <a:rPr lang="es-MX" dirty="0">
                <a:solidFill>
                  <a:srgbClr val="002060"/>
                </a:solidFill>
              </a:rPr>
              <a:t> mostrará que el programa satisface sus requeri­mientos. </a:t>
            </a:r>
          </a:p>
          <a:p>
            <a:r>
              <a:rPr lang="es-MX" dirty="0" err="1">
                <a:solidFill>
                  <a:srgbClr val="002060"/>
                </a:solidFill>
              </a:rPr>
              <a:t>Nornalmente</a:t>
            </a:r>
            <a:r>
              <a:rPr lang="es-MX" dirty="0">
                <a:solidFill>
                  <a:srgbClr val="002060"/>
                </a:solidFill>
              </a:rPr>
              <a:t>, los procesos de V &amp; V y depuración se intercalan. A medida que se descu­bren defectos en el programa que se está probando, tiene que cambiarse éste para corregir ta­les defectos. Sin embargo, las pruebas (o más generalmente la verificación y validación) y la depuración tienen diferentes objetivos: </a:t>
            </a:r>
          </a:p>
          <a:p>
            <a:endParaRPr lang="es-MX" dirty="0">
              <a:solidFill>
                <a:srgbClr val="002060"/>
              </a:solidFill>
            </a:endParaRPr>
          </a:p>
          <a:p>
            <a:pPr marL="342900" indent="-342900">
              <a:buFont typeface="+mj-lt"/>
              <a:buAutoNum type="arabicPeriod"/>
            </a:pPr>
            <a:r>
              <a:rPr lang="es-MX" dirty="0">
                <a:solidFill>
                  <a:srgbClr val="002060"/>
                </a:solidFill>
              </a:rPr>
              <a:t>Los procesos de verificación y validación intentan establecer la existencia de defectos en el sistema software.</a:t>
            </a:r>
          </a:p>
          <a:p>
            <a:pPr marL="342900" indent="-342900">
              <a:buFont typeface="+mj-lt"/>
              <a:buAutoNum type="arabicPeriod"/>
            </a:pPr>
            <a:r>
              <a:rPr lang="es-MX" dirty="0">
                <a:solidFill>
                  <a:srgbClr val="002060"/>
                </a:solidFill>
              </a:rPr>
              <a:t>La depuración es un proceso, como muestra en la figura, que localiza y corrige estos defectos.</a:t>
            </a:r>
          </a:p>
          <a:p>
            <a:endParaRPr lang="es-AR" dirty="0">
              <a:solidFill>
                <a:srgbClr val="002060"/>
              </a:solidFill>
            </a:endParaRPr>
          </a:p>
        </p:txBody>
      </p:sp>
      <p:sp>
        <p:nvSpPr>
          <p:cNvPr id="7" name="CuadroTexto 6">
            <a:extLst>
              <a:ext uri="{FF2B5EF4-FFF2-40B4-BE49-F238E27FC236}">
                <a16:creationId xmlns:a16="http://schemas.microsoft.com/office/drawing/2014/main" id="{6637B471-931F-3383-FBD6-6660F704A67A}"/>
              </a:ext>
            </a:extLst>
          </p:cNvPr>
          <p:cNvSpPr txBox="1"/>
          <p:nvPr/>
        </p:nvSpPr>
        <p:spPr>
          <a:xfrm>
            <a:off x="-80962" y="545426"/>
            <a:ext cx="9034462"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AR" sz="4000" b="1" i="0" u="none" strike="noStrike" kern="1200" cap="none" spc="0" normalizeH="0" baseline="0" noProof="0" dirty="0">
                <a:ln>
                  <a:noFill/>
                </a:ln>
                <a:solidFill>
                  <a:prstClr val="white"/>
                </a:solidFill>
                <a:effectLst/>
                <a:uLnTx/>
                <a:uFillTx/>
                <a:latin typeface="Calibri" panose="020F0502020204030204"/>
                <a:ea typeface="+mn-ea"/>
                <a:cs typeface="+mn-cs"/>
              </a:rPr>
              <a:t>Proceso de Validación y Verificación</a:t>
            </a:r>
            <a:endParaRPr kumimoji="0" lang="es-ES" sz="40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Imagen 8">
            <a:extLst>
              <a:ext uri="{FF2B5EF4-FFF2-40B4-BE49-F238E27FC236}">
                <a16:creationId xmlns:a16="http://schemas.microsoft.com/office/drawing/2014/main" id="{C8349A8E-22DD-6901-7F21-A41C8CEC328C}"/>
              </a:ext>
            </a:extLst>
          </p:cNvPr>
          <p:cNvPicPr>
            <a:picLocks noChangeAspect="1"/>
          </p:cNvPicPr>
          <p:nvPr/>
        </p:nvPicPr>
        <p:blipFill>
          <a:blip r:embed="rId2"/>
          <a:stretch>
            <a:fillRect/>
          </a:stretch>
        </p:blipFill>
        <p:spPr>
          <a:xfrm>
            <a:off x="4436269" y="5147006"/>
            <a:ext cx="4310438" cy="1510560"/>
          </a:xfrm>
          <a:prstGeom prst="rect">
            <a:avLst/>
          </a:prstGeom>
        </p:spPr>
      </p:pic>
    </p:spTree>
    <p:extLst>
      <p:ext uri="{BB962C8B-B14F-4D97-AF65-F5344CB8AC3E}">
        <p14:creationId xmlns:p14="http://schemas.microsoft.com/office/powerpoint/2010/main" val="2808693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nterfaz de usuario gráfica, Diagrama">
            <a:extLst>
              <a:ext uri="{FF2B5EF4-FFF2-40B4-BE49-F238E27FC236}">
                <a16:creationId xmlns:a16="http://schemas.microsoft.com/office/drawing/2014/main" id="{9470360C-4AE6-04D4-0B55-02A42D2935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00187"/>
            <a:ext cx="8039100" cy="5024438"/>
          </a:xfrm>
          <a:prstGeom prst="rect">
            <a:avLst/>
          </a:prstGeom>
        </p:spPr>
      </p:pic>
    </p:spTree>
    <p:extLst>
      <p:ext uri="{BB962C8B-B14F-4D97-AF65-F5344CB8AC3E}">
        <p14:creationId xmlns:p14="http://schemas.microsoft.com/office/powerpoint/2010/main" val="1448885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A3A85-EEA4-1AF6-5596-1C32CF619DA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43424F8-AE9E-02A8-9915-09D75F538401}"/>
              </a:ext>
            </a:extLst>
          </p:cNvPr>
          <p:cNvSpPr txBox="1"/>
          <p:nvPr/>
        </p:nvSpPr>
        <p:spPr>
          <a:xfrm>
            <a:off x="1517797" y="2695945"/>
            <a:ext cx="9156405" cy="1107996"/>
          </a:xfrm>
          <a:prstGeom prst="rect">
            <a:avLst/>
          </a:prstGeom>
          <a:noFill/>
        </p:spPr>
        <p:txBody>
          <a:bodyPr wrap="square" lIns="91440" tIns="45720" rIns="91440" bIns="45720" rtlCol="0" anchor="t">
            <a:spAutoFit/>
          </a:bodyPr>
          <a:lstStyle/>
          <a:p>
            <a:pPr algn="ctr"/>
            <a:r>
              <a:rPr lang="es-AR" sz="6600" b="1" dirty="0">
                <a:solidFill>
                  <a:schemeClr val="bg1"/>
                </a:solidFill>
              </a:rPr>
              <a:t>Proceso de Validación</a:t>
            </a:r>
            <a:endParaRPr lang="es-ES" sz="6600" dirty="0"/>
          </a:p>
        </p:txBody>
      </p:sp>
    </p:spTree>
    <p:extLst>
      <p:ext uri="{BB962C8B-B14F-4D97-AF65-F5344CB8AC3E}">
        <p14:creationId xmlns:p14="http://schemas.microsoft.com/office/powerpoint/2010/main" val="3173515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8F01C925-114A-F6F9-FBBC-211C761E04C0}"/>
              </a:ext>
            </a:extLst>
          </p:cNvPr>
          <p:cNvSpPr txBox="1">
            <a:spLocks/>
          </p:cNvSpPr>
          <p:nvPr/>
        </p:nvSpPr>
        <p:spPr>
          <a:xfrm>
            <a:off x="780267" y="595614"/>
            <a:ext cx="6719776" cy="57415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AR" sz="4800" b="1" dirty="0">
                <a:solidFill>
                  <a:schemeClr val="bg1"/>
                </a:solidFill>
              </a:rPr>
              <a:t>Temas a desarrollar</a:t>
            </a:r>
          </a:p>
        </p:txBody>
      </p:sp>
      <p:sp>
        <p:nvSpPr>
          <p:cNvPr id="2" name="CuadroTexto 1">
            <a:extLst>
              <a:ext uri="{FF2B5EF4-FFF2-40B4-BE49-F238E27FC236}">
                <a16:creationId xmlns:a16="http://schemas.microsoft.com/office/drawing/2014/main" id="{22DCF6E0-E765-EB34-0B46-747DB290138B}"/>
              </a:ext>
            </a:extLst>
          </p:cNvPr>
          <p:cNvSpPr txBox="1"/>
          <p:nvPr/>
        </p:nvSpPr>
        <p:spPr>
          <a:xfrm>
            <a:off x="1580569" y="2560014"/>
            <a:ext cx="6738207" cy="584775"/>
          </a:xfrm>
          <a:prstGeom prst="rect">
            <a:avLst/>
          </a:prstGeom>
          <a:noFill/>
        </p:spPr>
        <p:txBody>
          <a:bodyPr wrap="square" rtlCol="0">
            <a:spAutoFit/>
          </a:bodyPr>
          <a:lstStyle/>
          <a:p>
            <a:r>
              <a:rPr lang="es-AR" sz="3200" b="1" i="0" u="none" strike="noStrike" dirty="0">
                <a:solidFill>
                  <a:srgbClr val="002060"/>
                </a:solidFill>
                <a:effectLst/>
              </a:rPr>
              <a:t>¿Cuáles son sus objetivos?</a:t>
            </a:r>
            <a:endParaRPr lang="es-AR" sz="3200" dirty="0">
              <a:solidFill>
                <a:srgbClr val="002060"/>
              </a:solidFill>
            </a:endParaRPr>
          </a:p>
        </p:txBody>
      </p:sp>
      <p:sp>
        <p:nvSpPr>
          <p:cNvPr id="7" name="CuadroTexto 6">
            <a:extLst>
              <a:ext uri="{FF2B5EF4-FFF2-40B4-BE49-F238E27FC236}">
                <a16:creationId xmlns:a16="http://schemas.microsoft.com/office/drawing/2014/main" id="{595BCAAB-A61E-BC58-2552-8A9026317392}"/>
              </a:ext>
            </a:extLst>
          </p:cNvPr>
          <p:cNvSpPr txBox="1"/>
          <p:nvPr/>
        </p:nvSpPr>
        <p:spPr>
          <a:xfrm>
            <a:off x="1210423" y="4859685"/>
            <a:ext cx="6738211" cy="584775"/>
          </a:xfrm>
          <a:prstGeom prst="rect">
            <a:avLst/>
          </a:prstGeom>
          <a:noFill/>
        </p:spPr>
        <p:txBody>
          <a:bodyPr wrap="square" rtlCol="0">
            <a:spAutoFit/>
          </a:bodyPr>
          <a:lstStyle/>
          <a:p>
            <a:r>
              <a:rPr lang="es-AR" sz="3200" b="1" i="0" u="none" strike="noStrike" dirty="0">
                <a:solidFill>
                  <a:srgbClr val="002060"/>
                </a:solidFill>
                <a:effectLst/>
              </a:rPr>
              <a:t>Revisiones informales</a:t>
            </a:r>
            <a:endParaRPr lang="es-AR" sz="3200" dirty="0">
              <a:solidFill>
                <a:srgbClr val="002060"/>
              </a:solidFill>
            </a:endParaRPr>
          </a:p>
        </p:txBody>
      </p:sp>
      <p:sp>
        <p:nvSpPr>
          <p:cNvPr id="25" name="Elipse 24">
            <a:extLst>
              <a:ext uri="{FF2B5EF4-FFF2-40B4-BE49-F238E27FC236}">
                <a16:creationId xmlns:a16="http://schemas.microsoft.com/office/drawing/2014/main" id="{3C1FE7AD-CB70-1C35-44BF-DF78403ACA9C}"/>
              </a:ext>
            </a:extLst>
          </p:cNvPr>
          <p:cNvSpPr/>
          <p:nvPr/>
        </p:nvSpPr>
        <p:spPr>
          <a:xfrm>
            <a:off x="1427754" y="2816348"/>
            <a:ext cx="130628" cy="130628"/>
          </a:xfrm>
          <a:prstGeom prst="ellipse">
            <a:avLst/>
          </a:prstGeom>
          <a:solidFill>
            <a:srgbClr val="A57E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rgbClr val="002060"/>
              </a:solidFill>
            </a:endParaRPr>
          </a:p>
        </p:txBody>
      </p:sp>
      <p:sp>
        <p:nvSpPr>
          <p:cNvPr id="27" name="Elipse 26">
            <a:extLst>
              <a:ext uri="{FF2B5EF4-FFF2-40B4-BE49-F238E27FC236}">
                <a16:creationId xmlns:a16="http://schemas.microsoft.com/office/drawing/2014/main" id="{F5226316-73BD-DC8A-090B-3563ACC060FD}"/>
              </a:ext>
            </a:extLst>
          </p:cNvPr>
          <p:cNvSpPr/>
          <p:nvPr/>
        </p:nvSpPr>
        <p:spPr>
          <a:xfrm>
            <a:off x="863949" y="2305278"/>
            <a:ext cx="130628" cy="130628"/>
          </a:xfrm>
          <a:prstGeom prst="ellipse">
            <a:avLst/>
          </a:prstGeom>
          <a:solidFill>
            <a:srgbClr val="ED6B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rgbClr val="002060"/>
              </a:solidFill>
            </a:endParaRPr>
          </a:p>
        </p:txBody>
      </p:sp>
      <p:sp>
        <p:nvSpPr>
          <p:cNvPr id="28" name="Elipse 27">
            <a:extLst>
              <a:ext uri="{FF2B5EF4-FFF2-40B4-BE49-F238E27FC236}">
                <a16:creationId xmlns:a16="http://schemas.microsoft.com/office/drawing/2014/main" id="{2F72EAAD-662E-02AB-5AB1-49EC0A81AE54}"/>
              </a:ext>
            </a:extLst>
          </p:cNvPr>
          <p:cNvSpPr/>
          <p:nvPr/>
        </p:nvSpPr>
        <p:spPr>
          <a:xfrm>
            <a:off x="862068" y="5110630"/>
            <a:ext cx="130628" cy="130628"/>
          </a:xfrm>
          <a:prstGeom prst="ellipse">
            <a:avLst/>
          </a:prstGeom>
          <a:solidFill>
            <a:srgbClr val="F6A6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rgbClr val="002060"/>
              </a:solidFill>
            </a:endParaRPr>
          </a:p>
        </p:txBody>
      </p:sp>
      <p:sp>
        <p:nvSpPr>
          <p:cNvPr id="8" name="CuadroTexto 7">
            <a:extLst>
              <a:ext uri="{FF2B5EF4-FFF2-40B4-BE49-F238E27FC236}">
                <a16:creationId xmlns:a16="http://schemas.microsoft.com/office/drawing/2014/main" id="{53AFC3BD-BF35-5313-3F9B-C49D8FDE6379}"/>
              </a:ext>
            </a:extLst>
          </p:cNvPr>
          <p:cNvSpPr txBox="1"/>
          <p:nvPr/>
        </p:nvSpPr>
        <p:spPr>
          <a:xfrm>
            <a:off x="1155603" y="2057508"/>
            <a:ext cx="6738207" cy="584775"/>
          </a:xfrm>
          <a:prstGeom prst="rect">
            <a:avLst/>
          </a:prstGeom>
          <a:noFill/>
        </p:spPr>
        <p:txBody>
          <a:bodyPr wrap="square" rtlCol="0">
            <a:spAutoFit/>
          </a:bodyPr>
          <a:lstStyle/>
          <a:p>
            <a:pPr eaLnBrk="1" hangingPunct="1">
              <a:spcBef>
                <a:spcPct val="0"/>
              </a:spcBef>
              <a:buClrTx/>
              <a:buSzTx/>
            </a:pPr>
            <a:r>
              <a:rPr lang="es-AR" altLang="es-AR" sz="3200" dirty="0">
                <a:solidFill>
                  <a:schemeClr val="tx2"/>
                </a:solidFill>
              </a:rPr>
              <a:t> </a:t>
            </a:r>
            <a:r>
              <a:rPr lang="es-AR" altLang="es-AR" sz="3200" b="1" dirty="0">
                <a:solidFill>
                  <a:srgbClr val="002060"/>
                </a:solidFill>
              </a:rPr>
              <a:t>Proceso de Validación</a:t>
            </a:r>
            <a:endParaRPr lang="es-ES" altLang="es-AR" sz="3200" b="1" dirty="0">
              <a:solidFill>
                <a:srgbClr val="002060"/>
              </a:solidFill>
            </a:endParaRPr>
          </a:p>
        </p:txBody>
      </p:sp>
      <p:sp>
        <p:nvSpPr>
          <p:cNvPr id="17" name="CuadroTexto 16">
            <a:extLst>
              <a:ext uri="{FF2B5EF4-FFF2-40B4-BE49-F238E27FC236}">
                <a16:creationId xmlns:a16="http://schemas.microsoft.com/office/drawing/2014/main" id="{3B6C72F8-E9BF-5F7E-577F-43CD93D9A6E4}"/>
              </a:ext>
            </a:extLst>
          </p:cNvPr>
          <p:cNvSpPr txBox="1"/>
          <p:nvPr/>
        </p:nvSpPr>
        <p:spPr>
          <a:xfrm>
            <a:off x="1580569" y="2957367"/>
            <a:ext cx="6738207" cy="584775"/>
          </a:xfrm>
          <a:prstGeom prst="rect">
            <a:avLst/>
          </a:prstGeom>
          <a:noFill/>
        </p:spPr>
        <p:txBody>
          <a:bodyPr wrap="square" rtlCol="0">
            <a:spAutoFit/>
          </a:bodyPr>
          <a:lstStyle/>
          <a:p>
            <a:r>
              <a:rPr lang="es-AR" sz="3200" b="1" i="0" u="none" strike="noStrike" dirty="0">
                <a:solidFill>
                  <a:srgbClr val="002060"/>
                </a:solidFill>
                <a:effectLst/>
              </a:rPr>
              <a:t>¿Cuáles sus entradas?</a:t>
            </a:r>
            <a:endParaRPr lang="es-AR" sz="3200" dirty="0">
              <a:solidFill>
                <a:srgbClr val="002060"/>
              </a:solidFill>
            </a:endParaRPr>
          </a:p>
        </p:txBody>
      </p:sp>
      <p:sp>
        <p:nvSpPr>
          <p:cNvPr id="18" name="Elipse 17">
            <a:extLst>
              <a:ext uri="{FF2B5EF4-FFF2-40B4-BE49-F238E27FC236}">
                <a16:creationId xmlns:a16="http://schemas.microsoft.com/office/drawing/2014/main" id="{E0506E15-CC28-50FB-271F-9194F0E00C38}"/>
              </a:ext>
            </a:extLst>
          </p:cNvPr>
          <p:cNvSpPr/>
          <p:nvPr/>
        </p:nvSpPr>
        <p:spPr>
          <a:xfrm>
            <a:off x="1427754" y="3201978"/>
            <a:ext cx="130628" cy="130628"/>
          </a:xfrm>
          <a:prstGeom prst="ellipse">
            <a:avLst/>
          </a:prstGeom>
          <a:solidFill>
            <a:srgbClr val="A57E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rgbClr val="002060"/>
              </a:solidFill>
            </a:endParaRPr>
          </a:p>
        </p:txBody>
      </p:sp>
      <p:sp>
        <p:nvSpPr>
          <p:cNvPr id="19" name="CuadroTexto 18">
            <a:extLst>
              <a:ext uri="{FF2B5EF4-FFF2-40B4-BE49-F238E27FC236}">
                <a16:creationId xmlns:a16="http://schemas.microsoft.com/office/drawing/2014/main" id="{86E75942-D370-CFE9-035F-DC18C6C655F9}"/>
              </a:ext>
            </a:extLst>
          </p:cNvPr>
          <p:cNvSpPr txBox="1"/>
          <p:nvPr/>
        </p:nvSpPr>
        <p:spPr>
          <a:xfrm>
            <a:off x="1592293" y="3344227"/>
            <a:ext cx="6738207" cy="584775"/>
          </a:xfrm>
          <a:prstGeom prst="rect">
            <a:avLst/>
          </a:prstGeom>
          <a:noFill/>
        </p:spPr>
        <p:txBody>
          <a:bodyPr wrap="square" rtlCol="0">
            <a:spAutoFit/>
          </a:bodyPr>
          <a:lstStyle/>
          <a:p>
            <a:r>
              <a:rPr lang="es-AR" sz="3200" b="1" i="0" u="none" strike="noStrike" dirty="0">
                <a:solidFill>
                  <a:srgbClr val="002060"/>
                </a:solidFill>
                <a:effectLst/>
              </a:rPr>
              <a:t>¿Cuáles sus actividades?</a:t>
            </a:r>
            <a:endParaRPr lang="es-AR" sz="3200" dirty="0">
              <a:solidFill>
                <a:srgbClr val="002060"/>
              </a:solidFill>
            </a:endParaRPr>
          </a:p>
        </p:txBody>
      </p:sp>
      <p:sp>
        <p:nvSpPr>
          <p:cNvPr id="20" name="Elipse 19">
            <a:extLst>
              <a:ext uri="{FF2B5EF4-FFF2-40B4-BE49-F238E27FC236}">
                <a16:creationId xmlns:a16="http://schemas.microsoft.com/office/drawing/2014/main" id="{2162BCD3-CB35-512D-6AB4-E7611DF21A57}"/>
              </a:ext>
            </a:extLst>
          </p:cNvPr>
          <p:cNvSpPr/>
          <p:nvPr/>
        </p:nvSpPr>
        <p:spPr>
          <a:xfrm>
            <a:off x="1439478" y="3600561"/>
            <a:ext cx="130628" cy="130628"/>
          </a:xfrm>
          <a:prstGeom prst="ellipse">
            <a:avLst/>
          </a:prstGeom>
          <a:solidFill>
            <a:srgbClr val="A57E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rgbClr val="002060"/>
              </a:solidFill>
            </a:endParaRPr>
          </a:p>
        </p:txBody>
      </p:sp>
      <p:sp>
        <p:nvSpPr>
          <p:cNvPr id="21" name="CuadroTexto 20">
            <a:extLst>
              <a:ext uri="{FF2B5EF4-FFF2-40B4-BE49-F238E27FC236}">
                <a16:creationId xmlns:a16="http://schemas.microsoft.com/office/drawing/2014/main" id="{C5C6BD8C-ED5C-ED32-7856-3C11233AC87E}"/>
              </a:ext>
            </a:extLst>
          </p:cNvPr>
          <p:cNvSpPr txBox="1"/>
          <p:nvPr/>
        </p:nvSpPr>
        <p:spPr>
          <a:xfrm>
            <a:off x="1592293" y="3741580"/>
            <a:ext cx="6738207" cy="584775"/>
          </a:xfrm>
          <a:prstGeom prst="rect">
            <a:avLst/>
          </a:prstGeom>
          <a:noFill/>
        </p:spPr>
        <p:txBody>
          <a:bodyPr wrap="square" rtlCol="0">
            <a:spAutoFit/>
          </a:bodyPr>
          <a:lstStyle/>
          <a:p>
            <a:r>
              <a:rPr lang="es-AR" sz="3200" b="1" i="0" u="none" strike="noStrike" dirty="0">
                <a:solidFill>
                  <a:srgbClr val="002060"/>
                </a:solidFill>
                <a:effectLst/>
              </a:rPr>
              <a:t>¿Cuáles sus salidas?</a:t>
            </a:r>
            <a:endParaRPr lang="es-AR" sz="3200" dirty="0">
              <a:solidFill>
                <a:srgbClr val="002060"/>
              </a:solidFill>
            </a:endParaRPr>
          </a:p>
        </p:txBody>
      </p:sp>
      <p:sp>
        <p:nvSpPr>
          <p:cNvPr id="22" name="Elipse 21">
            <a:extLst>
              <a:ext uri="{FF2B5EF4-FFF2-40B4-BE49-F238E27FC236}">
                <a16:creationId xmlns:a16="http://schemas.microsoft.com/office/drawing/2014/main" id="{1AEC2179-6E6A-8B8C-4B80-32E9B4A8E6F2}"/>
              </a:ext>
            </a:extLst>
          </p:cNvPr>
          <p:cNvSpPr/>
          <p:nvPr/>
        </p:nvSpPr>
        <p:spPr>
          <a:xfrm>
            <a:off x="1439478" y="3997914"/>
            <a:ext cx="130628" cy="130628"/>
          </a:xfrm>
          <a:prstGeom prst="ellipse">
            <a:avLst/>
          </a:prstGeom>
          <a:solidFill>
            <a:srgbClr val="A57E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rgbClr val="002060"/>
              </a:solidFill>
            </a:endParaRPr>
          </a:p>
        </p:txBody>
      </p:sp>
      <p:sp>
        <p:nvSpPr>
          <p:cNvPr id="23" name="CuadroTexto 22">
            <a:extLst>
              <a:ext uri="{FF2B5EF4-FFF2-40B4-BE49-F238E27FC236}">
                <a16:creationId xmlns:a16="http://schemas.microsoft.com/office/drawing/2014/main" id="{19B4302B-E06E-7F11-44CE-36546D7D0F4F}"/>
              </a:ext>
            </a:extLst>
          </p:cNvPr>
          <p:cNvSpPr txBox="1"/>
          <p:nvPr/>
        </p:nvSpPr>
        <p:spPr>
          <a:xfrm>
            <a:off x="1580569" y="4187173"/>
            <a:ext cx="6738207" cy="584775"/>
          </a:xfrm>
          <a:prstGeom prst="rect">
            <a:avLst/>
          </a:prstGeom>
          <a:noFill/>
        </p:spPr>
        <p:txBody>
          <a:bodyPr wrap="square" rtlCol="0">
            <a:spAutoFit/>
          </a:bodyPr>
          <a:lstStyle/>
          <a:p>
            <a:r>
              <a:rPr lang="es-AR" sz="3200" b="1" i="0" u="none" strike="noStrike" dirty="0">
                <a:solidFill>
                  <a:srgbClr val="002060"/>
                </a:solidFill>
                <a:effectLst/>
              </a:rPr>
              <a:t>¿Qué técnica puedo usar?</a:t>
            </a:r>
            <a:endParaRPr lang="es-AR" sz="3200" dirty="0">
              <a:solidFill>
                <a:srgbClr val="002060"/>
              </a:solidFill>
            </a:endParaRPr>
          </a:p>
        </p:txBody>
      </p:sp>
      <p:sp>
        <p:nvSpPr>
          <p:cNvPr id="32" name="Elipse 31">
            <a:extLst>
              <a:ext uri="{FF2B5EF4-FFF2-40B4-BE49-F238E27FC236}">
                <a16:creationId xmlns:a16="http://schemas.microsoft.com/office/drawing/2014/main" id="{A601072D-20D3-7012-C4D4-0FA30D89236E}"/>
              </a:ext>
            </a:extLst>
          </p:cNvPr>
          <p:cNvSpPr/>
          <p:nvPr/>
        </p:nvSpPr>
        <p:spPr>
          <a:xfrm>
            <a:off x="1427754" y="4443507"/>
            <a:ext cx="130628" cy="130628"/>
          </a:xfrm>
          <a:prstGeom prst="ellipse">
            <a:avLst/>
          </a:prstGeom>
          <a:solidFill>
            <a:srgbClr val="A57E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rgbClr val="002060"/>
              </a:solidFill>
            </a:endParaRPr>
          </a:p>
        </p:txBody>
      </p:sp>
      <p:sp>
        <p:nvSpPr>
          <p:cNvPr id="3" name="CuadroTexto 2">
            <a:extLst>
              <a:ext uri="{FF2B5EF4-FFF2-40B4-BE49-F238E27FC236}">
                <a16:creationId xmlns:a16="http://schemas.microsoft.com/office/drawing/2014/main" id="{10FDFB23-9BC9-E740-7C06-0B2C349CD2A0}"/>
              </a:ext>
            </a:extLst>
          </p:cNvPr>
          <p:cNvSpPr txBox="1"/>
          <p:nvPr/>
        </p:nvSpPr>
        <p:spPr>
          <a:xfrm>
            <a:off x="1155599" y="5362191"/>
            <a:ext cx="6738211" cy="584775"/>
          </a:xfrm>
          <a:prstGeom prst="rect">
            <a:avLst/>
          </a:prstGeom>
          <a:noFill/>
        </p:spPr>
        <p:txBody>
          <a:bodyPr wrap="square" rtlCol="0">
            <a:spAutoFit/>
          </a:bodyPr>
          <a:lstStyle/>
          <a:p>
            <a:r>
              <a:rPr lang="es-AR" sz="3200" b="1" i="0" u="none" strike="noStrike" dirty="0">
                <a:solidFill>
                  <a:srgbClr val="002060"/>
                </a:solidFill>
                <a:effectLst/>
              </a:rPr>
              <a:t>Revisiones formales</a:t>
            </a:r>
            <a:endParaRPr lang="es-AR" sz="3200" dirty="0">
              <a:solidFill>
                <a:srgbClr val="002060"/>
              </a:solidFill>
            </a:endParaRPr>
          </a:p>
        </p:txBody>
      </p:sp>
      <p:sp>
        <p:nvSpPr>
          <p:cNvPr id="5" name="Elipse 4">
            <a:extLst>
              <a:ext uri="{FF2B5EF4-FFF2-40B4-BE49-F238E27FC236}">
                <a16:creationId xmlns:a16="http://schemas.microsoft.com/office/drawing/2014/main" id="{1CB38333-AEF2-DF16-F698-40B5586E23F1}"/>
              </a:ext>
            </a:extLst>
          </p:cNvPr>
          <p:cNvSpPr/>
          <p:nvPr/>
        </p:nvSpPr>
        <p:spPr>
          <a:xfrm>
            <a:off x="807244" y="5613136"/>
            <a:ext cx="130628" cy="130628"/>
          </a:xfrm>
          <a:prstGeom prst="ellipse">
            <a:avLst/>
          </a:prstGeom>
          <a:solidFill>
            <a:srgbClr val="F6A6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solidFill>
                <a:srgbClr val="002060"/>
              </a:solidFill>
            </a:endParaRPr>
          </a:p>
        </p:txBody>
      </p:sp>
    </p:spTree>
    <p:extLst>
      <p:ext uri="{BB962C8B-B14F-4D97-AF65-F5344CB8AC3E}">
        <p14:creationId xmlns:p14="http://schemas.microsoft.com/office/powerpoint/2010/main" val="3394174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3D07597-3644-9495-7992-1076197FE549}"/>
              </a:ext>
            </a:extLst>
          </p:cNvPr>
          <p:cNvSpPr txBox="1"/>
          <p:nvPr/>
        </p:nvSpPr>
        <p:spPr>
          <a:xfrm>
            <a:off x="408397" y="540908"/>
            <a:ext cx="9156405"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AR" sz="4000" b="1" i="0" u="none" strike="noStrike" kern="1200" cap="none" spc="0" normalizeH="0" baseline="0" noProof="0" dirty="0">
                <a:ln>
                  <a:noFill/>
                </a:ln>
                <a:solidFill>
                  <a:prstClr val="white"/>
                </a:solidFill>
                <a:effectLst/>
                <a:uLnTx/>
                <a:uFillTx/>
                <a:ea typeface="+mn-ea"/>
                <a:cs typeface="+mn-cs"/>
              </a:rPr>
              <a:t>Ingeniería de Requerimientos</a:t>
            </a:r>
            <a:endParaRPr kumimoji="0" lang="es-AR" sz="4000" b="1" i="0" u="none" strike="noStrike" kern="1200" cap="none" spc="0" normalizeH="0" baseline="0" noProof="0" dirty="0">
              <a:ln>
                <a:noFill/>
              </a:ln>
              <a:solidFill>
                <a:prstClr val="black"/>
              </a:solidFill>
              <a:effectLst/>
              <a:uLnTx/>
              <a:uFillTx/>
              <a:ea typeface="+mn-ea"/>
              <a:cs typeface="+mn-cs"/>
            </a:endParaRPr>
          </a:p>
        </p:txBody>
      </p:sp>
      <p:grpSp>
        <p:nvGrpSpPr>
          <p:cNvPr id="7" name="Grupo 6">
            <a:extLst>
              <a:ext uri="{FF2B5EF4-FFF2-40B4-BE49-F238E27FC236}">
                <a16:creationId xmlns:a16="http://schemas.microsoft.com/office/drawing/2014/main" id="{11765544-9F84-A47A-616C-233C0966BF2C}"/>
              </a:ext>
            </a:extLst>
          </p:cNvPr>
          <p:cNvGrpSpPr/>
          <p:nvPr/>
        </p:nvGrpSpPr>
        <p:grpSpPr>
          <a:xfrm>
            <a:off x="554689" y="1786590"/>
            <a:ext cx="8571894" cy="4899688"/>
            <a:chOff x="430498" y="1748701"/>
            <a:chExt cx="9167656" cy="4363418"/>
          </a:xfrm>
        </p:grpSpPr>
        <p:sp>
          <p:nvSpPr>
            <p:cNvPr id="8" name="Forma libre: forma 6">
              <a:extLst>
                <a:ext uri="{FF2B5EF4-FFF2-40B4-BE49-F238E27FC236}">
                  <a16:creationId xmlns:a16="http://schemas.microsoft.com/office/drawing/2014/main" id="{747B42F5-A90D-1C5F-2EA3-D08B3878E0A9}"/>
                </a:ext>
              </a:extLst>
            </p:cNvPr>
            <p:cNvSpPr/>
            <p:nvPr/>
          </p:nvSpPr>
          <p:spPr>
            <a:xfrm>
              <a:off x="7427977" y="3013143"/>
              <a:ext cx="2105858" cy="1311290"/>
            </a:xfrm>
            <a:custGeom>
              <a:avLst/>
              <a:gdLst>
                <a:gd name="connsiteX0" fmla="*/ 1311290 w 1311290"/>
                <a:gd name="connsiteY0" fmla="*/ 655645 h 1311290"/>
                <a:gd name="connsiteX1" fmla="*/ 655645 w 1311290"/>
                <a:gd name="connsiteY1" fmla="*/ 1311290 h 1311290"/>
                <a:gd name="connsiteX2" fmla="*/ 0 w 1311290"/>
                <a:gd name="connsiteY2" fmla="*/ 655645 h 1311290"/>
                <a:gd name="connsiteX3" fmla="*/ 655645 w 1311290"/>
                <a:gd name="connsiteY3" fmla="*/ 0 h 1311290"/>
                <a:gd name="connsiteX4" fmla="*/ 1311290 w 1311290"/>
                <a:gd name="connsiteY4" fmla="*/ 655645 h 1311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90" h="1311290">
                  <a:moveTo>
                    <a:pt x="1311290" y="655645"/>
                  </a:moveTo>
                  <a:cubicBezTo>
                    <a:pt x="1311290" y="1017748"/>
                    <a:pt x="1017748" y="1311290"/>
                    <a:pt x="655645" y="1311290"/>
                  </a:cubicBezTo>
                  <a:cubicBezTo>
                    <a:pt x="293542" y="1311290"/>
                    <a:pt x="0" y="1017748"/>
                    <a:pt x="0" y="655645"/>
                  </a:cubicBezTo>
                  <a:cubicBezTo>
                    <a:pt x="0" y="293542"/>
                    <a:pt x="293542" y="0"/>
                    <a:pt x="655645" y="0"/>
                  </a:cubicBezTo>
                  <a:cubicBezTo>
                    <a:pt x="1017748" y="0"/>
                    <a:pt x="1311290" y="293542"/>
                    <a:pt x="1311290" y="655645"/>
                  </a:cubicBezTo>
                  <a:close/>
                </a:path>
              </a:pathLst>
            </a:custGeom>
            <a:solidFill>
              <a:srgbClr val="A67EB2"/>
            </a:solidFill>
            <a:ln w="12220" cap="flat">
              <a:noFill/>
              <a:prstDash val="solid"/>
              <a:miter/>
            </a:ln>
          </p:spPr>
          <p:txBody>
            <a:bodyPr rtlCol="0" anchor="ctr"/>
            <a:lstStyle/>
            <a:p>
              <a:pPr algn="ctr"/>
              <a:r>
                <a:rPr lang="es-AR" sz="2000" dirty="0">
                  <a:solidFill>
                    <a:schemeClr val="bg1"/>
                  </a:solidFill>
                </a:rPr>
                <a:t>Validación</a:t>
              </a:r>
            </a:p>
          </p:txBody>
        </p:sp>
        <p:sp>
          <p:nvSpPr>
            <p:cNvPr id="9" name="Forma libre: forma 7">
              <a:extLst>
                <a:ext uri="{FF2B5EF4-FFF2-40B4-BE49-F238E27FC236}">
                  <a16:creationId xmlns:a16="http://schemas.microsoft.com/office/drawing/2014/main" id="{C73614E9-71D3-DE2D-6E80-314C6D419627}"/>
                </a:ext>
              </a:extLst>
            </p:cNvPr>
            <p:cNvSpPr/>
            <p:nvPr/>
          </p:nvSpPr>
          <p:spPr>
            <a:xfrm>
              <a:off x="5138586" y="3036164"/>
              <a:ext cx="2105858" cy="1311290"/>
            </a:xfrm>
            <a:custGeom>
              <a:avLst/>
              <a:gdLst>
                <a:gd name="connsiteX0" fmla="*/ 1311290 w 1311290"/>
                <a:gd name="connsiteY0" fmla="*/ 655645 h 1311290"/>
                <a:gd name="connsiteX1" fmla="*/ 655645 w 1311290"/>
                <a:gd name="connsiteY1" fmla="*/ 1311290 h 1311290"/>
                <a:gd name="connsiteX2" fmla="*/ 0 w 1311290"/>
                <a:gd name="connsiteY2" fmla="*/ 655645 h 1311290"/>
                <a:gd name="connsiteX3" fmla="*/ 655645 w 1311290"/>
                <a:gd name="connsiteY3" fmla="*/ 0 h 1311290"/>
                <a:gd name="connsiteX4" fmla="*/ 1311290 w 1311290"/>
                <a:gd name="connsiteY4" fmla="*/ 655645 h 1311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90" h="1311290">
                  <a:moveTo>
                    <a:pt x="1311290" y="655645"/>
                  </a:moveTo>
                  <a:cubicBezTo>
                    <a:pt x="1311290" y="1017748"/>
                    <a:pt x="1017748" y="1311290"/>
                    <a:pt x="655645" y="1311290"/>
                  </a:cubicBezTo>
                  <a:cubicBezTo>
                    <a:pt x="293542" y="1311290"/>
                    <a:pt x="0" y="1017748"/>
                    <a:pt x="0" y="655645"/>
                  </a:cubicBezTo>
                  <a:cubicBezTo>
                    <a:pt x="0" y="293542"/>
                    <a:pt x="293542" y="0"/>
                    <a:pt x="655645" y="0"/>
                  </a:cubicBezTo>
                  <a:cubicBezTo>
                    <a:pt x="1017748" y="0"/>
                    <a:pt x="1311290" y="293542"/>
                    <a:pt x="1311290" y="655645"/>
                  </a:cubicBezTo>
                  <a:close/>
                </a:path>
              </a:pathLst>
            </a:custGeom>
            <a:solidFill>
              <a:srgbClr val="F7A70E"/>
            </a:solidFill>
            <a:ln w="12220" cap="flat">
              <a:noFill/>
              <a:prstDash val="solid"/>
              <a:miter/>
            </a:ln>
          </p:spPr>
          <p:txBody>
            <a:bodyPr rtlCol="0" anchor="ctr"/>
            <a:lstStyle/>
            <a:p>
              <a:pPr algn="ctr"/>
              <a:r>
                <a:rPr lang="es-AR" sz="2000" dirty="0">
                  <a:solidFill>
                    <a:schemeClr val="bg1"/>
                  </a:solidFill>
                </a:rPr>
                <a:t>Especificación</a:t>
              </a:r>
            </a:p>
          </p:txBody>
        </p:sp>
        <p:sp>
          <p:nvSpPr>
            <p:cNvPr id="10" name="Forma libre: forma 8">
              <a:extLst>
                <a:ext uri="{FF2B5EF4-FFF2-40B4-BE49-F238E27FC236}">
                  <a16:creationId xmlns:a16="http://schemas.microsoft.com/office/drawing/2014/main" id="{D6A3BBC8-E069-B597-7597-AB06A9D7DB54}"/>
                </a:ext>
              </a:extLst>
            </p:cNvPr>
            <p:cNvSpPr/>
            <p:nvPr/>
          </p:nvSpPr>
          <p:spPr>
            <a:xfrm>
              <a:off x="2782390" y="3020624"/>
              <a:ext cx="2105858" cy="1311290"/>
            </a:xfrm>
            <a:custGeom>
              <a:avLst/>
              <a:gdLst>
                <a:gd name="connsiteX0" fmla="*/ 1311290 w 1311290"/>
                <a:gd name="connsiteY0" fmla="*/ 655645 h 1311290"/>
                <a:gd name="connsiteX1" fmla="*/ 655645 w 1311290"/>
                <a:gd name="connsiteY1" fmla="*/ 1311290 h 1311290"/>
                <a:gd name="connsiteX2" fmla="*/ 0 w 1311290"/>
                <a:gd name="connsiteY2" fmla="*/ 655645 h 1311290"/>
                <a:gd name="connsiteX3" fmla="*/ 655645 w 1311290"/>
                <a:gd name="connsiteY3" fmla="*/ 0 h 1311290"/>
                <a:gd name="connsiteX4" fmla="*/ 1311290 w 1311290"/>
                <a:gd name="connsiteY4" fmla="*/ 655645 h 1311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90" h="1311290">
                  <a:moveTo>
                    <a:pt x="1311290" y="655645"/>
                  </a:moveTo>
                  <a:cubicBezTo>
                    <a:pt x="1311290" y="1017748"/>
                    <a:pt x="1017748" y="1311290"/>
                    <a:pt x="655645" y="1311290"/>
                  </a:cubicBezTo>
                  <a:cubicBezTo>
                    <a:pt x="293542" y="1311290"/>
                    <a:pt x="0" y="1017748"/>
                    <a:pt x="0" y="655645"/>
                  </a:cubicBezTo>
                  <a:cubicBezTo>
                    <a:pt x="0" y="293542"/>
                    <a:pt x="293542" y="0"/>
                    <a:pt x="655645" y="0"/>
                  </a:cubicBezTo>
                  <a:cubicBezTo>
                    <a:pt x="1017748" y="0"/>
                    <a:pt x="1311290" y="293542"/>
                    <a:pt x="1311290" y="655645"/>
                  </a:cubicBezTo>
                  <a:close/>
                </a:path>
              </a:pathLst>
            </a:custGeom>
            <a:solidFill>
              <a:srgbClr val="ED6C21"/>
            </a:solidFill>
            <a:ln w="12220" cap="flat">
              <a:noFill/>
              <a:prstDash val="solid"/>
              <a:miter/>
            </a:ln>
          </p:spPr>
          <p:txBody>
            <a:bodyPr rtlCol="0" anchor="ctr"/>
            <a:lstStyle/>
            <a:p>
              <a:pPr algn="ctr"/>
              <a:r>
                <a:rPr lang="es-AR" sz="2000" dirty="0">
                  <a:solidFill>
                    <a:schemeClr val="bg1"/>
                  </a:solidFill>
                </a:rPr>
                <a:t>Análisis</a:t>
              </a:r>
            </a:p>
          </p:txBody>
        </p:sp>
        <p:sp>
          <p:nvSpPr>
            <p:cNvPr id="11" name="Forma libre: forma 9">
              <a:extLst>
                <a:ext uri="{FF2B5EF4-FFF2-40B4-BE49-F238E27FC236}">
                  <a16:creationId xmlns:a16="http://schemas.microsoft.com/office/drawing/2014/main" id="{3BF4D044-0929-F109-C2EF-06982CB39C7F}"/>
                </a:ext>
              </a:extLst>
            </p:cNvPr>
            <p:cNvSpPr/>
            <p:nvPr/>
          </p:nvSpPr>
          <p:spPr>
            <a:xfrm>
              <a:off x="430498" y="3020624"/>
              <a:ext cx="2105858" cy="1311290"/>
            </a:xfrm>
            <a:custGeom>
              <a:avLst/>
              <a:gdLst>
                <a:gd name="connsiteX0" fmla="*/ 1311291 w 1311290"/>
                <a:gd name="connsiteY0" fmla="*/ 655645 h 1311290"/>
                <a:gd name="connsiteX1" fmla="*/ 655645 w 1311290"/>
                <a:gd name="connsiteY1" fmla="*/ 1311291 h 1311290"/>
                <a:gd name="connsiteX2" fmla="*/ 0 w 1311290"/>
                <a:gd name="connsiteY2" fmla="*/ 655645 h 1311290"/>
                <a:gd name="connsiteX3" fmla="*/ 655645 w 1311290"/>
                <a:gd name="connsiteY3" fmla="*/ 0 h 1311290"/>
                <a:gd name="connsiteX4" fmla="*/ 1311291 w 1311290"/>
                <a:gd name="connsiteY4" fmla="*/ 655645 h 1311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1290" h="1311290">
                  <a:moveTo>
                    <a:pt x="1311291" y="655645"/>
                  </a:moveTo>
                  <a:cubicBezTo>
                    <a:pt x="1311291" y="1017748"/>
                    <a:pt x="1017748" y="1311291"/>
                    <a:pt x="655645" y="1311291"/>
                  </a:cubicBezTo>
                  <a:cubicBezTo>
                    <a:pt x="293542" y="1311291"/>
                    <a:pt x="0" y="1017748"/>
                    <a:pt x="0" y="655645"/>
                  </a:cubicBezTo>
                  <a:cubicBezTo>
                    <a:pt x="0" y="293542"/>
                    <a:pt x="293542" y="0"/>
                    <a:pt x="655645" y="0"/>
                  </a:cubicBezTo>
                  <a:cubicBezTo>
                    <a:pt x="1017748" y="0"/>
                    <a:pt x="1311291" y="293542"/>
                    <a:pt x="1311291" y="655645"/>
                  </a:cubicBezTo>
                  <a:close/>
                </a:path>
              </a:pathLst>
            </a:custGeom>
            <a:solidFill>
              <a:srgbClr val="62A730"/>
            </a:solidFill>
            <a:ln w="12220" cap="flat">
              <a:noFill/>
              <a:prstDash val="solid"/>
              <a:miter/>
            </a:ln>
          </p:spPr>
          <p:txBody>
            <a:bodyPr rtlCol="0" anchor="ctr"/>
            <a:lstStyle/>
            <a:p>
              <a:pPr algn="ctr"/>
              <a:r>
                <a:rPr lang="es-AR" sz="2000" dirty="0">
                  <a:solidFill>
                    <a:schemeClr val="bg1"/>
                  </a:solidFill>
                </a:rPr>
                <a:t>Elicitación</a:t>
              </a:r>
            </a:p>
          </p:txBody>
        </p:sp>
        <p:sp>
          <p:nvSpPr>
            <p:cNvPr id="12" name="Rectangle 1031">
              <a:extLst>
                <a:ext uri="{FF2B5EF4-FFF2-40B4-BE49-F238E27FC236}">
                  <a16:creationId xmlns:a16="http://schemas.microsoft.com/office/drawing/2014/main" id="{18CB1D74-B9A9-EC51-66F9-A289E26F5D4C}"/>
                </a:ext>
              </a:extLst>
            </p:cNvPr>
            <p:cNvSpPr>
              <a:spLocks noChangeArrowheads="1"/>
            </p:cNvSpPr>
            <p:nvPr/>
          </p:nvSpPr>
          <p:spPr bwMode="auto">
            <a:xfrm>
              <a:off x="521127" y="5418389"/>
              <a:ext cx="1828800" cy="354034"/>
            </a:xfrm>
            <a:prstGeom prst="rect">
              <a:avLst/>
            </a:prstGeom>
            <a:noFill/>
            <a:ln w="12700">
              <a:noFill/>
              <a:miter lim="800000"/>
              <a:headEnd/>
              <a:tailEnd/>
            </a:ln>
            <a:effectLst/>
          </p:spPr>
          <p:txBody>
            <a:bodyPr lIns="90487" tIns="44450" rIns="90487" bIns="44450">
              <a:spAutoFit/>
            </a:bodyPr>
            <a:lstStyle/>
            <a:p>
              <a:pPr algn="ctr">
                <a:defRPr/>
              </a:pPr>
              <a:r>
                <a:rPr lang="es-MX" sz="2000" b="1" dirty="0">
                  <a:solidFill>
                    <a:schemeClr val="tx2"/>
                  </a:solidFill>
                </a:rPr>
                <a:t>Dominio</a:t>
              </a:r>
              <a:endParaRPr lang="en-US" sz="2000" b="1" dirty="0">
                <a:solidFill>
                  <a:schemeClr val="tx2"/>
                </a:solidFill>
              </a:endParaRPr>
            </a:p>
          </p:txBody>
        </p:sp>
        <p:sp>
          <p:nvSpPr>
            <p:cNvPr id="13" name="Freeform 1032">
              <a:extLst>
                <a:ext uri="{FF2B5EF4-FFF2-40B4-BE49-F238E27FC236}">
                  <a16:creationId xmlns:a16="http://schemas.microsoft.com/office/drawing/2014/main" id="{B61B30E5-A1EF-A149-D8BC-7EDD09CD397E}"/>
                </a:ext>
              </a:extLst>
            </p:cNvPr>
            <p:cNvSpPr>
              <a:spLocks/>
            </p:cNvSpPr>
            <p:nvPr/>
          </p:nvSpPr>
          <p:spPr bwMode="auto">
            <a:xfrm rot="10800000" flipV="1">
              <a:off x="2168155" y="4087734"/>
              <a:ext cx="1219200" cy="328909"/>
            </a:xfrm>
            <a:custGeom>
              <a:avLst/>
              <a:gdLst>
                <a:gd name="T0" fmla="*/ 0 w 960"/>
                <a:gd name="T1" fmla="*/ 0 h 192"/>
                <a:gd name="T2" fmla="*/ 2147483646 w 960"/>
                <a:gd name="T3" fmla="*/ 2147483646 h 192"/>
                <a:gd name="T4" fmla="*/ 2147483646 w 960"/>
                <a:gd name="T5" fmla="*/ 0 h 192"/>
                <a:gd name="T6" fmla="*/ 0 60000 65536"/>
                <a:gd name="T7" fmla="*/ 0 60000 65536"/>
                <a:gd name="T8" fmla="*/ 0 60000 65536"/>
                <a:gd name="T9" fmla="*/ 0 w 960"/>
                <a:gd name="T10" fmla="*/ 0 h 192"/>
                <a:gd name="T11" fmla="*/ 960 w 960"/>
                <a:gd name="T12" fmla="*/ 192 h 192"/>
              </a:gdLst>
              <a:ahLst/>
              <a:cxnLst>
                <a:cxn ang="T6">
                  <a:pos x="T0" y="T1"/>
                </a:cxn>
                <a:cxn ang="T7">
                  <a:pos x="T2" y="T3"/>
                </a:cxn>
                <a:cxn ang="T8">
                  <a:pos x="T4" y="T5"/>
                </a:cxn>
              </a:cxnLst>
              <a:rect l="T9" t="T10" r="T11" b="T12"/>
              <a:pathLst>
                <a:path w="960" h="192">
                  <a:moveTo>
                    <a:pt x="0" y="0"/>
                  </a:moveTo>
                  <a:cubicBezTo>
                    <a:pt x="160" y="96"/>
                    <a:pt x="320" y="192"/>
                    <a:pt x="480" y="192"/>
                  </a:cubicBezTo>
                  <a:cubicBezTo>
                    <a:pt x="640" y="192"/>
                    <a:pt x="880" y="32"/>
                    <a:pt x="960" y="0"/>
                  </a:cubicBezTo>
                </a:path>
              </a:pathLst>
            </a:custGeom>
            <a:noFill/>
            <a:ln w="25400" cap="flat" cmpd="sng">
              <a:solidFill>
                <a:schemeClr val="accent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es-AR" dirty="0">
                <a:solidFill>
                  <a:schemeClr val="tx2"/>
                </a:solidFill>
              </a:endParaRPr>
            </a:p>
          </p:txBody>
        </p:sp>
        <p:sp>
          <p:nvSpPr>
            <p:cNvPr id="14" name="Freeform 1034">
              <a:extLst>
                <a:ext uri="{FF2B5EF4-FFF2-40B4-BE49-F238E27FC236}">
                  <a16:creationId xmlns:a16="http://schemas.microsoft.com/office/drawing/2014/main" id="{266B2313-8E18-47AC-8D94-49C6D198AA54}"/>
                </a:ext>
              </a:extLst>
            </p:cNvPr>
            <p:cNvSpPr>
              <a:spLocks/>
            </p:cNvSpPr>
            <p:nvPr/>
          </p:nvSpPr>
          <p:spPr bwMode="auto">
            <a:xfrm flipV="1">
              <a:off x="2046235" y="2789149"/>
              <a:ext cx="1828800" cy="328909"/>
            </a:xfrm>
            <a:custGeom>
              <a:avLst/>
              <a:gdLst>
                <a:gd name="T0" fmla="*/ 0 w 960"/>
                <a:gd name="T1" fmla="*/ 0 h 192"/>
                <a:gd name="T2" fmla="*/ 2147483646 w 960"/>
                <a:gd name="T3" fmla="*/ 2147483646 h 192"/>
                <a:gd name="T4" fmla="*/ 2147483646 w 960"/>
                <a:gd name="T5" fmla="*/ 0 h 192"/>
                <a:gd name="T6" fmla="*/ 0 60000 65536"/>
                <a:gd name="T7" fmla="*/ 0 60000 65536"/>
                <a:gd name="T8" fmla="*/ 0 60000 65536"/>
                <a:gd name="T9" fmla="*/ 0 w 960"/>
                <a:gd name="T10" fmla="*/ 0 h 192"/>
                <a:gd name="T11" fmla="*/ 960 w 960"/>
                <a:gd name="T12" fmla="*/ 192 h 192"/>
              </a:gdLst>
              <a:ahLst/>
              <a:cxnLst>
                <a:cxn ang="T6">
                  <a:pos x="T0" y="T1"/>
                </a:cxn>
                <a:cxn ang="T7">
                  <a:pos x="T2" y="T3"/>
                </a:cxn>
                <a:cxn ang="T8">
                  <a:pos x="T4" y="T5"/>
                </a:cxn>
              </a:cxnLst>
              <a:rect l="T9" t="T10" r="T11" b="T12"/>
              <a:pathLst>
                <a:path w="960" h="192">
                  <a:moveTo>
                    <a:pt x="0" y="0"/>
                  </a:moveTo>
                  <a:cubicBezTo>
                    <a:pt x="160" y="96"/>
                    <a:pt x="320" y="192"/>
                    <a:pt x="480" y="192"/>
                  </a:cubicBezTo>
                  <a:cubicBezTo>
                    <a:pt x="640" y="192"/>
                    <a:pt x="880" y="32"/>
                    <a:pt x="960" y="0"/>
                  </a:cubicBezTo>
                </a:path>
              </a:pathLst>
            </a:custGeom>
            <a:noFill/>
            <a:ln w="25400" cap="flat" cmpd="sng">
              <a:solidFill>
                <a:srgbClr val="00B05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es-AR" dirty="0">
                <a:solidFill>
                  <a:schemeClr val="tx2"/>
                </a:solidFill>
              </a:endParaRPr>
            </a:p>
          </p:txBody>
        </p:sp>
        <p:sp>
          <p:nvSpPr>
            <p:cNvPr id="15" name="Text Box 1035">
              <a:extLst>
                <a:ext uri="{FF2B5EF4-FFF2-40B4-BE49-F238E27FC236}">
                  <a16:creationId xmlns:a16="http://schemas.microsoft.com/office/drawing/2014/main" id="{8CDFD08A-E359-477D-32B6-D926FEB6B886}"/>
                </a:ext>
              </a:extLst>
            </p:cNvPr>
            <p:cNvSpPr txBox="1">
              <a:spLocks noChangeArrowheads="1"/>
            </p:cNvSpPr>
            <p:nvPr/>
          </p:nvSpPr>
          <p:spPr bwMode="auto">
            <a:xfrm>
              <a:off x="1845045" y="2441328"/>
              <a:ext cx="1828800" cy="328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s-AR" altLang="es-AR" sz="1800" b="1" dirty="0">
                  <a:solidFill>
                    <a:schemeClr val="tx2"/>
                  </a:solidFill>
                  <a:latin typeface="+mn-lt"/>
                </a:rPr>
                <a:t>Datos</a:t>
              </a:r>
            </a:p>
          </p:txBody>
        </p:sp>
        <p:sp>
          <p:nvSpPr>
            <p:cNvPr id="16" name="Freeform 1036">
              <a:extLst>
                <a:ext uri="{FF2B5EF4-FFF2-40B4-BE49-F238E27FC236}">
                  <a16:creationId xmlns:a16="http://schemas.microsoft.com/office/drawing/2014/main" id="{002C6E03-1753-FE5F-E084-09254B3F392F}"/>
                </a:ext>
              </a:extLst>
            </p:cNvPr>
            <p:cNvSpPr>
              <a:spLocks/>
            </p:cNvSpPr>
            <p:nvPr/>
          </p:nvSpPr>
          <p:spPr bwMode="auto">
            <a:xfrm flipV="1">
              <a:off x="4227737" y="2865348"/>
              <a:ext cx="1628498" cy="328909"/>
            </a:xfrm>
            <a:custGeom>
              <a:avLst/>
              <a:gdLst>
                <a:gd name="T0" fmla="*/ 0 w 960"/>
                <a:gd name="T1" fmla="*/ 0 h 192"/>
                <a:gd name="T2" fmla="*/ 2147483646 w 960"/>
                <a:gd name="T3" fmla="*/ 2147483646 h 192"/>
                <a:gd name="T4" fmla="*/ 2147483646 w 960"/>
                <a:gd name="T5" fmla="*/ 0 h 192"/>
                <a:gd name="T6" fmla="*/ 0 60000 65536"/>
                <a:gd name="T7" fmla="*/ 0 60000 65536"/>
                <a:gd name="T8" fmla="*/ 0 60000 65536"/>
                <a:gd name="T9" fmla="*/ 0 w 960"/>
                <a:gd name="T10" fmla="*/ 0 h 192"/>
                <a:gd name="T11" fmla="*/ 960 w 960"/>
                <a:gd name="T12" fmla="*/ 192 h 192"/>
              </a:gdLst>
              <a:ahLst/>
              <a:cxnLst>
                <a:cxn ang="T6">
                  <a:pos x="T0" y="T1"/>
                </a:cxn>
                <a:cxn ang="T7">
                  <a:pos x="T2" y="T3"/>
                </a:cxn>
                <a:cxn ang="T8">
                  <a:pos x="T4" y="T5"/>
                </a:cxn>
              </a:cxnLst>
              <a:rect l="T9" t="T10" r="T11" b="T12"/>
              <a:pathLst>
                <a:path w="960" h="192">
                  <a:moveTo>
                    <a:pt x="0" y="0"/>
                  </a:moveTo>
                  <a:cubicBezTo>
                    <a:pt x="160" y="96"/>
                    <a:pt x="320" y="192"/>
                    <a:pt x="480" y="192"/>
                  </a:cubicBezTo>
                  <a:cubicBezTo>
                    <a:pt x="640" y="192"/>
                    <a:pt x="880" y="32"/>
                    <a:pt x="960" y="0"/>
                  </a:cubicBezTo>
                </a:path>
              </a:pathLst>
            </a:custGeom>
            <a:noFill/>
            <a:ln w="25400" cap="flat" cmpd="sng">
              <a:solidFill>
                <a:srgbClr val="00B05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square">
              <a:spAutoFit/>
            </a:bodyPr>
            <a:lstStyle/>
            <a:p>
              <a:endParaRPr lang="es-AR" dirty="0">
                <a:solidFill>
                  <a:schemeClr val="tx2"/>
                </a:solidFill>
              </a:endParaRPr>
            </a:p>
          </p:txBody>
        </p:sp>
        <p:sp>
          <p:nvSpPr>
            <p:cNvPr id="17" name="Text Box 1037">
              <a:extLst>
                <a:ext uri="{FF2B5EF4-FFF2-40B4-BE49-F238E27FC236}">
                  <a16:creationId xmlns:a16="http://schemas.microsoft.com/office/drawing/2014/main" id="{729ECE6A-1468-64EB-C5CA-01A07414F2DB}"/>
                </a:ext>
              </a:extLst>
            </p:cNvPr>
            <p:cNvSpPr txBox="1">
              <a:spLocks noChangeArrowheads="1"/>
            </p:cNvSpPr>
            <p:nvPr/>
          </p:nvSpPr>
          <p:spPr bwMode="auto">
            <a:xfrm>
              <a:off x="4103635" y="2484349"/>
              <a:ext cx="2133600" cy="328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s-AR" altLang="es-AR" sz="1800" b="1" dirty="0">
                  <a:solidFill>
                    <a:schemeClr val="tx2"/>
                  </a:solidFill>
                  <a:latin typeface="+mn-lt"/>
                </a:rPr>
                <a:t>Modelo Mental</a:t>
              </a:r>
            </a:p>
          </p:txBody>
        </p:sp>
        <p:sp>
          <p:nvSpPr>
            <p:cNvPr id="18" name="Freeform 1038">
              <a:extLst>
                <a:ext uri="{FF2B5EF4-FFF2-40B4-BE49-F238E27FC236}">
                  <a16:creationId xmlns:a16="http://schemas.microsoft.com/office/drawing/2014/main" id="{BB655EF5-F9B4-B959-5869-726F55B73372}"/>
                </a:ext>
              </a:extLst>
            </p:cNvPr>
            <p:cNvSpPr>
              <a:spLocks/>
            </p:cNvSpPr>
            <p:nvPr/>
          </p:nvSpPr>
          <p:spPr bwMode="auto">
            <a:xfrm flipV="1">
              <a:off x="6694435" y="2789149"/>
              <a:ext cx="1524000" cy="328909"/>
            </a:xfrm>
            <a:custGeom>
              <a:avLst/>
              <a:gdLst>
                <a:gd name="T0" fmla="*/ 0 w 960"/>
                <a:gd name="T1" fmla="*/ 0 h 192"/>
                <a:gd name="T2" fmla="*/ 2147483646 w 960"/>
                <a:gd name="T3" fmla="*/ 2147483646 h 192"/>
                <a:gd name="T4" fmla="*/ 2147483646 w 960"/>
                <a:gd name="T5" fmla="*/ 0 h 192"/>
                <a:gd name="T6" fmla="*/ 0 60000 65536"/>
                <a:gd name="T7" fmla="*/ 0 60000 65536"/>
                <a:gd name="T8" fmla="*/ 0 60000 65536"/>
                <a:gd name="T9" fmla="*/ 0 w 960"/>
                <a:gd name="T10" fmla="*/ 0 h 192"/>
                <a:gd name="T11" fmla="*/ 960 w 960"/>
                <a:gd name="T12" fmla="*/ 192 h 192"/>
              </a:gdLst>
              <a:ahLst/>
              <a:cxnLst>
                <a:cxn ang="T6">
                  <a:pos x="T0" y="T1"/>
                </a:cxn>
                <a:cxn ang="T7">
                  <a:pos x="T2" y="T3"/>
                </a:cxn>
                <a:cxn ang="T8">
                  <a:pos x="T4" y="T5"/>
                </a:cxn>
              </a:cxnLst>
              <a:rect l="T9" t="T10" r="T11" b="T12"/>
              <a:pathLst>
                <a:path w="960" h="192">
                  <a:moveTo>
                    <a:pt x="0" y="0"/>
                  </a:moveTo>
                  <a:cubicBezTo>
                    <a:pt x="160" y="96"/>
                    <a:pt x="320" y="192"/>
                    <a:pt x="480" y="192"/>
                  </a:cubicBezTo>
                  <a:cubicBezTo>
                    <a:pt x="640" y="192"/>
                    <a:pt x="880" y="32"/>
                    <a:pt x="960" y="0"/>
                  </a:cubicBezTo>
                </a:path>
              </a:pathLst>
            </a:custGeom>
            <a:noFill/>
            <a:ln w="25400" cap="flat" cmpd="sng">
              <a:solidFill>
                <a:srgbClr val="00B05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es-AR" dirty="0">
                <a:solidFill>
                  <a:schemeClr val="tx2"/>
                </a:solidFill>
              </a:endParaRPr>
            </a:p>
          </p:txBody>
        </p:sp>
        <p:sp>
          <p:nvSpPr>
            <p:cNvPr id="19" name="Text Box 1039">
              <a:extLst>
                <a:ext uri="{FF2B5EF4-FFF2-40B4-BE49-F238E27FC236}">
                  <a16:creationId xmlns:a16="http://schemas.microsoft.com/office/drawing/2014/main" id="{B5D442CC-9E07-F5E7-F0B0-DFB50E68AE58}"/>
                </a:ext>
              </a:extLst>
            </p:cNvPr>
            <p:cNvSpPr txBox="1">
              <a:spLocks noChangeArrowheads="1"/>
            </p:cNvSpPr>
            <p:nvPr/>
          </p:nvSpPr>
          <p:spPr bwMode="auto">
            <a:xfrm>
              <a:off x="6407452" y="2194961"/>
              <a:ext cx="1828800" cy="5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s-AR" altLang="es-AR" sz="1800" b="1" dirty="0">
                  <a:solidFill>
                    <a:schemeClr val="tx2"/>
                  </a:solidFill>
                  <a:latin typeface="+mn-lt"/>
                </a:rPr>
                <a:t>Requerimiento</a:t>
              </a:r>
              <a:br>
                <a:rPr lang="es-AR" altLang="es-AR" sz="1800" b="1" dirty="0">
                  <a:solidFill>
                    <a:schemeClr val="tx2"/>
                  </a:solidFill>
                  <a:latin typeface="+mn-lt"/>
                </a:rPr>
              </a:br>
              <a:r>
                <a:rPr lang="es-AR" altLang="es-AR" sz="1800" b="1" dirty="0">
                  <a:solidFill>
                    <a:schemeClr val="tx2"/>
                  </a:solidFill>
                  <a:latin typeface="+mn-lt"/>
                </a:rPr>
                <a:t>Especificado</a:t>
              </a:r>
            </a:p>
          </p:txBody>
        </p:sp>
        <p:sp>
          <p:nvSpPr>
            <p:cNvPr id="20" name="Freeform 1040">
              <a:extLst>
                <a:ext uri="{FF2B5EF4-FFF2-40B4-BE49-F238E27FC236}">
                  <a16:creationId xmlns:a16="http://schemas.microsoft.com/office/drawing/2014/main" id="{439E3063-FC87-A5B4-0D0D-4DE122A3A3EA}"/>
                </a:ext>
              </a:extLst>
            </p:cNvPr>
            <p:cNvSpPr>
              <a:spLocks/>
            </p:cNvSpPr>
            <p:nvPr/>
          </p:nvSpPr>
          <p:spPr bwMode="auto">
            <a:xfrm rot="10800000" flipV="1">
              <a:off x="6587755" y="4098449"/>
              <a:ext cx="1371600" cy="328909"/>
            </a:xfrm>
            <a:custGeom>
              <a:avLst/>
              <a:gdLst>
                <a:gd name="T0" fmla="*/ 0 w 960"/>
                <a:gd name="T1" fmla="*/ 0 h 192"/>
                <a:gd name="T2" fmla="*/ 2147483646 w 960"/>
                <a:gd name="T3" fmla="*/ 2147483646 h 192"/>
                <a:gd name="T4" fmla="*/ 2147483646 w 960"/>
                <a:gd name="T5" fmla="*/ 0 h 192"/>
                <a:gd name="T6" fmla="*/ 0 60000 65536"/>
                <a:gd name="T7" fmla="*/ 0 60000 65536"/>
                <a:gd name="T8" fmla="*/ 0 60000 65536"/>
                <a:gd name="T9" fmla="*/ 0 w 960"/>
                <a:gd name="T10" fmla="*/ 0 h 192"/>
                <a:gd name="T11" fmla="*/ 960 w 960"/>
                <a:gd name="T12" fmla="*/ 192 h 192"/>
              </a:gdLst>
              <a:ahLst/>
              <a:cxnLst>
                <a:cxn ang="T6">
                  <a:pos x="T0" y="T1"/>
                </a:cxn>
                <a:cxn ang="T7">
                  <a:pos x="T2" y="T3"/>
                </a:cxn>
                <a:cxn ang="T8">
                  <a:pos x="T4" y="T5"/>
                </a:cxn>
              </a:cxnLst>
              <a:rect l="T9" t="T10" r="T11" b="T12"/>
              <a:pathLst>
                <a:path w="960" h="192">
                  <a:moveTo>
                    <a:pt x="0" y="0"/>
                  </a:moveTo>
                  <a:cubicBezTo>
                    <a:pt x="160" y="96"/>
                    <a:pt x="320" y="192"/>
                    <a:pt x="480" y="192"/>
                  </a:cubicBezTo>
                  <a:cubicBezTo>
                    <a:pt x="640" y="192"/>
                    <a:pt x="880" y="32"/>
                    <a:pt x="960" y="0"/>
                  </a:cubicBezTo>
                </a:path>
              </a:pathLst>
            </a:custGeom>
            <a:noFill/>
            <a:ln w="25400" cap="flat" cmpd="sng">
              <a:solidFill>
                <a:schemeClr val="accent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square">
              <a:spAutoFit/>
            </a:bodyPr>
            <a:lstStyle/>
            <a:p>
              <a:endParaRPr lang="es-AR" dirty="0">
                <a:solidFill>
                  <a:schemeClr val="tx2"/>
                </a:solidFill>
              </a:endParaRPr>
            </a:p>
          </p:txBody>
        </p:sp>
        <p:cxnSp>
          <p:nvCxnSpPr>
            <p:cNvPr id="21" name="AutoShape 1042">
              <a:extLst>
                <a:ext uri="{FF2B5EF4-FFF2-40B4-BE49-F238E27FC236}">
                  <a16:creationId xmlns:a16="http://schemas.microsoft.com/office/drawing/2014/main" id="{CDF5513D-59FE-9F7B-50E6-DEA283BED9EE}"/>
                </a:ext>
              </a:extLst>
            </p:cNvPr>
            <p:cNvCxnSpPr>
              <a:cxnSpLocks noChangeShapeType="1"/>
            </p:cNvCxnSpPr>
            <p:nvPr/>
          </p:nvCxnSpPr>
          <p:spPr bwMode="auto">
            <a:xfrm rot="5400000">
              <a:off x="4826741" y="839223"/>
              <a:ext cx="1588" cy="6858000"/>
            </a:xfrm>
            <a:prstGeom prst="curvedConnector3">
              <a:avLst>
                <a:gd name="adj1" fmla="val 38427015"/>
              </a:avLst>
            </a:prstGeom>
            <a:noFill/>
            <a:ln w="25400">
              <a:solidFill>
                <a:schemeClr val="accent1"/>
              </a:solidFill>
              <a:round/>
              <a:headEnd/>
              <a:tailEnd type="triangle" w="med" len="med"/>
            </a:ln>
            <a:extLst>
              <a:ext uri="{909E8E84-426E-40DD-AFC4-6F175D3DCCD1}">
                <a14:hiddenFill xmlns:a14="http://schemas.microsoft.com/office/drawing/2010/main">
                  <a:noFill/>
                </a14:hiddenFill>
              </a:ext>
            </a:extLst>
          </p:spPr>
        </p:cxnSp>
        <p:sp>
          <p:nvSpPr>
            <p:cNvPr id="22" name="Text Box 1043">
              <a:extLst>
                <a:ext uri="{FF2B5EF4-FFF2-40B4-BE49-F238E27FC236}">
                  <a16:creationId xmlns:a16="http://schemas.microsoft.com/office/drawing/2014/main" id="{B4DE1069-AB8D-22D7-C6C9-322AB9530B24}"/>
                </a:ext>
              </a:extLst>
            </p:cNvPr>
            <p:cNvSpPr txBox="1">
              <a:spLocks noChangeArrowheads="1"/>
            </p:cNvSpPr>
            <p:nvPr/>
          </p:nvSpPr>
          <p:spPr bwMode="auto">
            <a:xfrm>
              <a:off x="3067669" y="4960935"/>
              <a:ext cx="3733800" cy="30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s-AR" altLang="es-AR" sz="1600" b="1" dirty="0">
                  <a:solidFill>
                    <a:schemeClr val="tx2"/>
                  </a:solidFill>
                  <a:latin typeface="+mn-lt"/>
                </a:rPr>
                <a:t>Corregir y cerrar diferencias</a:t>
              </a:r>
            </a:p>
          </p:txBody>
        </p:sp>
        <p:cxnSp>
          <p:nvCxnSpPr>
            <p:cNvPr id="23" name="AutoShape 1044">
              <a:extLst>
                <a:ext uri="{FF2B5EF4-FFF2-40B4-BE49-F238E27FC236}">
                  <a16:creationId xmlns:a16="http://schemas.microsoft.com/office/drawing/2014/main" id="{DC3F9C80-46F6-E014-82DF-4A9FDD2714DA}"/>
                </a:ext>
              </a:extLst>
            </p:cNvPr>
            <p:cNvCxnSpPr>
              <a:cxnSpLocks noChangeShapeType="1"/>
            </p:cNvCxnSpPr>
            <p:nvPr/>
          </p:nvCxnSpPr>
          <p:spPr bwMode="auto">
            <a:xfrm rot="16200000" flipH="1" flipV="1">
              <a:off x="6122141" y="930663"/>
              <a:ext cx="1588" cy="4267200"/>
            </a:xfrm>
            <a:prstGeom prst="curvedConnector3">
              <a:avLst>
                <a:gd name="adj1" fmla="val -83400032"/>
              </a:avLst>
            </a:prstGeom>
            <a:noFill/>
            <a:ln w="25400">
              <a:solidFill>
                <a:schemeClr val="accent1"/>
              </a:solidFill>
              <a:round/>
              <a:headEnd/>
              <a:tailEnd type="triangle" w="med" len="med"/>
            </a:ln>
            <a:extLst>
              <a:ext uri="{909E8E84-426E-40DD-AFC4-6F175D3DCCD1}">
                <a14:hiddenFill xmlns:a14="http://schemas.microsoft.com/office/drawing/2010/main">
                  <a:noFill/>
                </a14:hiddenFill>
              </a:ext>
            </a:extLst>
          </p:spPr>
        </p:cxnSp>
        <p:sp>
          <p:nvSpPr>
            <p:cNvPr id="24" name="Text Box 1045">
              <a:extLst>
                <a:ext uri="{FF2B5EF4-FFF2-40B4-BE49-F238E27FC236}">
                  <a16:creationId xmlns:a16="http://schemas.microsoft.com/office/drawing/2014/main" id="{6C2183F7-F039-A1C9-1DC8-53D638A40D39}"/>
                </a:ext>
              </a:extLst>
            </p:cNvPr>
            <p:cNvSpPr txBox="1">
              <a:spLocks noChangeArrowheads="1"/>
            </p:cNvSpPr>
            <p:nvPr/>
          </p:nvSpPr>
          <p:spPr bwMode="auto">
            <a:xfrm>
              <a:off x="5232486" y="1748701"/>
              <a:ext cx="1828800" cy="30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s-AR" altLang="es-AR" sz="1600" b="1" dirty="0" err="1">
                  <a:solidFill>
                    <a:schemeClr val="tx2"/>
                  </a:solidFill>
                  <a:latin typeface="+mn-lt"/>
                </a:rPr>
                <a:t>Re-evaluar</a:t>
              </a:r>
              <a:endParaRPr lang="es-AR" altLang="es-AR" sz="1600" b="1" dirty="0">
                <a:solidFill>
                  <a:schemeClr val="tx2"/>
                </a:solidFill>
                <a:latin typeface="+mn-lt"/>
              </a:endParaRPr>
            </a:p>
          </p:txBody>
        </p:sp>
        <p:sp>
          <p:nvSpPr>
            <p:cNvPr id="25" name="Line 1046">
              <a:extLst>
                <a:ext uri="{FF2B5EF4-FFF2-40B4-BE49-F238E27FC236}">
                  <a16:creationId xmlns:a16="http://schemas.microsoft.com/office/drawing/2014/main" id="{8E8E93B8-9CC5-BC70-74FA-8EAC178CE08D}"/>
                </a:ext>
              </a:extLst>
            </p:cNvPr>
            <p:cNvSpPr>
              <a:spLocks noChangeShapeType="1"/>
            </p:cNvSpPr>
            <p:nvPr/>
          </p:nvSpPr>
          <p:spPr bwMode="auto">
            <a:xfrm flipH="1" flipV="1">
              <a:off x="1435526" y="4324433"/>
              <a:ext cx="17716" cy="968438"/>
            </a:xfrm>
            <a:prstGeom prst="line">
              <a:avLst/>
            </a:prstGeom>
            <a:noFill/>
            <a:ln w="25400">
              <a:solidFill>
                <a:schemeClr val="accent2"/>
              </a:solidFill>
              <a:round/>
              <a:headEnd/>
              <a:tailEnd type="triangle" w="lg" len="lg"/>
            </a:ln>
            <a:extLst>
              <a:ext uri="{909E8E84-426E-40DD-AFC4-6F175D3DCCD1}">
                <a14:hiddenFill xmlns:a14="http://schemas.microsoft.com/office/drawing/2010/main">
                  <a:noFill/>
                </a14:hiddenFill>
              </a:ext>
            </a:extLst>
          </p:spPr>
          <p:txBody>
            <a:bodyPr wrap="square">
              <a:spAutoFit/>
            </a:bodyPr>
            <a:lstStyle/>
            <a:p>
              <a:endParaRPr lang="es-AR">
                <a:solidFill>
                  <a:schemeClr val="tx2"/>
                </a:solidFill>
              </a:endParaRPr>
            </a:p>
          </p:txBody>
        </p:sp>
        <p:sp>
          <p:nvSpPr>
            <p:cNvPr id="26" name="Rectangle 1047">
              <a:extLst>
                <a:ext uri="{FF2B5EF4-FFF2-40B4-BE49-F238E27FC236}">
                  <a16:creationId xmlns:a16="http://schemas.microsoft.com/office/drawing/2014/main" id="{59EEC1A6-77CC-7CBD-E6AC-F7AA863E48BF}"/>
                </a:ext>
              </a:extLst>
            </p:cNvPr>
            <p:cNvSpPr>
              <a:spLocks noChangeArrowheads="1"/>
            </p:cNvSpPr>
            <p:nvPr/>
          </p:nvSpPr>
          <p:spPr bwMode="auto">
            <a:xfrm>
              <a:off x="484134" y="1785978"/>
              <a:ext cx="1828800" cy="354034"/>
            </a:xfrm>
            <a:prstGeom prst="rect">
              <a:avLst/>
            </a:prstGeom>
            <a:noFill/>
            <a:ln w="12700">
              <a:noFill/>
              <a:miter lim="800000"/>
              <a:headEnd/>
              <a:tailEnd/>
            </a:ln>
            <a:effectLst/>
          </p:spPr>
          <p:txBody>
            <a:bodyPr lIns="90487" tIns="44450" rIns="90487" bIns="44450">
              <a:spAutoFit/>
            </a:bodyPr>
            <a:lstStyle/>
            <a:p>
              <a:pPr algn="ctr">
                <a:defRPr/>
              </a:pPr>
              <a:r>
                <a:rPr lang="es-MX" sz="2000" b="1" dirty="0">
                  <a:solidFill>
                    <a:schemeClr val="tx2"/>
                  </a:solidFill>
                </a:rPr>
                <a:t>Expertos</a:t>
              </a:r>
              <a:endParaRPr lang="en-US" sz="2000" b="1" dirty="0">
                <a:solidFill>
                  <a:schemeClr val="tx2"/>
                </a:solidFill>
              </a:endParaRPr>
            </a:p>
          </p:txBody>
        </p:sp>
        <p:sp>
          <p:nvSpPr>
            <p:cNvPr id="27" name="Line 1048">
              <a:extLst>
                <a:ext uri="{FF2B5EF4-FFF2-40B4-BE49-F238E27FC236}">
                  <a16:creationId xmlns:a16="http://schemas.microsoft.com/office/drawing/2014/main" id="{74101A0B-2258-189E-7CF4-6D7063562B80}"/>
                </a:ext>
              </a:extLst>
            </p:cNvPr>
            <p:cNvSpPr>
              <a:spLocks noChangeShapeType="1"/>
            </p:cNvSpPr>
            <p:nvPr/>
          </p:nvSpPr>
          <p:spPr bwMode="auto">
            <a:xfrm>
              <a:off x="1415255" y="2090103"/>
              <a:ext cx="0" cy="930521"/>
            </a:xfrm>
            <a:prstGeom prst="line">
              <a:avLst/>
            </a:prstGeom>
            <a:noFill/>
            <a:ln w="25400">
              <a:solidFill>
                <a:schemeClr val="accent2"/>
              </a:solidFill>
              <a:round/>
              <a:headEnd/>
              <a:tailEnd type="triangle" w="lg" len="lg"/>
            </a:ln>
            <a:extLst>
              <a:ext uri="{909E8E84-426E-40DD-AFC4-6F175D3DCCD1}">
                <a14:hiddenFill xmlns:a14="http://schemas.microsoft.com/office/drawing/2010/main">
                  <a:noFill/>
                </a14:hiddenFill>
              </a:ext>
            </a:extLst>
          </p:spPr>
          <p:txBody>
            <a:bodyPr wrap="square">
              <a:spAutoFit/>
            </a:bodyPr>
            <a:lstStyle/>
            <a:p>
              <a:endParaRPr lang="es-AR">
                <a:solidFill>
                  <a:schemeClr val="tx2"/>
                </a:solidFill>
              </a:endParaRPr>
            </a:p>
          </p:txBody>
        </p:sp>
        <p:sp>
          <p:nvSpPr>
            <p:cNvPr id="28" name="Line 1051">
              <a:extLst>
                <a:ext uri="{FF2B5EF4-FFF2-40B4-BE49-F238E27FC236}">
                  <a16:creationId xmlns:a16="http://schemas.microsoft.com/office/drawing/2014/main" id="{B06C6597-B20A-0900-5AFE-D24619A16C0B}"/>
                </a:ext>
              </a:extLst>
            </p:cNvPr>
            <p:cNvSpPr>
              <a:spLocks noChangeShapeType="1"/>
            </p:cNvSpPr>
            <p:nvPr/>
          </p:nvSpPr>
          <p:spPr bwMode="auto">
            <a:xfrm flipH="1">
              <a:off x="8599433" y="4191229"/>
              <a:ext cx="1" cy="971614"/>
            </a:xfrm>
            <a:prstGeom prst="line">
              <a:avLst/>
            </a:prstGeom>
            <a:noFill/>
            <a:ln w="25400">
              <a:solidFill>
                <a:srgbClr val="00B050"/>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es-AR" dirty="0">
                <a:solidFill>
                  <a:schemeClr val="tx2"/>
                </a:solidFill>
                <a:highlight>
                  <a:srgbClr val="62A72F"/>
                </a:highlight>
              </a:endParaRPr>
            </a:p>
          </p:txBody>
        </p:sp>
        <p:sp>
          <p:nvSpPr>
            <p:cNvPr id="29" name="Rectangle 1053">
              <a:extLst>
                <a:ext uri="{FF2B5EF4-FFF2-40B4-BE49-F238E27FC236}">
                  <a16:creationId xmlns:a16="http://schemas.microsoft.com/office/drawing/2014/main" id="{15D71E20-FDC2-1B81-4CAD-7DE0CDA0CA1D}"/>
                </a:ext>
              </a:extLst>
            </p:cNvPr>
            <p:cNvSpPr>
              <a:spLocks noChangeArrowheads="1"/>
            </p:cNvSpPr>
            <p:nvPr/>
          </p:nvSpPr>
          <p:spPr bwMode="auto">
            <a:xfrm>
              <a:off x="7616954" y="5197719"/>
              <a:ext cx="1981200" cy="914400"/>
            </a:xfrm>
            <a:prstGeom prst="rect">
              <a:avLst/>
            </a:prstGeom>
            <a:solidFill>
              <a:schemeClr val="accent1"/>
            </a:solidFill>
            <a:ln w="9525">
              <a:noFill/>
              <a:miter lim="800000"/>
              <a:headEnd/>
              <a:tailEnd/>
            </a:ln>
            <a:effectLst/>
          </p:spPr>
          <p:txBody>
            <a:bodyPr wrap="none" anchor="ctr"/>
            <a:lstStyle/>
            <a:p>
              <a:pPr algn="ctr" eaLnBrk="1" hangingPunct="1">
                <a:defRPr/>
              </a:pPr>
              <a:endParaRPr lang="es-MX" dirty="0">
                <a:solidFill>
                  <a:schemeClr val="bg1"/>
                </a:solidFill>
              </a:endParaRPr>
            </a:p>
            <a:p>
              <a:pPr algn="ctr" eaLnBrk="1" hangingPunct="1">
                <a:defRPr/>
              </a:pPr>
              <a:r>
                <a:rPr lang="es-MX" dirty="0">
                  <a:solidFill>
                    <a:schemeClr val="bg1"/>
                  </a:solidFill>
                </a:rPr>
                <a:t>Requerimiento</a:t>
              </a:r>
            </a:p>
            <a:p>
              <a:pPr algn="ctr" eaLnBrk="1" hangingPunct="1">
                <a:defRPr/>
              </a:pPr>
              <a:r>
                <a:rPr lang="es-MX" dirty="0">
                  <a:solidFill>
                    <a:schemeClr val="bg1"/>
                  </a:solidFill>
                </a:rPr>
                <a:t>validado</a:t>
              </a:r>
              <a:endParaRPr lang="es-ES" dirty="0">
                <a:solidFill>
                  <a:schemeClr val="bg1"/>
                </a:solidFill>
              </a:endParaRPr>
            </a:p>
            <a:p>
              <a:pPr algn="ctr" eaLnBrk="1" hangingPunct="1">
                <a:defRPr/>
              </a:pPr>
              <a:endParaRPr lang="es-ES" dirty="0">
                <a:solidFill>
                  <a:schemeClr val="bg1"/>
                </a:solidFill>
              </a:endParaRPr>
            </a:p>
          </p:txBody>
        </p:sp>
        <p:sp>
          <p:nvSpPr>
            <p:cNvPr id="30" name="Freeform 1054">
              <a:extLst>
                <a:ext uri="{FF2B5EF4-FFF2-40B4-BE49-F238E27FC236}">
                  <a16:creationId xmlns:a16="http://schemas.microsoft.com/office/drawing/2014/main" id="{0D8A13F7-DB6A-5F1E-84C6-B435027CE279}"/>
                </a:ext>
              </a:extLst>
            </p:cNvPr>
            <p:cNvSpPr>
              <a:spLocks/>
            </p:cNvSpPr>
            <p:nvPr/>
          </p:nvSpPr>
          <p:spPr bwMode="auto">
            <a:xfrm rot="10800000" flipV="1">
              <a:off x="4606555" y="4087734"/>
              <a:ext cx="1219200" cy="328909"/>
            </a:xfrm>
            <a:custGeom>
              <a:avLst/>
              <a:gdLst>
                <a:gd name="T0" fmla="*/ 0 w 960"/>
                <a:gd name="T1" fmla="*/ 0 h 192"/>
                <a:gd name="T2" fmla="*/ 2147483646 w 960"/>
                <a:gd name="T3" fmla="*/ 2147483646 h 192"/>
                <a:gd name="T4" fmla="*/ 2147483646 w 960"/>
                <a:gd name="T5" fmla="*/ 0 h 192"/>
                <a:gd name="T6" fmla="*/ 0 60000 65536"/>
                <a:gd name="T7" fmla="*/ 0 60000 65536"/>
                <a:gd name="T8" fmla="*/ 0 60000 65536"/>
                <a:gd name="T9" fmla="*/ 0 w 960"/>
                <a:gd name="T10" fmla="*/ 0 h 192"/>
                <a:gd name="T11" fmla="*/ 960 w 960"/>
                <a:gd name="T12" fmla="*/ 192 h 192"/>
              </a:gdLst>
              <a:ahLst/>
              <a:cxnLst>
                <a:cxn ang="T6">
                  <a:pos x="T0" y="T1"/>
                </a:cxn>
                <a:cxn ang="T7">
                  <a:pos x="T2" y="T3"/>
                </a:cxn>
                <a:cxn ang="T8">
                  <a:pos x="T4" y="T5"/>
                </a:cxn>
              </a:cxnLst>
              <a:rect l="T9" t="T10" r="T11" b="T12"/>
              <a:pathLst>
                <a:path w="960" h="192">
                  <a:moveTo>
                    <a:pt x="0" y="0"/>
                  </a:moveTo>
                  <a:cubicBezTo>
                    <a:pt x="160" y="96"/>
                    <a:pt x="320" y="192"/>
                    <a:pt x="480" y="192"/>
                  </a:cubicBezTo>
                  <a:cubicBezTo>
                    <a:pt x="640" y="192"/>
                    <a:pt x="880" y="32"/>
                    <a:pt x="960" y="0"/>
                  </a:cubicBezTo>
                </a:path>
              </a:pathLst>
            </a:custGeom>
            <a:noFill/>
            <a:ln w="25400" cap="flat" cmpd="sng">
              <a:solidFill>
                <a:schemeClr val="accent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es-AR">
                <a:solidFill>
                  <a:schemeClr val="tx2"/>
                </a:solidFill>
              </a:endParaRPr>
            </a:p>
          </p:txBody>
        </p:sp>
      </p:grpSp>
    </p:spTree>
    <p:extLst>
      <p:ext uri="{BB962C8B-B14F-4D97-AF65-F5344CB8AC3E}">
        <p14:creationId xmlns:p14="http://schemas.microsoft.com/office/powerpoint/2010/main" val="2783067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0A84973-9DAA-8DB4-FFFC-403300E548EC}"/>
              </a:ext>
            </a:extLst>
          </p:cNvPr>
          <p:cNvSpPr txBox="1"/>
          <p:nvPr/>
        </p:nvSpPr>
        <p:spPr>
          <a:xfrm>
            <a:off x="0" y="542090"/>
            <a:ext cx="9156405"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AR" sz="4000" b="1" dirty="0">
                <a:solidFill>
                  <a:prstClr val="white"/>
                </a:solidFill>
              </a:rPr>
              <a:t>Proceso de validación</a:t>
            </a:r>
            <a:endParaRPr kumimoji="0" lang="es-AR" sz="4000" b="1" i="0" u="none" strike="noStrike" kern="1200" cap="none" spc="0" normalizeH="0" baseline="0" noProof="0" dirty="0">
              <a:ln>
                <a:noFill/>
              </a:ln>
              <a:solidFill>
                <a:prstClr val="black"/>
              </a:solidFill>
              <a:effectLst/>
              <a:uLnTx/>
              <a:uFillTx/>
              <a:ea typeface="+mn-ea"/>
              <a:cs typeface="+mn-cs"/>
            </a:endParaRPr>
          </a:p>
        </p:txBody>
      </p:sp>
      <p:sp>
        <p:nvSpPr>
          <p:cNvPr id="7" name="CuadroTexto 6">
            <a:extLst>
              <a:ext uri="{FF2B5EF4-FFF2-40B4-BE49-F238E27FC236}">
                <a16:creationId xmlns:a16="http://schemas.microsoft.com/office/drawing/2014/main" id="{5AD6320E-E80A-C033-F54F-479F685F66C1}"/>
              </a:ext>
            </a:extLst>
          </p:cNvPr>
          <p:cNvSpPr txBox="1"/>
          <p:nvPr/>
        </p:nvSpPr>
        <p:spPr>
          <a:xfrm>
            <a:off x="506627" y="1859339"/>
            <a:ext cx="8649777" cy="3416320"/>
          </a:xfrm>
          <a:prstGeom prst="rect">
            <a:avLst/>
          </a:prstGeom>
          <a:noFill/>
        </p:spPr>
        <p:txBody>
          <a:bodyPr wrap="square">
            <a:spAutoFit/>
          </a:bodyPr>
          <a:lstStyle/>
          <a:p>
            <a:pPr marL="0" indent="0" algn="ctr">
              <a:buNone/>
            </a:pPr>
            <a:r>
              <a:rPr lang="es-AR" sz="2400" dirty="0">
                <a:solidFill>
                  <a:srgbClr val="002060"/>
                </a:solidFill>
              </a:rPr>
              <a:t>La validación es el proceso que certifica que los requerimientos son consistentes con las </a:t>
            </a:r>
            <a:r>
              <a:rPr lang="es-AR" sz="2400" b="1" dirty="0">
                <a:solidFill>
                  <a:srgbClr val="002060"/>
                </a:solidFill>
              </a:rPr>
              <a:t>necesidades de los clientes y los usuarios</a:t>
            </a:r>
            <a:r>
              <a:rPr lang="es-AR" sz="2400" dirty="0">
                <a:solidFill>
                  <a:srgbClr val="002060"/>
                </a:solidFill>
              </a:rPr>
              <a:t>.</a:t>
            </a:r>
          </a:p>
          <a:p>
            <a:pPr marL="0" indent="0" algn="ctr">
              <a:buNone/>
            </a:pPr>
            <a:endParaRPr lang="es-AR" sz="2400" dirty="0">
              <a:solidFill>
                <a:srgbClr val="002060"/>
              </a:solidFill>
            </a:endParaRPr>
          </a:p>
          <a:p>
            <a:pPr marL="0" indent="0" algn="ctr">
              <a:buNone/>
            </a:pPr>
            <a:endParaRPr lang="es-AR" sz="2400" dirty="0">
              <a:solidFill>
                <a:srgbClr val="002060"/>
              </a:solidFill>
            </a:endParaRPr>
          </a:p>
          <a:p>
            <a:pPr marL="0" indent="0" algn="ctr">
              <a:buNone/>
            </a:pPr>
            <a:r>
              <a:rPr lang="es-AR" sz="2400" dirty="0">
                <a:solidFill>
                  <a:srgbClr val="002060"/>
                </a:solidFill>
              </a:rPr>
              <a:t>La validación de requerimientos es una visión más general que el concepto común de validación, debido a que su </a:t>
            </a:r>
            <a:r>
              <a:rPr lang="es-AR" sz="2400" dirty="0" err="1">
                <a:solidFill>
                  <a:srgbClr val="002060"/>
                </a:solidFill>
              </a:rPr>
              <a:t>feedbak</a:t>
            </a:r>
            <a:r>
              <a:rPr lang="es-AR" sz="2400" dirty="0">
                <a:solidFill>
                  <a:srgbClr val="002060"/>
                </a:solidFill>
              </a:rPr>
              <a:t> puede retornar a la elicitación, análisis y la especificación, a fin de asegurar que las ideas, conceptos y características presentadas en una especificación se identifican y explican con claridad.</a:t>
            </a:r>
          </a:p>
        </p:txBody>
      </p:sp>
      <p:pic>
        <p:nvPicPr>
          <p:cNvPr id="8" name="Imagen 7">
            <a:extLst>
              <a:ext uri="{FF2B5EF4-FFF2-40B4-BE49-F238E27FC236}">
                <a16:creationId xmlns:a16="http://schemas.microsoft.com/office/drawing/2014/main" id="{6948C325-5C24-46B7-20EA-BCB0965E81E7}"/>
              </a:ext>
            </a:extLst>
          </p:cNvPr>
          <p:cNvPicPr>
            <a:picLocks noChangeAspect="1"/>
          </p:cNvPicPr>
          <p:nvPr/>
        </p:nvPicPr>
        <p:blipFill>
          <a:blip r:embed="rId2"/>
          <a:stretch>
            <a:fillRect/>
          </a:stretch>
        </p:blipFill>
        <p:spPr>
          <a:xfrm>
            <a:off x="4347132" y="5564193"/>
            <a:ext cx="695336" cy="641658"/>
          </a:xfrm>
          <a:prstGeom prst="rect">
            <a:avLst/>
          </a:prstGeom>
          <a:effectLst/>
        </p:spPr>
      </p:pic>
    </p:spTree>
    <p:extLst>
      <p:ext uri="{BB962C8B-B14F-4D97-AF65-F5344CB8AC3E}">
        <p14:creationId xmlns:p14="http://schemas.microsoft.com/office/powerpoint/2010/main" val="30040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0A84973-9DAA-8DB4-FFFC-403300E548EC}"/>
              </a:ext>
            </a:extLst>
          </p:cNvPr>
          <p:cNvSpPr txBox="1"/>
          <p:nvPr/>
        </p:nvSpPr>
        <p:spPr>
          <a:xfrm>
            <a:off x="0" y="542090"/>
            <a:ext cx="9156405"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AR" sz="4000" b="1" dirty="0">
                <a:solidFill>
                  <a:prstClr val="white"/>
                </a:solidFill>
              </a:rPr>
              <a:t>Proceso de validación</a:t>
            </a:r>
            <a:endParaRPr kumimoji="0" lang="es-AR" sz="4000" b="1" i="0" u="none" strike="noStrike" kern="1200" cap="none" spc="0" normalizeH="0" baseline="0" noProof="0" dirty="0">
              <a:ln>
                <a:noFill/>
              </a:ln>
              <a:solidFill>
                <a:prstClr val="black"/>
              </a:solidFill>
              <a:effectLst/>
              <a:uLnTx/>
              <a:uFillTx/>
              <a:ea typeface="+mn-ea"/>
              <a:cs typeface="+mn-cs"/>
            </a:endParaRPr>
          </a:p>
        </p:txBody>
      </p:sp>
      <p:sp>
        <p:nvSpPr>
          <p:cNvPr id="2" name="Rectangle 3">
            <a:extLst>
              <a:ext uri="{FF2B5EF4-FFF2-40B4-BE49-F238E27FC236}">
                <a16:creationId xmlns:a16="http://schemas.microsoft.com/office/drawing/2014/main" id="{64FCA550-2E5B-830C-9271-8E72D98D3852}"/>
              </a:ext>
            </a:extLst>
          </p:cNvPr>
          <p:cNvSpPr txBox="1">
            <a:spLocks noChangeArrowheads="1"/>
          </p:cNvSpPr>
          <p:nvPr/>
        </p:nvSpPr>
        <p:spPr>
          <a:xfrm>
            <a:off x="742263" y="2034746"/>
            <a:ext cx="7397750" cy="1524000"/>
          </a:xfrm>
          <a:prstGeom prst="rect">
            <a:avLst/>
          </a:prstGeom>
        </p:spPr>
        <p:txBody>
          <a:bodyPr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7" lvl="1" indent="-457200" defTabSz="457207">
              <a:buClr>
                <a:schemeClr val="bg2">
                  <a:lumMod val="40000"/>
                  <a:lumOff val="60000"/>
                </a:schemeClr>
              </a:buClr>
              <a:buFont typeface="Wingdings" pitchFamily="2" charset="2"/>
              <a:buChar char="ü"/>
              <a:defRPr/>
            </a:pPr>
            <a:r>
              <a:rPr lang="es-MX" sz="2800" dirty="0">
                <a:solidFill>
                  <a:schemeClr val="bg2">
                    <a:lumMod val="90000"/>
                    <a:lumOff val="10000"/>
                  </a:schemeClr>
                </a:solidFill>
              </a:rPr>
              <a:t>Definición</a:t>
            </a:r>
          </a:p>
          <a:p>
            <a:pPr marL="914407" lvl="1" indent="-457200" defTabSz="457207">
              <a:buClr>
                <a:schemeClr val="bg2">
                  <a:lumMod val="40000"/>
                  <a:lumOff val="60000"/>
                </a:schemeClr>
              </a:buClr>
              <a:buFont typeface="Wingdings" pitchFamily="2" charset="2"/>
              <a:buChar char="ü"/>
              <a:defRPr/>
            </a:pPr>
            <a:r>
              <a:rPr lang="es-MX" sz="2800" dirty="0">
                <a:solidFill>
                  <a:schemeClr val="bg2">
                    <a:lumMod val="90000"/>
                    <a:lumOff val="10000"/>
                  </a:schemeClr>
                </a:solidFill>
              </a:rPr>
              <a:t>Proceso</a:t>
            </a:r>
          </a:p>
          <a:p>
            <a:pPr marL="1143020" lvl="2" indent="-228604" defTabSz="457207">
              <a:buClr>
                <a:schemeClr val="bg2">
                  <a:lumMod val="40000"/>
                  <a:lumOff val="60000"/>
                </a:schemeClr>
              </a:buClr>
              <a:buFont typeface="Wingdings" panose="05000000000000000000" pitchFamily="2" charset="2"/>
              <a:buChar char="§"/>
              <a:defRPr/>
            </a:pPr>
            <a:r>
              <a:rPr lang="es-MX" sz="2800" dirty="0">
                <a:solidFill>
                  <a:schemeClr val="bg2">
                    <a:lumMod val="90000"/>
                    <a:lumOff val="10000"/>
                  </a:schemeClr>
                </a:solidFill>
              </a:rPr>
              <a:t> </a:t>
            </a:r>
            <a:r>
              <a:rPr lang="es-MX" sz="2400" dirty="0">
                <a:solidFill>
                  <a:schemeClr val="bg2">
                    <a:lumMod val="90000"/>
                    <a:lumOff val="10000"/>
                  </a:schemeClr>
                </a:solidFill>
              </a:rPr>
              <a:t>Objetivo, Entrada, Actividades y Salida</a:t>
            </a:r>
            <a:endParaRPr lang="es-ES" sz="2800" dirty="0">
              <a:solidFill>
                <a:schemeClr val="bg2">
                  <a:lumMod val="90000"/>
                  <a:lumOff val="10000"/>
                </a:schemeClr>
              </a:solidFill>
            </a:endParaRPr>
          </a:p>
        </p:txBody>
      </p:sp>
      <p:grpSp>
        <p:nvGrpSpPr>
          <p:cNvPr id="3" name="Grupo 2">
            <a:extLst>
              <a:ext uri="{FF2B5EF4-FFF2-40B4-BE49-F238E27FC236}">
                <a16:creationId xmlns:a16="http://schemas.microsoft.com/office/drawing/2014/main" id="{7647E872-F902-1315-5BCF-86A5DABFBBEE}"/>
              </a:ext>
            </a:extLst>
          </p:cNvPr>
          <p:cNvGrpSpPr/>
          <p:nvPr/>
        </p:nvGrpSpPr>
        <p:grpSpPr>
          <a:xfrm>
            <a:off x="1596338" y="4238859"/>
            <a:ext cx="6457950" cy="1600200"/>
            <a:chOff x="1114425" y="3880513"/>
            <a:chExt cx="6457950" cy="1600200"/>
          </a:xfrm>
        </p:grpSpPr>
        <p:sp>
          <p:nvSpPr>
            <p:cNvPr id="5" name="Cubo 4">
              <a:extLst>
                <a:ext uri="{FF2B5EF4-FFF2-40B4-BE49-F238E27FC236}">
                  <a16:creationId xmlns:a16="http://schemas.microsoft.com/office/drawing/2014/main" id="{8F174E9F-43F5-AA4C-5044-183D2F4337EE}"/>
                </a:ext>
              </a:extLst>
            </p:cNvPr>
            <p:cNvSpPr/>
            <p:nvPr/>
          </p:nvSpPr>
          <p:spPr>
            <a:xfrm>
              <a:off x="3048000" y="3880513"/>
              <a:ext cx="2819400" cy="1600200"/>
            </a:xfrm>
            <a:prstGeom prst="cube">
              <a:avLst/>
            </a:prstGeom>
            <a:solidFill>
              <a:schemeClr val="tx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s-AR" dirty="0"/>
                <a:t>Proceso</a:t>
              </a:r>
            </a:p>
          </p:txBody>
        </p:sp>
        <p:sp>
          <p:nvSpPr>
            <p:cNvPr id="6" name="Flecha: a la derecha 10">
              <a:extLst>
                <a:ext uri="{FF2B5EF4-FFF2-40B4-BE49-F238E27FC236}">
                  <a16:creationId xmlns:a16="http://schemas.microsoft.com/office/drawing/2014/main" id="{AD5B7AD2-386A-B041-EB1D-E5DF35894526}"/>
                </a:ext>
              </a:extLst>
            </p:cNvPr>
            <p:cNvSpPr/>
            <p:nvPr/>
          </p:nvSpPr>
          <p:spPr>
            <a:xfrm>
              <a:off x="1371600" y="4612351"/>
              <a:ext cx="1447800" cy="415925"/>
            </a:xfrm>
            <a:prstGeom prst="rightArrow">
              <a:avLst/>
            </a:prstGeom>
            <a:solidFill>
              <a:schemeClr val="tx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a:p>
          </p:txBody>
        </p:sp>
        <p:sp>
          <p:nvSpPr>
            <p:cNvPr id="9" name="Flecha: a la derecha 13">
              <a:extLst>
                <a:ext uri="{FF2B5EF4-FFF2-40B4-BE49-F238E27FC236}">
                  <a16:creationId xmlns:a16="http://schemas.microsoft.com/office/drawing/2014/main" id="{0A0EFAF5-49C4-12F0-1684-F35ECEBD2DEF}"/>
                </a:ext>
              </a:extLst>
            </p:cNvPr>
            <p:cNvSpPr/>
            <p:nvPr/>
          </p:nvSpPr>
          <p:spPr>
            <a:xfrm>
              <a:off x="6124575" y="4575838"/>
              <a:ext cx="1447800" cy="430213"/>
            </a:xfrm>
            <a:prstGeom prst="rightArrow">
              <a:avLst/>
            </a:prstGeom>
            <a:solidFill>
              <a:schemeClr val="tx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a:p>
          </p:txBody>
        </p:sp>
        <p:sp>
          <p:nvSpPr>
            <p:cNvPr id="10" name="Rectangle 3">
              <a:extLst>
                <a:ext uri="{FF2B5EF4-FFF2-40B4-BE49-F238E27FC236}">
                  <a16:creationId xmlns:a16="http://schemas.microsoft.com/office/drawing/2014/main" id="{5EE8F984-D9DD-80B8-E4BB-B1382939ED57}"/>
                </a:ext>
              </a:extLst>
            </p:cNvPr>
            <p:cNvSpPr txBox="1">
              <a:spLocks noChangeArrowheads="1"/>
            </p:cNvSpPr>
            <p:nvPr/>
          </p:nvSpPr>
          <p:spPr>
            <a:xfrm>
              <a:off x="1114425" y="4266276"/>
              <a:ext cx="1600200" cy="414337"/>
            </a:xfrm>
            <a:prstGeom prst="rect">
              <a:avLst/>
            </a:prstGeom>
          </p:spPr>
          <p:txBody>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457207" lvl="1" indent="0" fontAlgn="auto">
                <a:buFont typeface="Wingdings 3" charset="2"/>
                <a:buNone/>
                <a:defRPr/>
              </a:pPr>
              <a:r>
                <a:rPr lang="es-MX" dirty="0">
                  <a:solidFill>
                    <a:schemeClr val="bg2">
                      <a:lumMod val="90000"/>
                      <a:lumOff val="10000"/>
                    </a:schemeClr>
                  </a:solidFill>
                  <a:latin typeface="+mn-lt"/>
                </a:rPr>
                <a:t>Entrada </a:t>
              </a:r>
              <a:endParaRPr lang="es-ES" sz="2000" dirty="0">
                <a:solidFill>
                  <a:schemeClr val="bg2">
                    <a:lumMod val="90000"/>
                    <a:lumOff val="10000"/>
                  </a:schemeClr>
                </a:solidFill>
                <a:latin typeface="+mn-lt"/>
              </a:endParaRPr>
            </a:p>
          </p:txBody>
        </p:sp>
        <p:sp>
          <p:nvSpPr>
            <p:cNvPr id="11" name="Rectangle 3">
              <a:extLst>
                <a:ext uri="{FF2B5EF4-FFF2-40B4-BE49-F238E27FC236}">
                  <a16:creationId xmlns:a16="http://schemas.microsoft.com/office/drawing/2014/main" id="{202F53AC-BEA9-3CB6-B838-ACC986F13809}"/>
                </a:ext>
              </a:extLst>
            </p:cNvPr>
            <p:cNvSpPr txBox="1">
              <a:spLocks noChangeArrowheads="1"/>
            </p:cNvSpPr>
            <p:nvPr/>
          </p:nvSpPr>
          <p:spPr>
            <a:xfrm>
              <a:off x="5857875" y="4282151"/>
              <a:ext cx="1600200" cy="414337"/>
            </a:xfrm>
            <a:prstGeom prst="rect">
              <a:avLst/>
            </a:prstGeom>
          </p:spPr>
          <p:txBody>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457207" lvl="1" indent="0" fontAlgn="auto">
                <a:buFont typeface="Wingdings 3" charset="2"/>
                <a:buNone/>
                <a:defRPr/>
              </a:pPr>
              <a:r>
                <a:rPr lang="es-MX" dirty="0">
                  <a:solidFill>
                    <a:schemeClr val="bg2">
                      <a:lumMod val="90000"/>
                      <a:lumOff val="10000"/>
                    </a:schemeClr>
                  </a:solidFill>
                  <a:latin typeface="+mn-lt"/>
                </a:rPr>
                <a:t>Salida </a:t>
              </a:r>
              <a:endParaRPr lang="es-ES" sz="2000" dirty="0">
                <a:solidFill>
                  <a:schemeClr val="bg2">
                    <a:lumMod val="90000"/>
                    <a:lumOff val="10000"/>
                  </a:schemeClr>
                </a:solidFill>
                <a:latin typeface="+mn-lt"/>
              </a:endParaRPr>
            </a:p>
          </p:txBody>
        </p:sp>
      </p:grpSp>
    </p:spTree>
    <p:extLst>
      <p:ext uri="{BB962C8B-B14F-4D97-AF65-F5344CB8AC3E}">
        <p14:creationId xmlns:p14="http://schemas.microsoft.com/office/powerpoint/2010/main" val="3921278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761DB3A-6E39-863D-E47A-11C3ECFDC1F3}"/>
              </a:ext>
            </a:extLst>
          </p:cNvPr>
          <p:cNvSpPr txBox="1"/>
          <p:nvPr/>
        </p:nvSpPr>
        <p:spPr>
          <a:xfrm>
            <a:off x="-265924" y="669084"/>
            <a:ext cx="8290249" cy="707886"/>
          </a:xfrm>
          <a:prstGeom prst="rect">
            <a:avLst/>
          </a:prstGeom>
          <a:noFill/>
        </p:spPr>
        <p:txBody>
          <a:bodyPr wrap="square">
            <a:spAutoFit/>
          </a:bodyPr>
          <a:lstStyle/>
          <a:p>
            <a:pPr algn="ctr">
              <a:defRPr/>
            </a:pPr>
            <a:r>
              <a:rPr lang="es-AR" altLang="es-AR" sz="4000" b="1" dirty="0">
                <a:solidFill>
                  <a:prstClr val="white"/>
                </a:solidFill>
              </a:rPr>
              <a:t>Elicitación como proceso social</a:t>
            </a:r>
            <a:endParaRPr lang="es-ES" altLang="es-AR" sz="4000" b="1" dirty="0">
              <a:solidFill>
                <a:prstClr val="white"/>
              </a:solidFill>
            </a:endParaRPr>
          </a:p>
        </p:txBody>
      </p:sp>
      <p:sp>
        <p:nvSpPr>
          <p:cNvPr id="5" name="CuadroTexto 4">
            <a:extLst>
              <a:ext uri="{FF2B5EF4-FFF2-40B4-BE49-F238E27FC236}">
                <a16:creationId xmlns:a16="http://schemas.microsoft.com/office/drawing/2014/main" id="{664D8F57-8627-1058-96BA-5F72D992958E}"/>
              </a:ext>
            </a:extLst>
          </p:cNvPr>
          <p:cNvSpPr txBox="1"/>
          <p:nvPr/>
        </p:nvSpPr>
        <p:spPr>
          <a:xfrm>
            <a:off x="1054359" y="2587289"/>
            <a:ext cx="7959012" cy="2786084"/>
          </a:xfrm>
          <a:prstGeom prst="rect">
            <a:avLst/>
          </a:prstGeom>
          <a:noFill/>
        </p:spPr>
        <p:txBody>
          <a:bodyPr wrap="square">
            <a:spAutoFit/>
          </a:bodyPr>
          <a:lstStyle/>
          <a:p>
            <a:pPr marL="0" indent="0" algn="ctr">
              <a:lnSpc>
                <a:spcPct val="150000"/>
              </a:lnSpc>
              <a:buFont typeface="Arial" panose="020B0604020202020204" pitchFamily="34" charset="0"/>
              <a:buNone/>
              <a:defRPr/>
            </a:pPr>
            <a:r>
              <a:rPr lang="es-ES" sz="2400" dirty="0">
                <a:solidFill>
                  <a:schemeClr val="bg2">
                    <a:lumMod val="90000"/>
                    <a:lumOff val="10000"/>
                  </a:schemeClr>
                </a:solidFill>
                <a:latin typeface="Ubuntu" panose="020B0504030602030204" pitchFamily="34" charset="0"/>
              </a:rPr>
              <a:t>Los sistemas de software son utilizados en un </a:t>
            </a:r>
            <a:r>
              <a:rPr lang="es-ES" sz="2400" b="1" dirty="0">
                <a:solidFill>
                  <a:schemeClr val="bg2">
                    <a:lumMod val="90000"/>
                    <a:lumOff val="10000"/>
                  </a:schemeClr>
                </a:solidFill>
                <a:latin typeface="Ubuntu" panose="020B0504030602030204" pitchFamily="34" charset="0"/>
              </a:rPr>
              <a:t>contexto social </a:t>
            </a:r>
            <a:r>
              <a:rPr lang="es-ES" sz="2400" dirty="0">
                <a:solidFill>
                  <a:schemeClr val="bg2">
                    <a:lumMod val="90000"/>
                    <a:lumOff val="10000"/>
                  </a:schemeClr>
                </a:solidFill>
                <a:latin typeface="Ubuntu" panose="020B0504030602030204" pitchFamily="34" charset="0"/>
              </a:rPr>
              <a:t>y </a:t>
            </a:r>
            <a:r>
              <a:rPr lang="es-ES" sz="2400" b="1" dirty="0">
                <a:solidFill>
                  <a:schemeClr val="bg2">
                    <a:lumMod val="90000"/>
                    <a:lumOff val="10000"/>
                  </a:schemeClr>
                </a:solidFill>
                <a:latin typeface="Ubuntu" panose="020B0504030602030204" pitchFamily="34" charset="0"/>
              </a:rPr>
              <a:t>organizacional</a:t>
            </a:r>
            <a:r>
              <a:rPr lang="es-ES" sz="2400" dirty="0">
                <a:solidFill>
                  <a:schemeClr val="bg2">
                    <a:lumMod val="90000"/>
                    <a:lumOff val="10000"/>
                  </a:schemeClr>
                </a:solidFill>
                <a:latin typeface="Ubuntu" panose="020B0504030602030204" pitchFamily="34" charset="0"/>
              </a:rPr>
              <a:t> y </a:t>
            </a:r>
            <a:r>
              <a:rPr lang="es-ES" sz="2400" b="1" dirty="0">
                <a:solidFill>
                  <a:schemeClr val="bg2">
                    <a:lumMod val="90000"/>
                    <a:lumOff val="10000"/>
                  </a:schemeClr>
                </a:solidFill>
                <a:latin typeface="Ubuntu" panose="020B0504030602030204" pitchFamily="34" charset="0"/>
              </a:rPr>
              <a:t>sus requisitos, </a:t>
            </a:r>
            <a:r>
              <a:rPr lang="es-ES" sz="2400" dirty="0">
                <a:solidFill>
                  <a:schemeClr val="bg2">
                    <a:lumMod val="90000"/>
                    <a:lumOff val="10000"/>
                  </a:schemeClr>
                </a:solidFill>
                <a:latin typeface="Ubuntu" panose="020B0504030602030204" pitchFamily="34" charset="0"/>
              </a:rPr>
              <a:t>nacen y se circunscriben en ese contexto por lo cual </a:t>
            </a:r>
            <a:r>
              <a:rPr lang="es-AR" sz="2400" dirty="0">
                <a:solidFill>
                  <a:schemeClr val="bg2">
                    <a:lumMod val="90000"/>
                    <a:lumOff val="10000"/>
                  </a:schemeClr>
                </a:solidFill>
                <a:latin typeface="Ubuntu" panose="020B0504030602030204" pitchFamily="34" charset="0"/>
              </a:rPr>
              <a:t>los </a:t>
            </a:r>
            <a:r>
              <a:rPr lang="es-AR" sz="2400" b="1" dirty="0">
                <a:solidFill>
                  <a:schemeClr val="bg2">
                    <a:lumMod val="90000"/>
                    <a:lumOff val="10000"/>
                  </a:schemeClr>
                </a:solidFill>
                <a:latin typeface="Ubuntu" panose="020B0504030602030204" pitchFamily="34" charset="0"/>
              </a:rPr>
              <a:t>aspectos sociales</a:t>
            </a:r>
            <a:r>
              <a:rPr lang="es-AR" sz="2400" dirty="0">
                <a:solidFill>
                  <a:schemeClr val="bg2">
                    <a:lumMod val="90000"/>
                    <a:lumOff val="10000"/>
                  </a:schemeClr>
                </a:solidFill>
                <a:latin typeface="Ubuntu" panose="020B0504030602030204" pitchFamily="34" charset="0"/>
              </a:rPr>
              <a:t>, </a:t>
            </a:r>
            <a:r>
              <a:rPr lang="es-AR" sz="2400" b="1" dirty="0">
                <a:solidFill>
                  <a:schemeClr val="bg2">
                    <a:lumMod val="90000"/>
                    <a:lumOff val="10000"/>
                  </a:schemeClr>
                </a:solidFill>
                <a:latin typeface="Ubuntu" panose="020B0504030602030204" pitchFamily="34" charset="0"/>
              </a:rPr>
              <a:t>técnicos </a:t>
            </a:r>
            <a:r>
              <a:rPr lang="es-AR" sz="2400" dirty="0">
                <a:solidFill>
                  <a:schemeClr val="bg2">
                    <a:lumMod val="90000"/>
                    <a:lumOff val="10000"/>
                  </a:schemeClr>
                </a:solidFill>
                <a:latin typeface="Ubuntu" panose="020B0504030602030204" pitchFamily="34" charset="0"/>
              </a:rPr>
              <a:t>y sus </a:t>
            </a:r>
            <a:r>
              <a:rPr lang="es-AR" sz="2400" b="1" dirty="0">
                <a:solidFill>
                  <a:schemeClr val="bg2">
                    <a:lumMod val="90000"/>
                    <a:lumOff val="10000"/>
                  </a:schemeClr>
                </a:solidFill>
                <a:latin typeface="Ubuntu" panose="020B0504030602030204" pitchFamily="34" charset="0"/>
              </a:rPr>
              <a:t>interrelaciones tienen la misma importancia. </a:t>
            </a:r>
          </a:p>
        </p:txBody>
      </p:sp>
    </p:spTree>
    <p:extLst>
      <p:ext uri="{BB962C8B-B14F-4D97-AF65-F5344CB8AC3E}">
        <p14:creationId xmlns:p14="http://schemas.microsoft.com/office/powerpoint/2010/main" val="2386549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D53ADBE-ECB7-97EB-147E-9CB12711BFD6}"/>
              </a:ext>
            </a:extLst>
          </p:cNvPr>
          <p:cNvSpPr txBox="1"/>
          <p:nvPr/>
        </p:nvSpPr>
        <p:spPr>
          <a:xfrm>
            <a:off x="433873" y="613101"/>
            <a:ext cx="6111550" cy="707886"/>
          </a:xfrm>
          <a:prstGeom prst="rect">
            <a:avLst/>
          </a:prstGeom>
          <a:noFill/>
        </p:spPr>
        <p:txBody>
          <a:bodyPr wrap="square">
            <a:spAutoFit/>
          </a:bodyPr>
          <a:lstStyle/>
          <a:p>
            <a:r>
              <a:rPr lang="es-ES_tradnl" sz="4000" b="1" dirty="0">
                <a:solidFill>
                  <a:prstClr val="white"/>
                </a:solidFill>
              </a:rPr>
              <a:t>Definición</a:t>
            </a:r>
            <a:endParaRPr lang="es-AR" sz="4000" b="1" dirty="0">
              <a:solidFill>
                <a:prstClr val="white"/>
              </a:solidFill>
            </a:endParaRPr>
          </a:p>
        </p:txBody>
      </p:sp>
      <p:sp>
        <p:nvSpPr>
          <p:cNvPr id="5" name="CuadroTexto 4">
            <a:extLst>
              <a:ext uri="{FF2B5EF4-FFF2-40B4-BE49-F238E27FC236}">
                <a16:creationId xmlns:a16="http://schemas.microsoft.com/office/drawing/2014/main" id="{E3ED6C8D-34B4-E799-35B2-02BB9D63163F}"/>
              </a:ext>
            </a:extLst>
          </p:cNvPr>
          <p:cNvSpPr txBox="1"/>
          <p:nvPr/>
        </p:nvSpPr>
        <p:spPr>
          <a:xfrm>
            <a:off x="522515" y="1786379"/>
            <a:ext cx="8948056" cy="3478581"/>
          </a:xfrm>
          <a:prstGeom prst="rect">
            <a:avLst/>
          </a:prstGeom>
          <a:noFill/>
        </p:spPr>
        <p:txBody>
          <a:bodyPr wrap="square">
            <a:spAutoFit/>
          </a:bodyPr>
          <a:lstStyle/>
          <a:p>
            <a:pPr marL="0" indent="0">
              <a:lnSpc>
                <a:spcPct val="150000"/>
              </a:lnSpc>
              <a:buNone/>
              <a:defRPr/>
            </a:pPr>
            <a:r>
              <a:rPr lang="es-ES" sz="2400" dirty="0">
                <a:solidFill>
                  <a:schemeClr val="bg2">
                    <a:lumMod val="90000"/>
                    <a:lumOff val="10000"/>
                  </a:schemeClr>
                </a:solidFill>
                <a:latin typeface="Ubuntu" panose="020B0504030602030204" pitchFamily="34" charset="0"/>
              </a:rPr>
              <a:t>Obtener de manera provocada información de una fuente</a:t>
            </a:r>
            <a:endParaRPr lang="es-AR" sz="2400" dirty="0">
              <a:solidFill>
                <a:schemeClr val="bg2">
                  <a:lumMod val="90000"/>
                  <a:lumOff val="10000"/>
                </a:schemeClr>
              </a:solidFill>
              <a:latin typeface="Ubuntu" panose="020B0504030602030204" pitchFamily="34" charset="0"/>
            </a:endParaRPr>
          </a:p>
          <a:p>
            <a:pPr lvl="1">
              <a:lnSpc>
                <a:spcPct val="150000"/>
              </a:lnSpc>
              <a:buClr>
                <a:srgbClr val="0EA6CF"/>
              </a:buClr>
              <a:buFont typeface="Wingdings" panose="05000000000000000000" pitchFamily="2" charset="2"/>
              <a:buChar char="ü"/>
              <a:defRPr/>
            </a:pPr>
            <a:r>
              <a:rPr lang="es-ES" dirty="0">
                <a:solidFill>
                  <a:schemeClr val="bg2">
                    <a:lumMod val="90000"/>
                    <a:lumOff val="10000"/>
                  </a:schemeClr>
                </a:solidFill>
                <a:latin typeface="Ubuntu" panose="020B0504030602030204" pitchFamily="34" charset="0"/>
              </a:rPr>
              <a:t>Define el hecho de "sacar", “descubrir" o "provocar" alguna respuesta. </a:t>
            </a:r>
            <a:endParaRPr lang="es-AR" dirty="0">
              <a:solidFill>
                <a:schemeClr val="bg2">
                  <a:lumMod val="90000"/>
                  <a:lumOff val="10000"/>
                </a:schemeClr>
              </a:solidFill>
              <a:latin typeface="Ubuntu" panose="020B0504030602030204" pitchFamily="34" charset="0"/>
            </a:endParaRPr>
          </a:p>
          <a:p>
            <a:pPr lvl="1">
              <a:lnSpc>
                <a:spcPct val="150000"/>
              </a:lnSpc>
              <a:buClr>
                <a:srgbClr val="0EA6CF"/>
              </a:buClr>
              <a:buFont typeface="Wingdings" panose="05000000000000000000" pitchFamily="2" charset="2"/>
              <a:buChar char="ü"/>
              <a:defRPr/>
            </a:pPr>
            <a:r>
              <a:rPr lang="es-AR" dirty="0">
                <a:solidFill>
                  <a:schemeClr val="bg2">
                    <a:lumMod val="90000"/>
                    <a:lumOff val="10000"/>
                  </a:schemeClr>
                </a:solidFill>
                <a:latin typeface="Ubuntu" panose="020B0504030602030204" pitchFamily="34" charset="0"/>
              </a:rPr>
              <a:t>Describir </a:t>
            </a:r>
          </a:p>
          <a:p>
            <a:pPr lvl="1">
              <a:lnSpc>
                <a:spcPct val="150000"/>
              </a:lnSpc>
              <a:buClr>
                <a:srgbClr val="0EA6CF"/>
              </a:buClr>
              <a:buFont typeface="Wingdings" panose="05000000000000000000" pitchFamily="2" charset="2"/>
              <a:buChar char="ü"/>
              <a:defRPr/>
            </a:pPr>
            <a:r>
              <a:rPr lang="es-AR" dirty="0">
                <a:solidFill>
                  <a:schemeClr val="bg2">
                    <a:lumMod val="90000"/>
                    <a:lumOff val="10000"/>
                  </a:schemeClr>
                </a:solidFill>
                <a:latin typeface="Ubuntu" panose="020B0504030602030204" pitchFamily="34" charset="0"/>
              </a:rPr>
              <a:t>Explicar</a:t>
            </a:r>
            <a:endParaRPr lang="es-ES" dirty="0">
              <a:solidFill>
                <a:schemeClr val="bg2">
                  <a:lumMod val="90000"/>
                  <a:lumOff val="10000"/>
                </a:schemeClr>
              </a:solidFill>
              <a:latin typeface="Ubuntu" panose="020B0504030602030204" pitchFamily="34" charset="0"/>
            </a:endParaRPr>
          </a:p>
          <a:p>
            <a:pPr marL="0" indent="0">
              <a:lnSpc>
                <a:spcPct val="150000"/>
              </a:lnSpc>
              <a:buNone/>
              <a:defRPr/>
            </a:pPr>
            <a:r>
              <a:rPr lang="es-AR" sz="2400" dirty="0">
                <a:solidFill>
                  <a:schemeClr val="bg2">
                    <a:lumMod val="90000"/>
                    <a:lumOff val="10000"/>
                  </a:schemeClr>
                </a:solidFill>
                <a:latin typeface="Ubuntu" panose="020B0504030602030204" pitchFamily="34" charset="0"/>
              </a:rPr>
              <a:t>Procesos de adquirir (“</a:t>
            </a:r>
            <a:r>
              <a:rPr lang="es-AR" sz="2400" dirty="0" err="1">
                <a:solidFill>
                  <a:schemeClr val="bg2">
                    <a:lumMod val="90000"/>
                    <a:lumOff val="10000"/>
                  </a:schemeClr>
                </a:solidFill>
                <a:latin typeface="Ubuntu" panose="020B0504030602030204" pitchFamily="34" charset="0"/>
              </a:rPr>
              <a:t>eliciting</a:t>
            </a:r>
            <a:r>
              <a:rPr lang="es-AR" sz="2400" dirty="0">
                <a:solidFill>
                  <a:schemeClr val="bg2">
                    <a:lumMod val="90000"/>
                    <a:lumOff val="10000"/>
                  </a:schemeClr>
                </a:solidFill>
                <a:latin typeface="Ubuntu" panose="020B0504030602030204" pitchFamily="34" charset="0"/>
              </a:rPr>
              <a:t>”) todo conocimiento relevante y necesario para producir un modelo de los requerimientos de un dominio de problema.</a:t>
            </a:r>
          </a:p>
        </p:txBody>
      </p:sp>
    </p:spTree>
    <p:extLst>
      <p:ext uri="{BB962C8B-B14F-4D97-AF65-F5344CB8AC3E}">
        <p14:creationId xmlns:p14="http://schemas.microsoft.com/office/powerpoint/2010/main" val="1403022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C600347-68AA-41D1-DD80-E075D2432C9D}"/>
              </a:ext>
            </a:extLst>
          </p:cNvPr>
          <p:cNvSpPr txBox="1"/>
          <p:nvPr/>
        </p:nvSpPr>
        <p:spPr>
          <a:xfrm>
            <a:off x="433874" y="622433"/>
            <a:ext cx="6111550" cy="707886"/>
          </a:xfrm>
          <a:prstGeom prst="rect">
            <a:avLst/>
          </a:prstGeom>
          <a:noFill/>
        </p:spPr>
        <p:txBody>
          <a:bodyPr wrap="square">
            <a:spAutoFit/>
          </a:bodyPr>
          <a:lstStyle/>
          <a:p>
            <a:r>
              <a:rPr lang="es-ES_tradnl" sz="4000" b="1" dirty="0">
                <a:solidFill>
                  <a:prstClr val="white"/>
                </a:solidFill>
              </a:rPr>
              <a:t>Objetivos</a:t>
            </a:r>
            <a:endParaRPr lang="es-AR" sz="4000" b="1" dirty="0">
              <a:solidFill>
                <a:prstClr val="white"/>
              </a:solidFill>
            </a:endParaRPr>
          </a:p>
        </p:txBody>
      </p:sp>
      <p:sp>
        <p:nvSpPr>
          <p:cNvPr id="5" name="CuadroTexto 4">
            <a:extLst>
              <a:ext uri="{FF2B5EF4-FFF2-40B4-BE49-F238E27FC236}">
                <a16:creationId xmlns:a16="http://schemas.microsoft.com/office/drawing/2014/main" id="{6EC74795-C65D-67A1-7030-8F79A91A81BA}"/>
              </a:ext>
            </a:extLst>
          </p:cNvPr>
          <p:cNvSpPr txBox="1"/>
          <p:nvPr/>
        </p:nvSpPr>
        <p:spPr>
          <a:xfrm>
            <a:off x="1273628" y="2244270"/>
            <a:ext cx="7749073" cy="3820726"/>
          </a:xfrm>
          <a:prstGeom prst="rect">
            <a:avLst/>
          </a:prstGeom>
          <a:noFill/>
        </p:spPr>
        <p:txBody>
          <a:bodyPr wrap="square">
            <a:spAutoFit/>
          </a:bodyPr>
          <a:lstStyle>
            <a:defPPr>
              <a:defRPr lang="en-US"/>
            </a:defPPr>
            <a:lvl1pPr marL="285750" indent="-285750">
              <a:lnSpc>
                <a:spcPct val="150000"/>
              </a:lnSpc>
              <a:buFont typeface="Arial" panose="020B0604020202020204" pitchFamily="34" charset="0"/>
              <a:buChar char="•"/>
              <a:defRPr sz="2800">
                <a:solidFill>
                  <a:schemeClr val="bg2">
                    <a:lumMod val="90000"/>
                    <a:lumOff val="10000"/>
                  </a:schemeClr>
                </a:solidFill>
              </a:defRPr>
            </a:lvl1pPr>
            <a:lvl2pPr marL="742950" lvl="1" indent="-285750">
              <a:lnSpc>
                <a:spcPct val="150000"/>
              </a:lnSpc>
              <a:buFont typeface="Arial" panose="020B0604020202020204" pitchFamily="34" charset="0"/>
              <a:buChar char="•"/>
              <a:defRPr sz="2400">
                <a:solidFill>
                  <a:schemeClr val="bg2">
                    <a:lumMod val="90000"/>
                    <a:lumOff val="10000"/>
                  </a:schemeClr>
                </a:solidFill>
              </a:defRPr>
            </a:lvl2pPr>
            <a:lvl3pPr marL="1200150" lvl="2" indent="-285750">
              <a:lnSpc>
                <a:spcPct val="150000"/>
              </a:lnSpc>
              <a:buFont typeface="Arial" panose="020B0604020202020204" pitchFamily="34" charset="0"/>
              <a:buChar char="•"/>
              <a:defRPr sz="2400">
                <a:solidFill>
                  <a:schemeClr val="bg2">
                    <a:lumMod val="90000"/>
                    <a:lumOff val="10000"/>
                  </a:schemeClr>
                </a:solidFill>
              </a:defRPr>
            </a:lvl3pPr>
          </a:lstStyle>
          <a:p>
            <a:pPr marL="285750" lvl="1"/>
            <a:r>
              <a:rPr lang="es-ES_tradnl" sz="2800" dirty="0"/>
              <a:t>Identificar fuentes de conocimiento</a:t>
            </a:r>
          </a:p>
          <a:p>
            <a:pPr marL="285750" lvl="1"/>
            <a:r>
              <a:rPr lang="es-ES_tradnl" sz="2800" dirty="0"/>
              <a:t>Adquirir el conocimiento</a:t>
            </a:r>
          </a:p>
          <a:p>
            <a:pPr marL="285750" lvl="1"/>
            <a:r>
              <a:rPr lang="es-ES_tradnl" sz="2800" dirty="0"/>
              <a:t>Decidir sobre la relevancia de un conocimiento</a:t>
            </a:r>
          </a:p>
          <a:p>
            <a:pPr marL="285750" lvl="1"/>
            <a:r>
              <a:rPr lang="es-ES_tradnl" sz="2800" dirty="0"/>
              <a:t>Comprender el significado del conocimiento y su impacto</a:t>
            </a:r>
          </a:p>
          <a:p>
            <a:pPr lvl="2"/>
            <a:endParaRPr lang="es-ES_tradnl" dirty="0"/>
          </a:p>
        </p:txBody>
      </p:sp>
    </p:spTree>
    <p:extLst>
      <p:ext uri="{BB962C8B-B14F-4D97-AF65-F5344CB8AC3E}">
        <p14:creationId xmlns:p14="http://schemas.microsoft.com/office/powerpoint/2010/main" val="78601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5D4ADEE-F2CB-10CD-95C6-D2F5623410B9}"/>
              </a:ext>
            </a:extLst>
          </p:cNvPr>
          <p:cNvSpPr txBox="1"/>
          <p:nvPr/>
        </p:nvSpPr>
        <p:spPr>
          <a:xfrm>
            <a:off x="508519" y="566448"/>
            <a:ext cx="6111550" cy="707886"/>
          </a:xfrm>
          <a:prstGeom prst="rect">
            <a:avLst/>
          </a:prstGeom>
          <a:noFill/>
        </p:spPr>
        <p:txBody>
          <a:bodyPr wrap="square">
            <a:spAutoFit/>
          </a:bodyPr>
          <a:lstStyle/>
          <a:p>
            <a:r>
              <a:rPr lang="es-ES_tradnl" sz="4000" b="1" dirty="0">
                <a:solidFill>
                  <a:prstClr val="white"/>
                </a:solidFill>
              </a:rPr>
              <a:t>Entradas</a:t>
            </a:r>
            <a:endParaRPr lang="es-AR" sz="4000" b="1" dirty="0">
              <a:solidFill>
                <a:prstClr val="white"/>
              </a:solidFill>
            </a:endParaRPr>
          </a:p>
        </p:txBody>
      </p:sp>
      <p:sp>
        <p:nvSpPr>
          <p:cNvPr id="5" name="CuadroTexto 4">
            <a:extLst>
              <a:ext uri="{FF2B5EF4-FFF2-40B4-BE49-F238E27FC236}">
                <a16:creationId xmlns:a16="http://schemas.microsoft.com/office/drawing/2014/main" id="{DC4FE377-BB81-15D4-2716-E27E9E409955}"/>
              </a:ext>
            </a:extLst>
          </p:cNvPr>
          <p:cNvSpPr txBox="1"/>
          <p:nvPr/>
        </p:nvSpPr>
        <p:spPr>
          <a:xfrm>
            <a:off x="1194318" y="1945347"/>
            <a:ext cx="7879702" cy="3903504"/>
          </a:xfrm>
          <a:prstGeom prst="rect">
            <a:avLst/>
          </a:prstGeom>
          <a:noFill/>
        </p:spPr>
        <p:txBody>
          <a:bodyPr wrap="square">
            <a:spAutoFit/>
          </a:bodyPr>
          <a:lstStyle>
            <a:defPPr>
              <a:defRPr lang="en-US"/>
            </a:defPPr>
            <a:lvl2pPr marL="742950" lvl="1" indent="-285750">
              <a:lnSpc>
                <a:spcPct val="150000"/>
              </a:lnSpc>
              <a:buFont typeface="Arial" panose="020B0604020202020204" pitchFamily="34" charset="0"/>
              <a:buChar char="•"/>
              <a:defRPr sz="2400">
                <a:solidFill>
                  <a:schemeClr val="bg2">
                    <a:lumMod val="90000"/>
                    <a:lumOff val="10000"/>
                  </a:schemeClr>
                </a:solidFill>
              </a:defRPr>
            </a:lvl2pPr>
            <a:lvl3pPr marL="1200150" lvl="2" indent="-285750">
              <a:lnSpc>
                <a:spcPct val="150000"/>
              </a:lnSpc>
              <a:buFont typeface="Arial" panose="020B0604020202020204" pitchFamily="34" charset="0"/>
              <a:buChar char="•"/>
              <a:defRPr sz="2400">
                <a:solidFill>
                  <a:schemeClr val="bg2">
                    <a:lumMod val="90000"/>
                    <a:lumOff val="10000"/>
                  </a:schemeClr>
                </a:solidFill>
              </a:defRPr>
            </a:lvl3pPr>
          </a:lstStyle>
          <a:p>
            <a:pPr marL="285750" indent="-285750">
              <a:lnSpc>
                <a:spcPct val="150000"/>
              </a:lnSpc>
              <a:buFont typeface="Arial" panose="020B0604020202020204" pitchFamily="34" charset="0"/>
              <a:buChar char="•"/>
            </a:pPr>
            <a:r>
              <a:rPr lang="es-ES_tradnl" sz="2800" dirty="0">
                <a:solidFill>
                  <a:schemeClr val="bg2">
                    <a:lumMod val="90000"/>
                    <a:lumOff val="10000"/>
                  </a:schemeClr>
                </a:solidFill>
              </a:rPr>
              <a:t>Información del usuario</a:t>
            </a:r>
          </a:p>
          <a:p>
            <a:pPr marL="285750" indent="-285750">
              <a:lnSpc>
                <a:spcPct val="150000"/>
              </a:lnSpc>
              <a:buFont typeface="Arial" panose="020B0604020202020204" pitchFamily="34" charset="0"/>
              <a:buChar char="•"/>
            </a:pPr>
            <a:r>
              <a:rPr lang="es-ES_tradnl" sz="2800" dirty="0">
                <a:solidFill>
                  <a:schemeClr val="bg2">
                    <a:lumMod val="90000"/>
                    <a:lumOff val="10000"/>
                  </a:schemeClr>
                </a:solidFill>
              </a:rPr>
              <a:t>Literatura sobre el dominio	</a:t>
            </a:r>
          </a:p>
          <a:p>
            <a:pPr marL="285750" indent="-285750">
              <a:lnSpc>
                <a:spcPct val="150000"/>
              </a:lnSpc>
              <a:buFont typeface="Arial" panose="020B0604020202020204" pitchFamily="34" charset="0"/>
              <a:buChar char="•"/>
            </a:pPr>
            <a:r>
              <a:rPr lang="es-ES_tradnl" sz="2800" dirty="0">
                <a:solidFill>
                  <a:schemeClr val="bg2">
                    <a:lumMod val="90000"/>
                    <a:lumOff val="10000"/>
                  </a:schemeClr>
                </a:solidFill>
              </a:rPr>
              <a:t>Software existente en el dominio</a:t>
            </a:r>
          </a:p>
          <a:p>
            <a:pPr marL="285750" indent="-285750">
              <a:lnSpc>
                <a:spcPct val="150000"/>
              </a:lnSpc>
              <a:buFont typeface="Arial" panose="020B0604020202020204" pitchFamily="34" charset="0"/>
              <a:buChar char="•"/>
            </a:pPr>
            <a:r>
              <a:rPr lang="es-ES_tradnl" sz="2800" dirty="0">
                <a:solidFill>
                  <a:schemeClr val="bg2">
                    <a:lumMod val="90000"/>
                    <a:lumOff val="10000"/>
                  </a:schemeClr>
                </a:solidFill>
              </a:rPr>
              <a:t>Software similar en otros dominios</a:t>
            </a:r>
          </a:p>
          <a:p>
            <a:pPr marL="285750" indent="-285750">
              <a:lnSpc>
                <a:spcPct val="150000"/>
              </a:lnSpc>
              <a:buFont typeface="Arial" panose="020B0604020202020204" pitchFamily="34" charset="0"/>
              <a:buChar char="•"/>
            </a:pPr>
            <a:r>
              <a:rPr lang="es-ES_tradnl" sz="2800" dirty="0">
                <a:solidFill>
                  <a:schemeClr val="bg2">
                    <a:lumMod val="90000"/>
                    <a:lumOff val="10000"/>
                  </a:schemeClr>
                </a:solidFill>
              </a:rPr>
              <a:t>Actividades del dominio </a:t>
            </a:r>
          </a:p>
          <a:p>
            <a:pPr marL="285750" indent="-285750">
              <a:lnSpc>
                <a:spcPct val="150000"/>
              </a:lnSpc>
              <a:buFont typeface="Arial" panose="020B0604020202020204" pitchFamily="34" charset="0"/>
              <a:buChar char="•"/>
            </a:pPr>
            <a:r>
              <a:rPr lang="es-ES_tradnl" sz="2800" dirty="0">
                <a:solidFill>
                  <a:schemeClr val="bg2">
                    <a:lumMod val="90000"/>
                    <a:lumOff val="10000"/>
                  </a:schemeClr>
                </a:solidFill>
              </a:rPr>
              <a:t>Estándares nacionales e internacionales</a:t>
            </a:r>
          </a:p>
        </p:txBody>
      </p:sp>
    </p:spTree>
    <p:extLst>
      <p:ext uri="{BB962C8B-B14F-4D97-AF65-F5344CB8AC3E}">
        <p14:creationId xmlns:p14="http://schemas.microsoft.com/office/powerpoint/2010/main" val="3265470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8C911BC-0CC9-906F-015C-C0C1A08813E5}"/>
              </a:ext>
            </a:extLst>
          </p:cNvPr>
          <p:cNvSpPr txBox="1"/>
          <p:nvPr/>
        </p:nvSpPr>
        <p:spPr>
          <a:xfrm>
            <a:off x="480527" y="631763"/>
            <a:ext cx="6111550" cy="707886"/>
          </a:xfrm>
          <a:prstGeom prst="rect">
            <a:avLst/>
          </a:prstGeom>
          <a:noFill/>
        </p:spPr>
        <p:txBody>
          <a:bodyPr wrap="square">
            <a:spAutoFit/>
          </a:bodyPr>
          <a:lstStyle/>
          <a:p>
            <a:r>
              <a:rPr lang="es-ES_tradnl" sz="4000" b="1" dirty="0">
                <a:solidFill>
                  <a:prstClr val="white"/>
                </a:solidFill>
              </a:rPr>
              <a:t>Entradas</a:t>
            </a:r>
            <a:endParaRPr lang="es-AR" sz="4000" b="1" dirty="0">
              <a:solidFill>
                <a:prstClr val="white"/>
              </a:solidFill>
            </a:endParaRPr>
          </a:p>
        </p:txBody>
      </p:sp>
      <p:sp>
        <p:nvSpPr>
          <p:cNvPr id="5" name="CuadroTexto 4">
            <a:extLst>
              <a:ext uri="{FF2B5EF4-FFF2-40B4-BE49-F238E27FC236}">
                <a16:creationId xmlns:a16="http://schemas.microsoft.com/office/drawing/2014/main" id="{2688E717-7234-5506-0F2E-B106DA9C3314}"/>
              </a:ext>
            </a:extLst>
          </p:cNvPr>
          <p:cNvSpPr txBox="1"/>
          <p:nvPr/>
        </p:nvSpPr>
        <p:spPr>
          <a:xfrm>
            <a:off x="1320282" y="1592244"/>
            <a:ext cx="6111550" cy="4549835"/>
          </a:xfrm>
          <a:prstGeom prst="rect">
            <a:avLst/>
          </a:prstGeom>
          <a:noFill/>
        </p:spPr>
        <p:txBody>
          <a:bodyPr wrap="square">
            <a:spAutoFit/>
          </a:bodyPr>
          <a:lstStyle/>
          <a:p>
            <a:pPr marL="285750" lvl="1" indent="-285750">
              <a:lnSpc>
                <a:spcPct val="150000"/>
              </a:lnSpc>
              <a:buFont typeface="Arial" panose="020B0604020202020204" pitchFamily="34" charset="0"/>
              <a:buChar char="•"/>
            </a:pPr>
            <a:r>
              <a:rPr lang="es-MX" sz="2800" dirty="0">
                <a:solidFill>
                  <a:schemeClr val="bg2">
                    <a:lumMod val="90000"/>
                    <a:lumOff val="10000"/>
                  </a:schemeClr>
                </a:solidFill>
              </a:rPr>
              <a:t>Documentos</a:t>
            </a:r>
          </a:p>
          <a:p>
            <a:pPr marL="285750" lvl="1" indent="-285750">
              <a:lnSpc>
                <a:spcPct val="150000"/>
              </a:lnSpc>
              <a:buFont typeface="Arial" panose="020B0604020202020204" pitchFamily="34" charset="0"/>
              <a:buChar char="•"/>
            </a:pPr>
            <a:r>
              <a:rPr lang="es-MX" sz="2800" dirty="0">
                <a:solidFill>
                  <a:schemeClr val="bg2">
                    <a:lumMod val="90000"/>
                    <a:lumOff val="10000"/>
                  </a:schemeClr>
                </a:solidFill>
              </a:rPr>
              <a:t>Manuales de equipos y software </a:t>
            </a:r>
          </a:p>
          <a:p>
            <a:pPr marL="285750" lvl="1" indent="-285750">
              <a:lnSpc>
                <a:spcPct val="150000"/>
              </a:lnSpc>
              <a:buFont typeface="Arial" panose="020B0604020202020204" pitchFamily="34" charset="0"/>
              <a:buChar char="•"/>
            </a:pPr>
            <a:r>
              <a:rPr lang="es-MX" sz="2800" dirty="0">
                <a:solidFill>
                  <a:schemeClr val="bg2">
                    <a:lumMod val="90000"/>
                    <a:lumOff val="10000"/>
                  </a:schemeClr>
                </a:solidFill>
              </a:rPr>
              <a:t>Manuales de usuarios</a:t>
            </a:r>
          </a:p>
          <a:p>
            <a:pPr marL="285750" lvl="1" indent="-285750">
              <a:lnSpc>
                <a:spcPct val="150000"/>
              </a:lnSpc>
              <a:buFont typeface="Arial" panose="020B0604020202020204" pitchFamily="34" charset="0"/>
              <a:buChar char="•"/>
            </a:pPr>
            <a:r>
              <a:rPr lang="es-MX" sz="2800" dirty="0">
                <a:solidFill>
                  <a:schemeClr val="bg2">
                    <a:lumMod val="90000"/>
                    <a:lumOff val="10000"/>
                  </a:schemeClr>
                </a:solidFill>
              </a:rPr>
              <a:t>Procedimientos</a:t>
            </a:r>
          </a:p>
          <a:p>
            <a:pPr marL="285750" lvl="1" indent="-285750">
              <a:lnSpc>
                <a:spcPct val="150000"/>
              </a:lnSpc>
              <a:buFont typeface="Arial" panose="020B0604020202020204" pitchFamily="34" charset="0"/>
              <a:buChar char="•"/>
            </a:pPr>
            <a:r>
              <a:rPr lang="es-ES" sz="2800" dirty="0">
                <a:solidFill>
                  <a:schemeClr val="bg2">
                    <a:lumMod val="90000"/>
                    <a:lumOff val="10000"/>
                  </a:schemeClr>
                </a:solidFill>
              </a:rPr>
              <a:t>Organigramas </a:t>
            </a:r>
          </a:p>
          <a:p>
            <a:pPr marL="285750" lvl="1" indent="-285750">
              <a:lnSpc>
                <a:spcPct val="150000"/>
              </a:lnSpc>
              <a:buFont typeface="Arial" panose="020B0604020202020204" pitchFamily="34" charset="0"/>
              <a:buChar char="•"/>
            </a:pPr>
            <a:r>
              <a:rPr lang="es-ES" sz="2800" dirty="0">
                <a:solidFill>
                  <a:schemeClr val="bg2">
                    <a:lumMod val="90000"/>
                    <a:lumOff val="10000"/>
                  </a:schemeClr>
                </a:solidFill>
              </a:rPr>
              <a:t>Formularios, listados</a:t>
            </a:r>
          </a:p>
          <a:p>
            <a:pPr marL="285750" lvl="1" indent="-285750">
              <a:lnSpc>
                <a:spcPct val="150000"/>
              </a:lnSpc>
              <a:buFont typeface="Arial" panose="020B0604020202020204" pitchFamily="34" charset="0"/>
              <a:buChar char="•"/>
            </a:pPr>
            <a:r>
              <a:rPr lang="es-ES" sz="2800" dirty="0">
                <a:solidFill>
                  <a:schemeClr val="bg2">
                    <a:lumMod val="90000"/>
                    <a:lumOff val="10000"/>
                  </a:schemeClr>
                </a:solidFill>
              </a:rPr>
              <a:t>Contratos</a:t>
            </a:r>
          </a:p>
        </p:txBody>
      </p:sp>
    </p:spTree>
    <p:extLst>
      <p:ext uri="{BB962C8B-B14F-4D97-AF65-F5344CB8AC3E}">
        <p14:creationId xmlns:p14="http://schemas.microsoft.com/office/powerpoint/2010/main" val="2232130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A29BE24-104B-0BCF-586F-47B719056EFD}"/>
              </a:ext>
            </a:extLst>
          </p:cNvPr>
          <p:cNvSpPr txBox="1"/>
          <p:nvPr/>
        </p:nvSpPr>
        <p:spPr>
          <a:xfrm>
            <a:off x="489858" y="669085"/>
            <a:ext cx="6111550" cy="707886"/>
          </a:xfrm>
          <a:prstGeom prst="rect">
            <a:avLst/>
          </a:prstGeom>
          <a:noFill/>
        </p:spPr>
        <p:txBody>
          <a:bodyPr wrap="square">
            <a:spAutoFit/>
          </a:bodyPr>
          <a:lstStyle/>
          <a:p>
            <a:r>
              <a:rPr lang="es-ES_tradnl" sz="4000" b="1" dirty="0">
                <a:solidFill>
                  <a:prstClr val="white"/>
                </a:solidFill>
              </a:rPr>
              <a:t>Entradas</a:t>
            </a:r>
            <a:endParaRPr lang="es-AR" sz="4000" b="1" dirty="0">
              <a:solidFill>
                <a:prstClr val="white"/>
              </a:solidFill>
            </a:endParaRPr>
          </a:p>
        </p:txBody>
      </p:sp>
      <p:sp>
        <p:nvSpPr>
          <p:cNvPr id="5" name="CuadroTexto 4">
            <a:extLst>
              <a:ext uri="{FF2B5EF4-FFF2-40B4-BE49-F238E27FC236}">
                <a16:creationId xmlns:a16="http://schemas.microsoft.com/office/drawing/2014/main" id="{4A3D1043-5A40-B4C6-FC57-904273A91CF5}"/>
              </a:ext>
            </a:extLst>
          </p:cNvPr>
          <p:cNvSpPr txBox="1"/>
          <p:nvPr/>
        </p:nvSpPr>
        <p:spPr>
          <a:xfrm>
            <a:off x="961053" y="2029456"/>
            <a:ext cx="7977674" cy="3539430"/>
          </a:xfrm>
          <a:prstGeom prst="rect">
            <a:avLst/>
          </a:prstGeom>
          <a:noFill/>
        </p:spPr>
        <p:txBody>
          <a:bodyPr wrap="square">
            <a:spAutoFit/>
          </a:bodyPr>
          <a:lstStyle/>
          <a:p>
            <a:pPr lvl="1"/>
            <a:r>
              <a:rPr lang="es-ES" sz="3200" dirty="0" err="1">
                <a:solidFill>
                  <a:schemeClr val="bg2">
                    <a:lumMod val="90000"/>
                    <a:lumOff val="10000"/>
                  </a:schemeClr>
                </a:solidFill>
              </a:rPr>
              <a:t>Stakeholders</a:t>
            </a:r>
            <a:r>
              <a:rPr lang="es-ES" sz="3200" dirty="0">
                <a:solidFill>
                  <a:schemeClr val="bg2">
                    <a:lumMod val="90000"/>
                    <a:lumOff val="10000"/>
                  </a:schemeClr>
                </a:solidFill>
              </a:rPr>
              <a:t> </a:t>
            </a:r>
          </a:p>
          <a:p>
            <a:pPr lvl="1"/>
            <a:endParaRPr lang="es-ES" sz="3200" dirty="0">
              <a:solidFill>
                <a:schemeClr val="bg2">
                  <a:lumMod val="90000"/>
                  <a:lumOff val="10000"/>
                </a:schemeClr>
              </a:solidFill>
            </a:endParaRPr>
          </a:p>
          <a:p>
            <a:pPr lvl="2">
              <a:buClr>
                <a:srgbClr val="0EA6CF"/>
              </a:buClr>
              <a:buFont typeface="Wingdings" panose="05000000000000000000" pitchFamily="2" charset="2"/>
              <a:buChar char="§"/>
            </a:pPr>
            <a:r>
              <a:rPr lang="es-AR" sz="3200" dirty="0">
                <a:solidFill>
                  <a:schemeClr val="bg2">
                    <a:lumMod val="90000"/>
                    <a:lumOff val="10000"/>
                  </a:schemeClr>
                </a:solidFill>
              </a:rPr>
              <a:t>Usuarios finales/ usuario operador</a:t>
            </a:r>
          </a:p>
          <a:p>
            <a:pPr lvl="2">
              <a:buClr>
                <a:srgbClr val="0EA6CF"/>
              </a:buClr>
              <a:buFont typeface="Wingdings" panose="05000000000000000000" pitchFamily="2" charset="2"/>
              <a:buChar char="§"/>
            </a:pPr>
            <a:r>
              <a:rPr lang="es-AR" sz="3200" dirty="0">
                <a:solidFill>
                  <a:schemeClr val="bg2">
                    <a:lumMod val="90000"/>
                    <a:lumOff val="10000"/>
                  </a:schemeClr>
                </a:solidFill>
              </a:rPr>
              <a:t>Gerentes / Líderes / Supervisores</a:t>
            </a:r>
          </a:p>
          <a:p>
            <a:pPr lvl="2">
              <a:buClr>
                <a:srgbClr val="0EA6CF"/>
              </a:buClr>
              <a:buFont typeface="Wingdings" panose="05000000000000000000" pitchFamily="2" charset="2"/>
              <a:buChar char="§"/>
            </a:pPr>
            <a:r>
              <a:rPr lang="es-AR" sz="3200" dirty="0">
                <a:solidFill>
                  <a:schemeClr val="bg2">
                    <a:lumMod val="90000"/>
                    <a:lumOff val="10000"/>
                  </a:schemeClr>
                </a:solidFill>
              </a:rPr>
              <a:t>Personas expertas en el dominio</a:t>
            </a:r>
          </a:p>
          <a:p>
            <a:pPr lvl="2">
              <a:buClr>
                <a:srgbClr val="0EA6CF"/>
              </a:buClr>
              <a:buFont typeface="Wingdings" panose="05000000000000000000" pitchFamily="2" charset="2"/>
              <a:buChar char="§"/>
            </a:pPr>
            <a:r>
              <a:rPr lang="es-AR" sz="3200" dirty="0">
                <a:solidFill>
                  <a:schemeClr val="bg2">
                    <a:lumMod val="90000"/>
                    <a:lumOff val="10000"/>
                  </a:schemeClr>
                </a:solidFill>
              </a:rPr>
              <a:t>Consultores</a:t>
            </a:r>
          </a:p>
          <a:p>
            <a:pPr lvl="2">
              <a:buClr>
                <a:srgbClr val="0EA6CF"/>
              </a:buClr>
              <a:buFont typeface="Wingdings" panose="05000000000000000000" pitchFamily="2" charset="2"/>
              <a:buChar char="§"/>
            </a:pPr>
            <a:r>
              <a:rPr lang="es-MX" sz="3200" dirty="0">
                <a:solidFill>
                  <a:schemeClr val="bg2">
                    <a:lumMod val="90000"/>
                    <a:lumOff val="10000"/>
                  </a:schemeClr>
                </a:solidFill>
              </a:rPr>
              <a:t>Personal técnico</a:t>
            </a:r>
            <a:endParaRPr lang="es-AR" sz="3200" dirty="0">
              <a:solidFill>
                <a:schemeClr val="bg2">
                  <a:lumMod val="90000"/>
                  <a:lumOff val="10000"/>
                </a:schemeClr>
              </a:solidFill>
            </a:endParaRPr>
          </a:p>
        </p:txBody>
      </p:sp>
    </p:spTree>
    <p:extLst>
      <p:ext uri="{BB962C8B-B14F-4D97-AF65-F5344CB8AC3E}">
        <p14:creationId xmlns:p14="http://schemas.microsoft.com/office/powerpoint/2010/main" val="1038107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9310779-083D-E5D2-9D8A-B997C55EB30A}"/>
              </a:ext>
            </a:extLst>
          </p:cNvPr>
          <p:cNvSpPr txBox="1"/>
          <p:nvPr/>
        </p:nvSpPr>
        <p:spPr>
          <a:xfrm>
            <a:off x="527180" y="687747"/>
            <a:ext cx="6111550" cy="707886"/>
          </a:xfrm>
          <a:prstGeom prst="rect">
            <a:avLst/>
          </a:prstGeom>
          <a:noFill/>
        </p:spPr>
        <p:txBody>
          <a:bodyPr wrap="square">
            <a:spAutoFit/>
          </a:bodyPr>
          <a:lstStyle>
            <a:defPPr>
              <a:defRPr lang="en-US"/>
            </a:defPPr>
            <a:lvl1pPr>
              <a:defRPr sz="4000" b="1">
                <a:solidFill>
                  <a:prstClr val="white"/>
                </a:solidFill>
              </a:defRPr>
            </a:lvl1pPr>
          </a:lstStyle>
          <a:p>
            <a:r>
              <a:rPr lang="es-ES_tradnl" dirty="0"/>
              <a:t>Salidas</a:t>
            </a:r>
            <a:endParaRPr lang="es-AR" dirty="0"/>
          </a:p>
        </p:txBody>
      </p:sp>
      <p:sp>
        <p:nvSpPr>
          <p:cNvPr id="4" name="Rectángulo 3">
            <a:extLst>
              <a:ext uri="{FF2B5EF4-FFF2-40B4-BE49-F238E27FC236}">
                <a16:creationId xmlns:a16="http://schemas.microsoft.com/office/drawing/2014/main" id="{7FB5FFA9-42D7-33AD-E04D-3470117EECAF}"/>
              </a:ext>
            </a:extLst>
          </p:cNvPr>
          <p:cNvSpPr/>
          <p:nvPr/>
        </p:nvSpPr>
        <p:spPr>
          <a:xfrm>
            <a:off x="405834" y="5047377"/>
            <a:ext cx="8382000" cy="707886"/>
          </a:xfrm>
          <a:prstGeom prst="rect">
            <a:avLst/>
          </a:prstGeom>
        </p:spPr>
        <p:txBody>
          <a:bodyPr wrap="square">
            <a:spAutoFit/>
          </a:bodyPr>
          <a:lstStyle/>
          <a:p>
            <a:pPr>
              <a:defRPr/>
            </a:pPr>
            <a:r>
              <a:rPr lang="es-ES" sz="2000" i="1" dirty="0">
                <a:solidFill>
                  <a:srgbClr val="002060"/>
                </a:solidFill>
                <a:latin typeface="Ubuntu" panose="020B0504030602030204" pitchFamily="34" charset="0"/>
              </a:rPr>
              <a:t>Mecanismo del pensamiento mediante el cual un ser humano intenta explicar cómo funciona el mundo real.</a:t>
            </a:r>
          </a:p>
        </p:txBody>
      </p:sp>
      <p:sp>
        <p:nvSpPr>
          <p:cNvPr id="5" name="Rectangle 3">
            <a:extLst>
              <a:ext uri="{FF2B5EF4-FFF2-40B4-BE49-F238E27FC236}">
                <a16:creationId xmlns:a16="http://schemas.microsoft.com/office/drawing/2014/main" id="{BD99A7E5-A57D-D933-9FA9-3EC0C08E8046}"/>
              </a:ext>
            </a:extLst>
          </p:cNvPr>
          <p:cNvSpPr txBox="1">
            <a:spLocks noChangeArrowheads="1"/>
          </p:cNvSpPr>
          <p:nvPr/>
        </p:nvSpPr>
        <p:spPr>
          <a:xfrm>
            <a:off x="405834" y="1767639"/>
            <a:ext cx="8763000" cy="14538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s-ES_tradnl" sz="2000" dirty="0">
                <a:solidFill>
                  <a:srgbClr val="002060"/>
                </a:solidFill>
                <a:latin typeface="Ubuntu" panose="020B0504030602030204" pitchFamily="34" charset="0"/>
              </a:rPr>
              <a:t>Datos – información del dominio</a:t>
            </a:r>
            <a:endParaRPr lang="es-ES" sz="2000" dirty="0">
              <a:solidFill>
                <a:srgbClr val="002060"/>
              </a:solidFill>
              <a:latin typeface="Ubuntu" panose="020B0504030602030204" pitchFamily="34" charset="0"/>
            </a:endParaRPr>
          </a:p>
          <a:p>
            <a:pPr marL="0" indent="0">
              <a:buNone/>
              <a:defRPr/>
            </a:pPr>
            <a:r>
              <a:rPr lang="es-ES_tradnl" sz="2000" dirty="0">
                <a:solidFill>
                  <a:srgbClr val="002060"/>
                </a:solidFill>
                <a:latin typeface="Ubuntu" panose="020B0504030602030204" pitchFamily="34" charset="0"/>
              </a:rPr>
              <a:t>Modelos conceptuales (mentales) preliminares</a:t>
            </a:r>
          </a:p>
          <a:p>
            <a:pPr marL="0" lvl="2" indent="0">
              <a:lnSpc>
                <a:spcPct val="80000"/>
              </a:lnSpc>
              <a:buNone/>
              <a:defRPr/>
            </a:pPr>
            <a:endParaRPr lang="es-ES_tradnl" dirty="0">
              <a:solidFill>
                <a:srgbClr val="002060"/>
              </a:solidFill>
              <a:latin typeface="Ubuntu" panose="020B0504030602030204" pitchFamily="34" charset="0"/>
            </a:endParaRPr>
          </a:p>
          <a:p>
            <a:pPr marL="0" lvl="2" indent="0">
              <a:lnSpc>
                <a:spcPct val="80000"/>
              </a:lnSpc>
              <a:buNone/>
              <a:defRPr/>
            </a:pPr>
            <a:endParaRPr lang="es-ES_tradnl" dirty="0">
              <a:solidFill>
                <a:srgbClr val="002060"/>
              </a:solidFill>
              <a:latin typeface="Ubuntu" panose="020B0504030602030204" pitchFamily="34" charset="0"/>
            </a:endParaRPr>
          </a:p>
        </p:txBody>
      </p:sp>
      <p:pic>
        <p:nvPicPr>
          <p:cNvPr id="6" name="Picture 2" descr="Foto gratuita composición abstracta de vista superior con elementos de innovación">
            <a:extLst>
              <a:ext uri="{FF2B5EF4-FFF2-40B4-BE49-F238E27FC236}">
                <a16:creationId xmlns:a16="http://schemas.microsoft.com/office/drawing/2014/main" id="{1C6AFF55-CE04-EF58-C2B6-CB57B106C2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6834" y="2866323"/>
            <a:ext cx="2989737" cy="1681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9597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0A84973-9DAA-8DB4-FFFC-403300E548EC}"/>
              </a:ext>
            </a:extLst>
          </p:cNvPr>
          <p:cNvSpPr txBox="1"/>
          <p:nvPr/>
        </p:nvSpPr>
        <p:spPr>
          <a:xfrm>
            <a:off x="0" y="542090"/>
            <a:ext cx="9156405"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AR" sz="4000" b="1" dirty="0">
                <a:solidFill>
                  <a:prstClr val="white"/>
                </a:solidFill>
              </a:rPr>
              <a:t>Proceso de validación</a:t>
            </a:r>
            <a:endParaRPr kumimoji="0" lang="es-AR" sz="4000" b="1" i="0" u="none" strike="noStrike" kern="1200" cap="none" spc="0" normalizeH="0" baseline="0" noProof="0" dirty="0">
              <a:ln>
                <a:noFill/>
              </a:ln>
              <a:solidFill>
                <a:prstClr val="black"/>
              </a:solidFill>
              <a:effectLst/>
              <a:uLnTx/>
              <a:uFillTx/>
              <a:ea typeface="+mn-ea"/>
              <a:cs typeface="+mn-cs"/>
            </a:endParaRPr>
          </a:p>
        </p:txBody>
      </p:sp>
      <p:sp>
        <p:nvSpPr>
          <p:cNvPr id="7" name="Rectangle 3">
            <a:extLst>
              <a:ext uri="{FF2B5EF4-FFF2-40B4-BE49-F238E27FC236}">
                <a16:creationId xmlns:a16="http://schemas.microsoft.com/office/drawing/2014/main" id="{B8C1694A-9674-3707-E466-5B44739CDA43}"/>
              </a:ext>
            </a:extLst>
          </p:cNvPr>
          <p:cNvSpPr txBox="1">
            <a:spLocks noChangeArrowheads="1"/>
          </p:cNvSpPr>
          <p:nvPr/>
        </p:nvSpPr>
        <p:spPr>
          <a:xfrm>
            <a:off x="677562" y="2413687"/>
            <a:ext cx="8305800" cy="3581400"/>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57250" lvl="2" indent="-457200">
              <a:buClr>
                <a:schemeClr val="accent1"/>
              </a:buClr>
              <a:buFont typeface="Wingdings" pitchFamily="2" charset="2"/>
              <a:buChar char="ü"/>
              <a:defRPr/>
            </a:pPr>
            <a:r>
              <a:rPr lang="es-ES" altLang="es-AR" sz="2800" dirty="0">
                <a:solidFill>
                  <a:srgbClr val="002060"/>
                </a:solidFill>
              </a:rPr>
              <a:t>Analizar si el SRS </a:t>
            </a:r>
            <a:r>
              <a:rPr lang="es-ES" altLang="es-AR" dirty="0">
                <a:solidFill>
                  <a:srgbClr val="002060"/>
                </a:solidFill>
              </a:rPr>
              <a:t>(</a:t>
            </a:r>
            <a:r>
              <a:rPr lang="es-MX" dirty="0">
                <a:solidFill>
                  <a:srgbClr val="002060"/>
                </a:solidFill>
              </a:rPr>
              <a:t>Especificación de Requisitos de Software)</a:t>
            </a:r>
            <a:r>
              <a:rPr lang="es-ES" altLang="es-AR" sz="2800" dirty="0">
                <a:solidFill>
                  <a:srgbClr val="002060"/>
                </a:solidFill>
              </a:rPr>
              <a:t>y la documentación asociada describen correctamente las capacidades y características que cumplirán las necesidades de los </a:t>
            </a:r>
            <a:r>
              <a:rPr lang="es-ES" altLang="es-AR" sz="2800" dirty="0" err="1">
                <a:solidFill>
                  <a:srgbClr val="002060"/>
                </a:solidFill>
              </a:rPr>
              <a:t>stakeholders</a:t>
            </a:r>
            <a:r>
              <a:rPr lang="es-ES" altLang="es-AR" sz="2800" dirty="0">
                <a:solidFill>
                  <a:srgbClr val="002060"/>
                </a:solidFill>
              </a:rPr>
              <a:t>.</a:t>
            </a:r>
          </a:p>
          <a:p>
            <a:pPr>
              <a:buClr>
                <a:schemeClr val="accent1"/>
              </a:buClr>
              <a:buFont typeface="Wingdings" pitchFamily="2" charset="2"/>
              <a:buChar char="ü"/>
            </a:pPr>
            <a:endParaRPr lang="es-ES" altLang="es-AR" dirty="0">
              <a:solidFill>
                <a:srgbClr val="002060"/>
              </a:solidFill>
            </a:endParaRPr>
          </a:p>
          <a:p>
            <a:pPr marL="857250" lvl="2" indent="-457200">
              <a:buClr>
                <a:schemeClr val="accent1"/>
              </a:buClr>
              <a:buFont typeface="Wingdings" pitchFamily="2" charset="2"/>
              <a:buChar char="ü"/>
              <a:defRPr/>
            </a:pPr>
            <a:r>
              <a:rPr lang="es-ES" altLang="es-AR" sz="2800" dirty="0">
                <a:solidFill>
                  <a:srgbClr val="002060"/>
                </a:solidFill>
              </a:rPr>
              <a:t>Analizar si los requerimientos de software fueron derivados correctamente de los requerimientos de usuario, las reglas de negocio y otras fuentes.</a:t>
            </a:r>
          </a:p>
          <a:p>
            <a:pPr marL="857250" lvl="2" indent="-457200">
              <a:buFont typeface="Wingdings" pitchFamily="2" charset="2"/>
              <a:buChar char="ü"/>
              <a:defRPr/>
            </a:pPr>
            <a:endParaRPr lang="es-ES_tradnl" sz="3200" dirty="0">
              <a:solidFill>
                <a:srgbClr val="002060"/>
              </a:solidFill>
            </a:endParaRPr>
          </a:p>
          <a:p>
            <a:pPr marL="571500" lvl="2" indent="-571500">
              <a:buFont typeface="Wingdings" pitchFamily="2" charset="2"/>
              <a:buChar char="ü"/>
              <a:defRPr/>
            </a:pPr>
            <a:endParaRPr lang="es-ES_tradnl" sz="3200" dirty="0">
              <a:solidFill>
                <a:srgbClr val="002060"/>
              </a:solidFill>
            </a:endParaRPr>
          </a:p>
          <a:p>
            <a:pPr>
              <a:buFont typeface="Wingdings" pitchFamily="2" charset="2"/>
              <a:buChar char="ü"/>
              <a:defRPr/>
            </a:pPr>
            <a:endParaRPr lang="es-ES" sz="3200" dirty="0">
              <a:solidFill>
                <a:srgbClr val="002060"/>
              </a:solidFill>
            </a:endParaRPr>
          </a:p>
        </p:txBody>
      </p:sp>
      <p:sp>
        <p:nvSpPr>
          <p:cNvPr id="8" name="Rectangle 2">
            <a:extLst>
              <a:ext uri="{FF2B5EF4-FFF2-40B4-BE49-F238E27FC236}">
                <a16:creationId xmlns:a16="http://schemas.microsoft.com/office/drawing/2014/main" id="{90D3681B-F6C3-7CE7-158A-EFA9A46F9370}"/>
              </a:ext>
            </a:extLst>
          </p:cNvPr>
          <p:cNvSpPr txBox="1">
            <a:spLocks noChangeArrowheads="1"/>
          </p:cNvSpPr>
          <p:nvPr/>
        </p:nvSpPr>
        <p:spPr bwMode="auto">
          <a:xfrm>
            <a:off x="2548902" y="1664479"/>
            <a:ext cx="4563119"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rgbClr val="8AD0D6"/>
              </a:buClr>
              <a:buSzPct val="80000"/>
              <a:buFont typeface="Wingdings 3" pitchFamily="2" charset="2"/>
              <a:buChar char=""/>
              <a:defRPr sz="2000">
                <a:solidFill>
                  <a:schemeClr val="tx1"/>
                </a:solidFill>
                <a:latin typeface="Century Gothic" panose="020B0502020202020204" pitchFamily="34" charset="0"/>
              </a:defRPr>
            </a:lvl1pPr>
            <a:lvl2pPr marL="742950" indent="-285750">
              <a:spcBef>
                <a:spcPts val="1000"/>
              </a:spcBef>
              <a:buClr>
                <a:srgbClr val="8AD0D6"/>
              </a:buClr>
              <a:buSzPct val="80000"/>
              <a:buFont typeface="Wingdings 3" pitchFamily="2" charset="2"/>
              <a:buChar char=""/>
              <a:defRPr>
                <a:solidFill>
                  <a:schemeClr val="tx1"/>
                </a:solidFill>
                <a:latin typeface="Century Gothic" panose="020B0502020202020204" pitchFamily="34" charset="0"/>
              </a:defRPr>
            </a:lvl2pPr>
            <a:lvl3pPr marL="1143000" indent="-228600">
              <a:spcBef>
                <a:spcPts val="1000"/>
              </a:spcBef>
              <a:buClr>
                <a:srgbClr val="8AD0D6"/>
              </a:buClr>
              <a:buSzPct val="80000"/>
              <a:buFont typeface="Wingdings 3" pitchFamily="2" charset="2"/>
              <a:buChar char=""/>
              <a:defRPr sz="1600">
                <a:solidFill>
                  <a:schemeClr val="tx1"/>
                </a:solidFill>
                <a:latin typeface="Century Gothic" panose="020B0502020202020204" pitchFamily="34" charset="0"/>
              </a:defRPr>
            </a:lvl3pPr>
            <a:lvl4pPr marL="1600200" indent="-228600">
              <a:spcBef>
                <a:spcPts val="1000"/>
              </a:spcBef>
              <a:buClr>
                <a:srgbClr val="8AD0D6"/>
              </a:buClr>
              <a:buSzPct val="80000"/>
              <a:buFont typeface="Wingdings 3" pitchFamily="2" charset="2"/>
              <a:buChar char=""/>
              <a:defRPr sz="1400">
                <a:solidFill>
                  <a:schemeClr val="tx1"/>
                </a:solidFill>
                <a:latin typeface="Century Gothic" panose="020B0502020202020204" pitchFamily="34" charset="0"/>
              </a:defRPr>
            </a:lvl4pPr>
            <a:lvl5pPr marL="2057400" indent="-228600">
              <a:spcBef>
                <a:spcPts val="1000"/>
              </a:spcBef>
              <a:buClr>
                <a:srgbClr val="8AD0D6"/>
              </a:buClr>
              <a:buSzPct val="80000"/>
              <a:buFont typeface="Wingdings 3" pitchFamily="2" charset="2"/>
              <a:buChar char=""/>
              <a:defRPr sz="1400">
                <a:solidFill>
                  <a:schemeClr val="tx1"/>
                </a:solidFill>
                <a:latin typeface="Century Gothic" panose="020B0502020202020204" pitchFamily="34" charset="0"/>
              </a:defRPr>
            </a:lvl5pPr>
            <a:lvl6pPr marL="25146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6pPr>
            <a:lvl7pPr marL="29718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7pPr>
            <a:lvl8pPr marL="34290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8pPr>
            <a:lvl9pPr marL="38862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9pPr>
          </a:lstStyle>
          <a:p>
            <a:pPr eaLnBrk="1" hangingPunct="1">
              <a:spcBef>
                <a:spcPct val="0"/>
              </a:spcBef>
              <a:buClrTx/>
              <a:buSzTx/>
              <a:buFontTx/>
              <a:buNone/>
            </a:pPr>
            <a:r>
              <a:rPr lang="es-ES" altLang="es-AR" sz="2400" b="1" dirty="0">
                <a:solidFill>
                  <a:srgbClr val="F6A610"/>
                </a:solidFill>
              </a:rPr>
              <a:t>¿Cuáles son sus objetivos?</a:t>
            </a:r>
          </a:p>
        </p:txBody>
      </p:sp>
    </p:spTree>
    <p:extLst>
      <p:ext uri="{BB962C8B-B14F-4D97-AF65-F5344CB8AC3E}">
        <p14:creationId xmlns:p14="http://schemas.microsoft.com/office/powerpoint/2010/main" val="4395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wipe(down)">
                                      <p:cBhvr>
                                        <p:cTn id="10"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0A84973-9DAA-8DB4-FFFC-403300E548EC}"/>
              </a:ext>
            </a:extLst>
          </p:cNvPr>
          <p:cNvSpPr txBox="1"/>
          <p:nvPr/>
        </p:nvSpPr>
        <p:spPr>
          <a:xfrm>
            <a:off x="0" y="542090"/>
            <a:ext cx="9156405"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AR" sz="4000" b="1" dirty="0">
                <a:solidFill>
                  <a:prstClr val="white"/>
                </a:solidFill>
              </a:rPr>
              <a:t>Proceso de validación</a:t>
            </a:r>
            <a:endParaRPr kumimoji="0" lang="es-AR" sz="4000" b="1" i="0" u="none" strike="noStrike" kern="1200" cap="none" spc="0" normalizeH="0" baseline="0" noProof="0" dirty="0">
              <a:ln>
                <a:noFill/>
              </a:ln>
              <a:solidFill>
                <a:prstClr val="black"/>
              </a:solidFill>
              <a:effectLst/>
              <a:uLnTx/>
              <a:uFillTx/>
              <a:ea typeface="+mn-ea"/>
              <a:cs typeface="+mn-cs"/>
            </a:endParaRPr>
          </a:p>
        </p:txBody>
      </p:sp>
      <p:sp>
        <p:nvSpPr>
          <p:cNvPr id="8" name="Rectangle 2">
            <a:extLst>
              <a:ext uri="{FF2B5EF4-FFF2-40B4-BE49-F238E27FC236}">
                <a16:creationId xmlns:a16="http://schemas.microsoft.com/office/drawing/2014/main" id="{90D3681B-F6C3-7CE7-158A-EFA9A46F9370}"/>
              </a:ext>
            </a:extLst>
          </p:cNvPr>
          <p:cNvSpPr txBox="1">
            <a:spLocks noChangeArrowheads="1"/>
          </p:cNvSpPr>
          <p:nvPr/>
        </p:nvSpPr>
        <p:spPr bwMode="auto">
          <a:xfrm>
            <a:off x="2548902" y="1664479"/>
            <a:ext cx="4563119"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rgbClr val="8AD0D6"/>
              </a:buClr>
              <a:buSzPct val="80000"/>
              <a:buFont typeface="Wingdings 3" pitchFamily="2" charset="2"/>
              <a:buChar char=""/>
              <a:defRPr sz="2000">
                <a:solidFill>
                  <a:schemeClr val="tx1"/>
                </a:solidFill>
                <a:latin typeface="Century Gothic" panose="020B0502020202020204" pitchFamily="34" charset="0"/>
              </a:defRPr>
            </a:lvl1pPr>
            <a:lvl2pPr marL="742950" indent="-285750">
              <a:spcBef>
                <a:spcPts val="1000"/>
              </a:spcBef>
              <a:buClr>
                <a:srgbClr val="8AD0D6"/>
              </a:buClr>
              <a:buSzPct val="80000"/>
              <a:buFont typeface="Wingdings 3" pitchFamily="2" charset="2"/>
              <a:buChar char=""/>
              <a:defRPr>
                <a:solidFill>
                  <a:schemeClr val="tx1"/>
                </a:solidFill>
                <a:latin typeface="Century Gothic" panose="020B0502020202020204" pitchFamily="34" charset="0"/>
              </a:defRPr>
            </a:lvl2pPr>
            <a:lvl3pPr marL="1143000" indent="-228600">
              <a:spcBef>
                <a:spcPts val="1000"/>
              </a:spcBef>
              <a:buClr>
                <a:srgbClr val="8AD0D6"/>
              </a:buClr>
              <a:buSzPct val="80000"/>
              <a:buFont typeface="Wingdings 3" pitchFamily="2" charset="2"/>
              <a:buChar char=""/>
              <a:defRPr sz="1600">
                <a:solidFill>
                  <a:schemeClr val="tx1"/>
                </a:solidFill>
                <a:latin typeface="Century Gothic" panose="020B0502020202020204" pitchFamily="34" charset="0"/>
              </a:defRPr>
            </a:lvl3pPr>
            <a:lvl4pPr marL="1600200" indent="-228600">
              <a:spcBef>
                <a:spcPts val="1000"/>
              </a:spcBef>
              <a:buClr>
                <a:srgbClr val="8AD0D6"/>
              </a:buClr>
              <a:buSzPct val="80000"/>
              <a:buFont typeface="Wingdings 3" pitchFamily="2" charset="2"/>
              <a:buChar char=""/>
              <a:defRPr sz="1400">
                <a:solidFill>
                  <a:schemeClr val="tx1"/>
                </a:solidFill>
                <a:latin typeface="Century Gothic" panose="020B0502020202020204" pitchFamily="34" charset="0"/>
              </a:defRPr>
            </a:lvl4pPr>
            <a:lvl5pPr marL="2057400" indent="-228600">
              <a:spcBef>
                <a:spcPts val="1000"/>
              </a:spcBef>
              <a:buClr>
                <a:srgbClr val="8AD0D6"/>
              </a:buClr>
              <a:buSzPct val="80000"/>
              <a:buFont typeface="Wingdings 3" pitchFamily="2" charset="2"/>
              <a:buChar char=""/>
              <a:defRPr sz="1400">
                <a:solidFill>
                  <a:schemeClr val="tx1"/>
                </a:solidFill>
                <a:latin typeface="Century Gothic" panose="020B0502020202020204" pitchFamily="34" charset="0"/>
              </a:defRPr>
            </a:lvl5pPr>
            <a:lvl6pPr marL="25146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6pPr>
            <a:lvl7pPr marL="29718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7pPr>
            <a:lvl8pPr marL="34290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8pPr>
            <a:lvl9pPr marL="38862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9pPr>
          </a:lstStyle>
          <a:p>
            <a:pPr eaLnBrk="1" hangingPunct="1">
              <a:spcBef>
                <a:spcPct val="0"/>
              </a:spcBef>
              <a:buClrTx/>
              <a:buSzTx/>
              <a:buFontTx/>
              <a:buNone/>
            </a:pPr>
            <a:r>
              <a:rPr lang="es-ES" altLang="es-AR" sz="2400" b="1" dirty="0">
                <a:solidFill>
                  <a:srgbClr val="F6A610"/>
                </a:solidFill>
              </a:rPr>
              <a:t>¿Cuáles son sus entradas?</a:t>
            </a:r>
          </a:p>
        </p:txBody>
      </p:sp>
      <p:sp>
        <p:nvSpPr>
          <p:cNvPr id="2" name="Rectangle 3">
            <a:extLst>
              <a:ext uri="{FF2B5EF4-FFF2-40B4-BE49-F238E27FC236}">
                <a16:creationId xmlns:a16="http://schemas.microsoft.com/office/drawing/2014/main" id="{22501D44-3F7B-A793-4E4E-FBCA1CD65DBC}"/>
              </a:ext>
            </a:extLst>
          </p:cNvPr>
          <p:cNvSpPr txBox="1">
            <a:spLocks noChangeArrowheads="1"/>
          </p:cNvSpPr>
          <p:nvPr/>
        </p:nvSpPr>
        <p:spPr>
          <a:xfrm>
            <a:off x="909109" y="2202642"/>
            <a:ext cx="8153400" cy="4291914"/>
          </a:xfrm>
          <a:custGeom>
            <a:avLst/>
            <a:gdLst>
              <a:gd name="csX0" fmla="*/ 0 w 8153400"/>
              <a:gd name="csY0" fmla="*/ 0 h 4291914"/>
              <a:gd name="csX1" fmla="*/ 8153400 w 8153400"/>
              <a:gd name="csY1" fmla="*/ 0 h 4291914"/>
              <a:gd name="csX2" fmla="*/ 8153400 w 8153400"/>
              <a:gd name="csY2" fmla="*/ 4291914 h 4291914"/>
              <a:gd name="csX3" fmla="*/ 0 w 8153400"/>
              <a:gd name="csY3" fmla="*/ 4291914 h 4291914"/>
              <a:gd name="csX4" fmla="*/ 0 w 8153400"/>
              <a:gd name="csY4" fmla="*/ 0 h 4291914"/>
            </a:gdLst>
            <a:ahLst/>
            <a:cxnLst>
              <a:cxn ang="0">
                <a:pos x="csX0" y="csY0"/>
              </a:cxn>
              <a:cxn ang="0">
                <a:pos x="csX1" y="csY1"/>
              </a:cxn>
              <a:cxn ang="0">
                <a:pos x="csX2" y="csY2"/>
              </a:cxn>
              <a:cxn ang="0">
                <a:pos x="csX3" y="csY3"/>
              </a:cxn>
              <a:cxn ang="0">
                <a:pos x="csX4" y="csY4"/>
              </a:cxn>
            </a:cxnLst>
            <a:rect l="l" t="t" r="r" b="b"/>
            <a:pathLst>
              <a:path w="8153400" h="4291914" fill="none" extrusionOk="0">
                <a:moveTo>
                  <a:pt x="0" y="0"/>
                </a:moveTo>
                <a:cubicBezTo>
                  <a:pt x="2807201" y="-49533"/>
                  <a:pt x="4635373" y="-14809"/>
                  <a:pt x="8153400" y="0"/>
                </a:cubicBezTo>
                <a:cubicBezTo>
                  <a:pt x="8241039" y="552562"/>
                  <a:pt x="8080721" y="3666297"/>
                  <a:pt x="8153400" y="4291914"/>
                </a:cubicBezTo>
                <a:cubicBezTo>
                  <a:pt x="7085200" y="4243683"/>
                  <a:pt x="3667115" y="4376369"/>
                  <a:pt x="0" y="4291914"/>
                </a:cubicBezTo>
                <a:cubicBezTo>
                  <a:pt x="-38581" y="2875711"/>
                  <a:pt x="63341" y="1956893"/>
                  <a:pt x="0" y="0"/>
                </a:cubicBezTo>
                <a:close/>
              </a:path>
              <a:path w="8153400" h="4291914" stroke="0" extrusionOk="0">
                <a:moveTo>
                  <a:pt x="0" y="0"/>
                </a:moveTo>
                <a:cubicBezTo>
                  <a:pt x="2240261" y="118645"/>
                  <a:pt x="5549354" y="116012"/>
                  <a:pt x="8153400" y="0"/>
                </a:cubicBezTo>
                <a:cubicBezTo>
                  <a:pt x="8020518" y="1164169"/>
                  <a:pt x="8238351" y="2956558"/>
                  <a:pt x="8153400" y="4291914"/>
                </a:cubicBezTo>
                <a:cubicBezTo>
                  <a:pt x="7328600" y="4426514"/>
                  <a:pt x="931719" y="4134718"/>
                  <a:pt x="0" y="4291914"/>
                </a:cubicBezTo>
                <a:cubicBezTo>
                  <a:pt x="-20187" y="3396599"/>
                  <a:pt x="-152480" y="1675435"/>
                  <a:pt x="0" y="0"/>
                </a:cubicBezTo>
                <a:close/>
              </a:path>
            </a:pathLst>
          </a:custGeom>
          <a:gradFill flip="none" rotWithShape="1">
            <a:gsLst>
              <a:gs pos="0">
                <a:schemeClr val="accent2">
                  <a:lumMod val="0"/>
                  <a:lumOff val="100000"/>
                </a:schemeClr>
              </a:gs>
              <a:gs pos="86000">
                <a:schemeClr val="accent2">
                  <a:lumMod val="0"/>
                  <a:lumOff val="100000"/>
                </a:schemeClr>
              </a:gs>
              <a:gs pos="100000">
                <a:schemeClr val="accent2">
                  <a:lumMod val="100000"/>
                </a:schemeClr>
              </a:gs>
            </a:gsLst>
            <a:path path="circle">
              <a:fillToRect l="50000" t="-80000" r="50000" b="180000"/>
            </a:path>
            <a:tileRect/>
          </a:gradFill>
          <a:ln w="0">
            <a:solidFill>
              <a:schemeClr val="accent2"/>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buClr>
              <a:buFont typeface="Wingdings" pitchFamily="2" charset="2"/>
              <a:buChar char="ü"/>
              <a:defRPr/>
            </a:pPr>
            <a:endParaRPr lang="es-ES_tradnl" altLang="es-AR" sz="1000" dirty="0">
              <a:solidFill>
                <a:srgbClr val="002060"/>
              </a:solidFill>
            </a:endParaRPr>
          </a:p>
          <a:p>
            <a:pPr>
              <a:buClr>
                <a:schemeClr val="accent1"/>
              </a:buClr>
              <a:buFont typeface="Wingdings" pitchFamily="2" charset="2"/>
              <a:buChar char="ü"/>
              <a:defRPr/>
            </a:pPr>
            <a:r>
              <a:rPr lang="es-ES_tradnl" altLang="es-AR" dirty="0">
                <a:solidFill>
                  <a:srgbClr val="002060"/>
                </a:solidFill>
              </a:rPr>
              <a:t>Requerimientos de Software Especificados.</a:t>
            </a:r>
            <a:endParaRPr lang="es-ES_tradnl" altLang="es-AR" sz="2600" dirty="0">
              <a:solidFill>
                <a:srgbClr val="002060"/>
              </a:solidFill>
            </a:endParaRPr>
          </a:p>
          <a:p>
            <a:pPr marL="857258" lvl="2" indent="-457200">
              <a:buClr>
                <a:schemeClr val="accent1"/>
              </a:buClr>
              <a:buFont typeface="Wingdings" panose="05000000000000000000" pitchFamily="2" charset="2"/>
              <a:buChar char="ü"/>
              <a:defRPr/>
            </a:pPr>
            <a:endParaRPr lang="es-ES_tradnl" altLang="es-AR" sz="2200" dirty="0">
              <a:solidFill>
                <a:srgbClr val="002060"/>
              </a:solidFill>
            </a:endParaRPr>
          </a:p>
          <a:p>
            <a:pPr marL="857258" lvl="2" indent="-457200">
              <a:buClr>
                <a:schemeClr val="accent1"/>
              </a:buClr>
              <a:buFont typeface="Wingdings" panose="05000000000000000000" pitchFamily="2" charset="2"/>
              <a:buChar char="ü"/>
              <a:defRPr/>
            </a:pPr>
            <a:r>
              <a:rPr lang="es-ES_tradnl" altLang="es-AR" sz="2400" dirty="0">
                <a:solidFill>
                  <a:srgbClr val="002060"/>
                </a:solidFill>
              </a:rPr>
              <a:t>SRS (</a:t>
            </a:r>
            <a:r>
              <a:rPr lang="es-ES" sz="2400" dirty="0">
                <a:solidFill>
                  <a:srgbClr val="002060"/>
                </a:solidFill>
              </a:rPr>
              <a:t>Software </a:t>
            </a:r>
            <a:r>
              <a:rPr lang="es-ES" sz="2400" dirty="0" err="1">
                <a:solidFill>
                  <a:srgbClr val="002060"/>
                </a:solidFill>
              </a:rPr>
              <a:t>Requirements</a:t>
            </a:r>
            <a:r>
              <a:rPr lang="es-AR" sz="2400" dirty="0">
                <a:solidFill>
                  <a:srgbClr val="002060"/>
                </a:solidFill>
              </a:rPr>
              <a:t> </a:t>
            </a:r>
            <a:r>
              <a:rPr lang="es-AR" sz="2400" dirty="0" err="1">
                <a:solidFill>
                  <a:srgbClr val="002060"/>
                </a:solidFill>
              </a:rPr>
              <a:t>Specification</a:t>
            </a:r>
            <a:r>
              <a:rPr lang="es-ES_tradnl" altLang="es-AR" sz="2400" dirty="0">
                <a:solidFill>
                  <a:srgbClr val="002060"/>
                </a:solidFill>
              </a:rPr>
              <a:t>)</a:t>
            </a:r>
          </a:p>
          <a:p>
            <a:pPr marL="857258" lvl="2" indent="-457200">
              <a:buClr>
                <a:schemeClr val="accent1"/>
              </a:buClr>
              <a:buFont typeface="Wingdings" panose="05000000000000000000" pitchFamily="2" charset="2"/>
              <a:buChar char="ü"/>
              <a:defRPr/>
            </a:pPr>
            <a:endParaRPr lang="es-ES_tradnl" altLang="es-AR" sz="2400" dirty="0">
              <a:solidFill>
                <a:srgbClr val="002060"/>
              </a:solidFill>
            </a:endParaRPr>
          </a:p>
          <a:p>
            <a:pPr marL="857258" lvl="2" indent="-457200">
              <a:buClr>
                <a:schemeClr val="accent1"/>
              </a:buClr>
              <a:buFont typeface="Wingdings" panose="05000000000000000000" pitchFamily="2" charset="2"/>
              <a:buChar char="ü"/>
              <a:defRPr/>
            </a:pPr>
            <a:endParaRPr lang="es-ES_tradnl" altLang="es-AR" sz="2400" dirty="0">
              <a:solidFill>
                <a:srgbClr val="002060"/>
              </a:solidFill>
            </a:endParaRPr>
          </a:p>
          <a:p>
            <a:pPr marL="857258" lvl="2" indent="-457200">
              <a:buClr>
                <a:schemeClr val="accent1"/>
              </a:buClr>
              <a:buFont typeface="Wingdings" panose="05000000000000000000" pitchFamily="2" charset="2"/>
              <a:buChar char="ü"/>
              <a:defRPr/>
            </a:pPr>
            <a:r>
              <a:rPr lang="es-ES_tradnl" altLang="es-AR" sz="2400" dirty="0">
                <a:solidFill>
                  <a:srgbClr val="002060"/>
                </a:solidFill>
              </a:rPr>
              <a:t>Especificaciones de Casos de Uso.</a:t>
            </a:r>
          </a:p>
          <a:p>
            <a:pPr marL="857258" lvl="2" indent="-457200">
              <a:buClr>
                <a:schemeClr val="accent1"/>
              </a:buClr>
              <a:buFont typeface="Wingdings" panose="05000000000000000000" pitchFamily="2" charset="2"/>
              <a:buChar char="ü"/>
              <a:defRPr/>
            </a:pPr>
            <a:endParaRPr lang="es-ES_tradnl" altLang="es-AR" sz="2400" dirty="0">
              <a:solidFill>
                <a:srgbClr val="002060"/>
              </a:solidFill>
            </a:endParaRPr>
          </a:p>
          <a:p>
            <a:pPr marL="857258" lvl="2" indent="-457200">
              <a:buClr>
                <a:schemeClr val="accent1"/>
              </a:buClr>
              <a:buFont typeface="Wingdings" panose="05000000000000000000" pitchFamily="2" charset="2"/>
              <a:buChar char="ü"/>
              <a:defRPr/>
            </a:pPr>
            <a:endParaRPr lang="es-ES_tradnl" altLang="es-AR" sz="2400" dirty="0">
              <a:solidFill>
                <a:srgbClr val="002060"/>
              </a:solidFill>
            </a:endParaRPr>
          </a:p>
          <a:p>
            <a:pPr marL="857258" lvl="2" indent="-457200">
              <a:buClr>
                <a:schemeClr val="accent1"/>
              </a:buClr>
              <a:buFont typeface="Wingdings" panose="05000000000000000000" pitchFamily="2" charset="2"/>
              <a:buChar char="ü"/>
              <a:defRPr/>
            </a:pPr>
            <a:r>
              <a:rPr lang="es-ES_tradnl" altLang="es-AR" sz="2400" dirty="0">
                <a:solidFill>
                  <a:srgbClr val="002060"/>
                </a:solidFill>
              </a:rPr>
              <a:t>Historias de usuarios detalladas.</a:t>
            </a:r>
          </a:p>
          <a:p>
            <a:pPr marL="857258" lvl="2" indent="-457200">
              <a:buClr>
                <a:schemeClr val="accent1"/>
              </a:buClr>
              <a:buFont typeface="Wingdings" panose="05000000000000000000" pitchFamily="2" charset="2"/>
              <a:buChar char="ü"/>
              <a:defRPr/>
            </a:pPr>
            <a:endParaRPr lang="es-ES_tradnl" altLang="es-AR" sz="2400" dirty="0">
              <a:solidFill>
                <a:srgbClr val="002060"/>
              </a:solidFill>
            </a:endParaRPr>
          </a:p>
          <a:p>
            <a:pPr>
              <a:buClr>
                <a:schemeClr val="accent1"/>
              </a:buClr>
              <a:buFont typeface="Wingdings" panose="05000000000000000000" pitchFamily="2" charset="2"/>
              <a:buChar char="Ø"/>
              <a:defRPr/>
            </a:pPr>
            <a:endParaRPr lang="es-ES_tradnl" dirty="0">
              <a:solidFill>
                <a:srgbClr val="002060"/>
              </a:solidFill>
            </a:endParaRPr>
          </a:p>
          <a:p>
            <a:pPr marL="457200" lvl="2" indent="-457200">
              <a:lnSpc>
                <a:spcPct val="80000"/>
              </a:lnSpc>
              <a:buClr>
                <a:schemeClr val="accent1"/>
              </a:buClr>
              <a:buFont typeface="Wingdings" panose="05000000000000000000" pitchFamily="2" charset="2"/>
              <a:buChar char="Ø"/>
              <a:defRPr/>
            </a:pPr>
            <a:endParaRPr lang="es-ES_tradnl" sz="2800" dirty="0">
              <a:solidFill>
                <a:srgbClr val="002060"/>
              </a:solidFill>
            </a:endParaRPr>
          </a:p>
        </p:txBody>
      </p:sp>
      <p:pic>
        <p:nvPicPr>
          <p:cNvPr id="3" name="Imagen 2">
            <a:extLst>
              <a:ext uri="{FF2B5EF4-FFF2-40B4-BE49-F238E27FC236}">
                <a16:creationId xmlns:a16="http://schemas.microsoft.com/office/drawing/2014/main" id="{33664547-D053-7EE8-C525-C23E9439C8E8}"/>
              </a:ext>
            </a:extLst>
          </p:cNvPr>
          <p:cNvPicPr>
            <a:picLocks noChangeAspect="1"/>
          </p:cNvPicPr>
          <p:nvPr/>
        </p:nvPicPr>
        <p:blipFill>
          <a:blip r:embed="rId2"/>
          <a:stretch>
            <a:fillRect/>
          </a:stretch>
        </p:blipFill>
        <p:spPr>
          <a:xfrm>
            <a:off x="7785269" y="3086667"/>
            <a:ext cx="1277240" cy="837652"/>
          </a:xfrm>
          <a:prstGeom prst="rect">
            <a:avLst/>
          </a:prstGeom>
        </p:spPr>
      </p:pic>
      <p:pic>
        <p:nvPicPr>
          <p:cNvPr id="5" name="Imagen 4">
            <a:extLst>
              <a:ext uri="{FF2B5EF4-FFF2-40B4-BE49-F238E27FC236}">
                <a16:creationId xmlns:a16="http://schemas.microsoft.com/office/drawing/2014/main" id="{575F6B73-3CCB-C146-774A-22A1B7F334A5}"/>
              </a:ext>
            </a:extLst>
          </p:cNvPr>
          <p:cNvPicPr>
            <a:picLocks noChangeAspect="1"/>
          </p:cNvPicPr>
          <p:nvPr/>
        </p:nvPicPr>
        <p:blipFill>
          <a:blip r:embed="rId3"/>
          <a:stretch>
            <a:fillRect/>
          </a:stretch>
        </p:blipFill>
        <p:spPr>
          <a:xfrm>
            <a:off x="7888633" y="4234597"/>
            <a:ext cx="905885" cy="974840"/>
          </a:xfrm>
          <a:prstGeom prst="rect">
            <a:avLst/>
          </a:prstGeom>
        </p:spPr>
      </p:pic>
      <p:pic>
        <p:nvPicPr>
          <p:cNvPr id="6" name="Picture 2" descr="https://theagiletribe.files.wordpress.com/2011/05/storycard-small1.jpg">
            <a:extLst>
              <a:ext uri="{FF2B5EF4-FFF2-40B4-BE49-F238E27FC236}">
                <a16:creationId xmlns:a16="http://schemas.microsoft.com/office/drawing/2014/main" id="{A94B1F69-7856-089D-A1D7-9F5CEEF22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574145">
            <a:off x="7925290" y="5597015"/>
            <a:ext cx="832572" cy="563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3961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0A84973-9DAA-8DB4-FFFC-403300E548EC}"/>
              </a:ext>
            </a:extLst>
          </p:cNvPr>
          <p:cNvSpPr txBox="1"/>
          <p:nvPr/>
        </p:nvSpPr>
        <p:spPr>
          <a:xfrm>
            <a:off x="0" y="542090"/>
            <a:ext cx="9156405"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AR" sz="4000" b="1" dirty="0">
                <a:solidFill>
                  <a:prstClr val="white"/>
                </a:solidFill>
              </a:rPr>
              <a:t>Proceso de validación</a:t>
            </a:r>
            <a:endParaRPr kumimoji="0" lang="es-AR" sz="4000" b="1" i="0" u="none" strike="noStrike" kern="1200" cap="none" spc="0" normalizeH="0" baseline="0" noProof="0" dirty="0">
              <a:ln>
                <a:noFill/>
              </a:ln>
              <a:solidFill>
                <a:prstClr val="black"/>
              </a:solidFill>
              <a:effectLst/>
              <a:uLnTx/>
              <a:uFillTx/>
              <a:ea typeface="+mn-ea"/>
              <a:cs typeface="+mn-cs"/>
            </a:endParaRPr>
          </a:p>
        </p:txBody>
      </p:sp>
      <p:sp>
        <p:nvSpPr>
          <p:cNvPr id="8" name="Rectangle 2">
            <a:extLst>
              <a:ext uri="{FF2B5EF4-FFF2-40B4-BE49-F238E27FC236}">
                <a16:creationId xmlns:a16="http://schemas.microsoft.com/office/drawing/2014/main" id="{90D3681B-F6C3-7CE7-158A-EFA9A46F9370}"/>
              </a:ext>
            </a:extLst>
          </p:cNvPr>
          <p:cNvSpPr txBox="1">
            <a:spLocks noChangeArrowheads="1"/>
          </p:cNvSpPr>
          <p:nvPr/>
        </p:nvSpPr>
        <p:spPr bwMode="auto">
          <a:xfrm>
            <a:off x="2548902" y="1664479"/>
            <a:ext cx="4563119"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rgbClr val="8AD0D6"/>
              </a:buClr>
              <a:buSzPct val="80000"/>
              <a:buFont typeface="Wingdings 3" pitchFamily="2" charset="2"/>
              <a:buChar char=""/>
              <a:defRPr sz="2000">
                <a:solidFill>
                  <a:schemeClr val="tx1"/>
                </a:solidFill>
                <a:latin typeface="Century Gothic" panose="020B0502020202020204" pitchFamily="34" charset="0"/>
              </a:defRPr>
            </a:lvl1pPr>
            <a:lvl2pPr marL="742950" indent="-285750">
              <a:spcBef>
                <a:spcPts val="1000"/>
              </a:spcBef>
              <a:buClr>
                <a:srgbClr val="8AD0D6"/>
              </a:buClr>
              <a:buSzPct val="80000"/>
              <a:buFont typeface="Wingdings 3" pitchFamily="2" charset="2"/>
              <a:buChar char=""/>
              <a:defRPr>
                <a:solidFill>
                  <a:schemeClr val="tx1"/>
                </a:solidFill>
                <a:latin typeface="Century Gothic" panose="020B0502020202020204" pitchFamily="34" charset="0"/>
              </a:defRPr>
            </a:lvl2pPr>
            <a:lvl3pPr marL="1143000" indent="-228600">
              <a:spcBef>
                <a:spcPts val="1000"/>
              </a:spcBef>
              <a:buClr>
                <a:srgbClr val="8AD0D6"/>
              </a:buClr>
              <a:buSzPct val="80000"/>
              <a:buFont typeface="Wingdings 3" pitchFamily="2" charset="2"/>
              <a:buChar char=""/>
              <a:defRPr sz="1600">
                <a:solidFill>
                  <a:schemeClr val="tx1"/>
                </a:solidFill>
                <a:latin typeface="Century Gothic" panose="020B0502020202020204" pitchFamily="34" charset="0"/>
              </a:defRPr>
            </a:lvl3pPr>
            <a:lvl4pPr marL="1600200" indent="-228600">
              <a:spcBef>
                <a:spcPts val="1000"/>
              </a:spcBef>
              <a:buClr>
                <a:srgbClr val="8AD0D6"/>
              </a:buClr>
              <a:buSzPct val="80000"/>
              <a:buFont typeface="Wingdings 3" pitchFamily="2" charset="2"/>
              <a:buChar char=""/>
              <a:defRPr sz="1400">
                <a:solidFill>
                  <a:schemeClr val="tx1"/>
                </a:solidFill>
                <a:latin typeface="Century Gothic" panose="020B0502020202020204" pitchFamily="34" charset="0"/>
              </a:defRPr>
            </a:lvl4pPr>
            <a:lvl5pPr marL="2057400" indent="-228600">
              <a:spcBef>
                <a:spcPts val="1000"/>
              </a:spcBef>
              <a:buClr>
                <a:srgbClr val="8AD0D6"/>
              </a:buClr>
              <a:buSzPct val="80000"/>
              <a:buFont typeface="Wingdings 3" pitchFamily="2" charset="2"/>
              <a:buChar char=""/>
              <a:defRPr sz="1400">
                <a:solidFill>
                  <a:schemeClr val="tx1"/>
                </a:solidFill>
                <a:latin typeface="Century Gothic" panose="020B0502020202020204" pitchFamily="34" charset="0"/>
              </a:defRPr>
            </a:lvl5pPr>
            <a:lvl6pPr marL="25146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6pPr>
            <a:lvl7pPr marL="29718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7pPr>
            <a:lvl8pPr marL="34290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8pPr>
            <a:lvl9pPr marL="38862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9pPr>
          </a:lstStyle>
          <a:p>
            <a:pPr eaLnBrk="1" hangingPunct="1">
              <a:spcBef>
                <a:spcPct val="0"/>
              </a:spcBef>
              <a:buClrTx/>
              <a:buSzTx/>
              <a:buFontTx/>
              <a:buNone/>
            </a:pPr>
            <a:r>
              <a:rPr lang="es-ES" altLang="es-AR" sz="2400" b="1" dirty="0">
                <a:solidFill>
                  <a:srgbClr val="F6A610"/>
                </a:solidFill>
              </a:rPr>
              <a:t>¿Cuáles son sus salidas?</a:t>
            </a:r>
          </a:p>
        </p:txBody>
      </p:sp>
      <p:sp>
        <p:nvSpPr>
          <p:cNvPr id="2" name="Rectangle 3">
            <a:extLst>
              <a:ext uri="{FF2B5EF4-FFF2-40B4-BE49-F238E27FC236}">
                <a16:creationId xmlns:a16="http://schemas.microsoft.com/office/drawing/2014/main" id="{22501D44-3F7B-A793-4E4E-FBCA1CD65DBC}"/>
              </a:ext>
            </a:extLst>
          </p:cNvPr>
          <p:cNvSpPr txBox="1">
            <a:spLocks noChangeArrowheads="1"/>
          </p:cNvSpPr>
          <p:nvPr/>
        </p:nvSpPr>
        <p:spPr>
          <a:xfrm>
            <a:off x="556102" y="2260306"/>
            <a:ext cx="8600303" cy="4193060"/>
          </a:xfrm>
          <a:custGeom>
            <a:avLst/>
            <a:gdLst>
              <a:gd name="csX0" fmla="*/ 0 w 8600303"/>
              <a:gd name="csY0" fmla="*/ 0 h 4193060"/>
              <a:gd name="csX1" fmla="*/ 8600303 w 8600303"/>
              <a:gd name="csY1" fmla="*/ 0 h 4193060"/>
              <a:gd name="csX2" fmla="*/ 8600303 w 8600303"/>
              <a:gd name="csY2" fmla="*/ 4193060 h 4193060"/>
              <a:gd name="csX3" fmla="*/ 0 w 8600303"/>
              <a:gd name="csY3" fmla="*/ 4193060 h 4193060"/>
              <a:gd name="csX4" fmla="*/ 0 w 8600303"/>
              <a:gd name="csY4" fmla="*/ 0 h 4193060"/>
            </a:gdLst>
            <a:ahLst/>
            <a:cxnLst>
              <a:cxn ang="0">
                <a:pos x="csX0" y="csY0"/>
              </a:cxn>
              <a:cxn ang="0">
                <a:pos x="csX1" y="csY1"/>
              </a:cxn>
              <a:cxn ang="0">
                <a:pos x="csX2" y="csY2"/>
              </a:cxn>
              <a:cxn ang="0">
                <a:pos x="csX3" y="csY3"/>
              </a:cxn>
              <a:cxn ang="0">
                <a:pos x="csX4" y="csY4"/>
              </a:cxn>
            </a:cxnLst>
            <a:rect l="l" t="t" r="r" b="b"/>
            <a:pathLst>
              <a:path w="8600303" h="4193060" fill="none" extrusionOk="0">
                <a:moveTo>
                  <a:pt x="0" y="0"/>
                </a:moveTo>
                <a:cubicBezTo>
                  <a:pt x="2182929" y="-49533"/>
                  <a:pt x="5742683" y="-14809"/>
                  <a:pt x="8600303" y="0"/>
                </a:cubicBezTo>
                <a:cubicBezTo>
                  <a:pt x="8687942" y="1587159"/>
                  <a:pt x="8527624" y="2466832"/>
                  <a:pt x="8600303" y="4193060"/>
                </a:cubicBezTo>
                <a:cubicBezTo>
                  <a:pt x="4585274" y="4144829"/>
                  <a:pt x="4264583" y="4277515"/>
                  <a:pt x="0" y="4193060"/>
                </a:cubicBezTo>
                <a:cubicBezTo>
                  <a:pt x="-38581" y="2295791"/>
                  <a:pt x="63341" y="1202380"/>
                  <a:pt x="0" y="0"/>
                </a:cubicBezTo>
                <a:close/>
              </a:path>
              <a:path w="8600303" h="4193060" stroke="0" extrusionOk="0">
                <a:moveTo>
                  <a:pt x="0" y="0"/>
                </a:moveTo>
                <a:cubicBezTo>
                  <a:pt x="3528032" y="118645"/>
                  <a:pt x="7356915" y="116012"/>
                  <a:pt x="8600303" y="0"/>
                </a:cubicBezTo>
                <a:cubicBezTo>
                  <a:pt x="8467421" y="505063"/>
                  <a:pt x="8685254" y="2814773"/>
                  <a:pt x="8600303" y="4193060"/>
                </a:cubicBezTo>
                <a:cubicBezTo>
                  <a:pt x="6782677" y="4327660"/>
                  <a:pt x="1300220" y="4035864"/>
                  <a:pt x="0" y="4193060"/>
                </a:cubicBezTo>
                <a:cubicBezTo>
                  <a:pt x="-20187" y="2118128"/>
                  <a:pt x="-152480" y="1629365"/>
                  <a:pt x="0" y="0"/>
                </a:cubicBezTo>
                <a:close/>
              </a:path>
            </a:pathLst>
          </a:custGeom>
          <a:gradFill>
            <a:gsLst>
              <a:gs pos="0">
                <a:schemeClr val="accent2">
                  <a:lumMod val="0"/>
                  <a:lumOff val="100000"/>
                </a:schemeClr>
              </a:gs>
              <a:gs pos="86000">
                <a:schemeClr val="accent2">
                  <a:lumMod val="0"/>
                  <a:lumOff val="100000"/>
                </a:schemeClr>
              </a:gs>
              <a:gs pos="100000">
                <a:schemeClr val="accent2">
                  <a:lumMod val="100000"/>
                </a:schemeClr>
              </a:gs>
            </a:gsLst>
            <a:path path="circle">
              <a:fillToRect l="50000" t="-80000" r="50000" b="180000"/>
            </a:path>
          </a:gradFill>
          <a:ln cmpd="sng">
            <a:solidFill>
              <a:schemeClr val="accent2"/>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buClr>
              <a:buFont typeface="Wingdings" pitchFamily="2" charset="2"/>
              <a:buChar char="ü"/>
              <a:defRPr/>
            </a:pPr>
            <a:endParaRPr lang="es-ES_tradnl" altLang="es-AR" sz="1000" dirty="0">
              <a:solidFill>
                <a:srgbClr val="002060"/>
              </a:solidFill>
            </a:endParaRPr>
          </a:p>
          <a:p>
            <a:pPr>
              <a:buClr>
                <a:schemeClr val="accent1"/>
              </a:buClr>
              <a:buFont typeface="Wingdings" pitchFamily="2" charset="2"/>
              <a:buChar char="ü"/>
              <a:defRPr/>
            </a:pPr>
            <a:r>
              <a:rPr lang="es-ES_tradnl" altLang="es-AR" dirty="0">
                <a:solidFill>
                  <a:srgbClr val="002060"/>
                </a:solidFill>
              </a:rPr>
              <a:t>Requerimientos de Software Especificados. </a:t>
            </a:r>
            <a:r>
              <a:rPr lang="es-ES_tradnl" altLang="es-AR" b="1" dirty="0">
                <a:solidFill>
                  <a:srgbClr val="002060"/>
                </a:solidFill>
              </a:rPr>
              <a:t>(Validados)</a:t>
            </a:r>
            <a:endParaRPr lang="es-ES_tradnl" altLang="es-AR" sz="2600" b="1" dirty="0">
              <a:solidFill>
                <a:srgbClr val="002060"/>
              </a:solidFill>
            </a:endParaRPr>
          </a:p>
          <a:p>
            <a:pPr marL="857258" lvl="2" indent="-457200">
              <a:buClr>
                <a:schemeClr val="accent1"/>
              </a:buClr>
              <a:buFont typeface="Wingdings" panose="05000000000000000000" pitchFamily="2" charset="2"/>
              <a:buChar char="ü"/>
              <a:defRPr/>
            </a:pPr>
            <a:endParaRPr lang="es-ES_tradnl" altLang="es-AR" sz="2200" b="1" dirty="0">
              <a:solidFill>
                <a:srgbClr val="002060"/>
              </a:solidFill>
            </a:endParaRPr>
          </a:p>
          <a:p>
            <a:pPr marL="857258" lvl="2" indent="-457200">
              <a:buClr>
                <a:schemeClr val="accent1"/>
              </a:buClr>
              <a:buFont typeface="Wingdings" panose="05000000000000000000" pitchFamily="2" charset="2"/>
              <a:buChar char="ü"/>
              <a:defRPr/>
            </a:pPr>
            <a:r>
              <a:rPr lang="es-ES_tradnl" altLang="es-AR" sz="2400" dirty="0">
                <a:solidFill>
                  <a:srgbClr val="002060"/>
                </a:solidFill>
              </a:rPr>
              <a:t>SRS (</a:t>
            </a:r>
            <a:r>
              <a:rPr lang="es-ES" sz="2400" dirty="0">
                <a:solidFill>
                  <a:srgbClr val="002060"/>
                </a:solidFill>
              </a:rPr>
              <a:t>Software </a:t>
            </a:r>
            <a:r>
              <a:rPr lang="es-ES" sz="2400" dirty="0" err="1">
                <a:solidFill>
                  <a:srgbClr val="002060"/>
                </a:solidFill>
              </a:rPr>
              <a:t>Requirements</a:t>
            </a:r>
            <a:r>
              <a:rPr lang="es-AR" sz="2400" dirty="0">
                <a:solidFill>
                  <a:srgbClr val="002060"/>
                </a:solidFill>
              </a:rPr>
              <a:t> </a:t>
            </a:r>
            <a:r>
              <a:rPr lang="es-AR" sz="2400" dirty="0" err="1">
                <a:solidFill>
                  <a:srgbClr val="002060"/>
                </a:solidFill>
              </a:rPr>
              <a:t>Specification</a:t>
            </a:r>
            <a:r>
              <a:rPr lang="es-ES_tradnl" altLang="es-AR" sz="2400" dirty="0">
                <a:solidFill>
                  <a:srgbClr val="002060"/>
                </a:solidFill>
              </a:rPr>
              <a:t>)</a:t>
            </a:r>
          </a:p>
          <a:p>
            <a:pPr marL="857258" lvl="2" indent="-457200">
              <a:buClr>
                <a:schemeClr val="accent1"/>
              </a:buClr>
              <a:buFont typeface="Wingdings" panose="05000000000000000000" pitchFamily="2" charset="2"/>
              <a:buChar char="ü"/>
              <a:defRPr/>
            </a:pPr>
            <a:endParaRPr lang="es-ES_tradnl" altLang="es-AR" sz="2400" dirty="0">
              <a:solidFill>
                <a:srgbClr val="002060"/>
              </a:solidFill>
            </a:endParaRPr>
          </a:p>
          <a:p>
            <a:pPr marL="857258" lvl="2" indent="-457200">
              <a:buClr>
                <a:schemeClr val="accent1"/>
              </a:buClr>
              <a:buFont typeface="Wingdings" panose="05000000000000000000" pitchFamily="2" charset="2"/>
              <a:buChar char="ü"/>
              <a:defRPr/>
            </a:pPr>
            <a:endParaRPr lang="es-ES_tradnl" altLang="es-AR" sz="2400" dirty="0">
              <a:solidFill>
                <a:srgbClr val="002060"/>
              </a:solidFill>
            </a:endParaRPr>
          </a:p>
          <a:p>
            <a:pPr marL="857258" lvl="2" indent="-457200">
              <a:buClr>
                <a:schemeClr val="accent1"/>
              </a:buClr>
              <a:buFont typeface="Wingdings" panose="05000000000000000000" pitchFamily="2" charset="2"/>
              <a:buChar char="ü"/>
              <a:defRPr/>
            </a:pPr>
            <a:r>
              <a:rPr lang="es-ES_tradnl" altLang="es-AR" sz="2400" dirty="0">
                <a:solidFill>
                  <a:srgbClr val="002060"/>
                </a:solidFill>
              </a:rPr>
              <a:t>Especificaciones de Casos de Uso.</a:t>
            </a:r>
          </a:p>
          <a:p>
            <a:pPr marL="857258" lvl="2" indent="-457200">
              <a:buClr>
                <a:schemeClr val="accent1"/>
              </a:buClr>
              <a:buFont typeface="Wingdings" panose="05000000000000000000" pitchFamily="2" charset="2"/>
              <a:buChar char="ü"/>
              <a:defRPr/>
            </a:pPr>
            <a:endParaRPr lang="es-ES_tradnl" altLang="es-AR" sz="2400" dirty="0">
              <a:solidFill>
                <a:srgbClr val="002060"/>
              </a:solidFill>
            </a:endParaRPr>
          </a:p>
          <a:p>
            <a:pPr marL="857258" lvl="2" indent="-457200">
              <a:buClr>
                <a:schemeClr val="accent1"/>
              </a:buClr>
              <a:buFont typeface="Wingdings" panose="05000000000000000000" pitchFamily="2" charset="2"/>
              <a:buChar char="ü"/>
              <a:defRPr/>
            </a:pPr>
            <a:endParaRPr lang="es-ES_tradnl" altLang="es-AR" sz="2400" dirty="0">
              <a:solidFill>
                <a:srgbClr val="002060"/>
              </a:solidFill>
            </a:endParaRPr>
          </a:p>
          <a:p>
            <a:pPr marL="857258" lvl="2" indent="-457200">
              <a:buClr>
                <a:schemeClr val="accent1"/>
              </a:buClr>
              <a:buFont typeface="Wingdings" panose="05000000000000000000" pitchFamily="2" charset="2"/>
              <a:buChar char="ü"/>
              <a:defRPr/>
            </a:pPr>
            <a:r>
              <a:rPr lang="es-ES_tradnl" altLang="es-AR" sz="2400" dirty="0">
                <a:solidFill>
                  <a:srgbClr val="002060"/>
                </a:solidFill>
              </a:rPr>
              <a:t>Historias de usuarios detalladas.</a:t>
            </a:r>
          </a:p>
          <a:p>
            <a:pPr>
              <a:buClr>
                <a:schemeClr val="accent1"/>
              </a:buClr>
              <a:buFont typeface="Wingdings" panose="05000000000000000000" pitchFamily="2" charset="2"/>
              <a:buChar char="Ø"/>
              <a:defRPr/>
            </a:pPr>
            <a:endParaRPr lang="es-ES_tradnl" dirty="0">
              <a:solidFill>
                <a:srgbClr val="002060"/>
              </a:solidFill>
            </a:endParaRPr>
          </a:p>
          <a:p>
            <a:pPr marL="457200" lvl="2" indent="-457200">
              <a:lnSpc>
                <a:spcPct val="80000"/>
              </a:lnSpc>
              <a:buClr>
                <a:schemeClr val="accent1"/>
              </a:buClr>
              <a:buFont typeface="Wingdings" panose="05000000000000000000" pitchFamily="2" charset="2"/>
              <a:buChar char="Ø"/>
              <a:defRPr/>
            </a:pPr>
            <a:endParaRPr lang="es-ES_tradnl" sz="2800" dirty="0">
              <a:solidFill>
                <a:srgbClr val="002060"/>
              </a:solidFill>
            </a:endParaRPr>
          </a:p>
        </p:txBody>
      </p:sp>
      <p:pic>
        <p:nvPicPr>
          <p:cNvPr id="7" name="Imagen 6">
            <a:extLst>
              <a:ext uri="{FF2B5EF4-FFF2-40B4-BE49-F238E27FC236}">
                <a16:creationId xmlns:a16="http://schemas.microsoft.com/office/drawing/2014/main" id="{DA2628BD-7801-E27A-095D-23F9F0EF2009}"/>
              </a:ext>
            </a:extLst>
          </p:cNvPr>
          <p:cNvPicPr>
            <a:picLocks noChangeAspect="1"/>
          </p:cNvPicPr>
          <p:nvPr/>
        </p:nvPicPr>
        <p:blipFill>
          <a:blip r:embed="rId2"/>
          <a:stretch>
            <a:fillRect/>
          </a:stretch>
        </p:blipFill>
        <p:spPr>
          <a:xfrm>
            <a:off x="7876327" y="3669957"/>
            <a:ext cx="1001471" cy="1333660"/>
          </a:xfrm>
          <a:prstGeom prst="rect">
            <a:avLst/>
          </a:prstGeom>
        </p:spPr>
      </p:pic>
    </p:spTree>
    <p:extLst>
      <p:ext uri="{BB962C8B-B14F-4D97-AF65-F5344CB8AC3E}">
        <p14:creationId xmlns:p14="http://schemas.microsoft.com/office/powerpoint/2010/main" val="4602633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0A84973-9DAA-8DB4-FFFC-403300E548EC}"/>
              </a:ext>
            </a:extLst>
          </p:cNvPr>
          <p:cNvSpPr txBox="1"/>
          <p:nvPr/>
        </p:nvSpPr>
        <p:spPr>
          <a:xfrm>
            <a:off x="0" y="542090"/>
            <a:ext cx="9156405"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AR" sz="4000" b="1" dirty="0">
                <a:solidFill>
                  <a:prstClr val="white"/>
                </a:solidFill>
              </a:rPr>
              <a:t>Proceso de validación</a:t>
            </a:r>
            <a:endParaRPr kumimoji="0" lang="es-AR" sz="4000" b="1" i="0" u="none" strike="noStrike" kern="1200" cap="none" spc="0" normalizeH="0" baseline="0" noProof="0" dirty="0">
              <a:ln>
                <a:noFill/>
              </a:ln>
              <a:solidFill>
                <a:prstClr val="black"/>
              </a:solidFill>
              <a:effectLst/>
              <a:uLnTx/>
              <a:uFillTx/>
              <a:ea typeface="+mn-ea"/>
              <a:cs typeface="+mn-cs"/>
            </a:endParaRPr>
          </a:p>
        </p:txBody>
      </p:sp>
      <p:sp>
        <p:nvSpPr>
          <p:cNvPr id="8" name="Rectangle 2">
            <a:extLst>
              <a:ext uri="{FF2B5EF4-FFF2-40B4-BE49-F238E27FC236}">
                <a16:creationId xmlns:a16="http://schemas.microsoft.com/office/drawing/2014/main" id="{90D3681B-F6C3-7CE7-158A-EFA9A46F9370}"/>
              </a:ext>
            </a:extLst>
          </p:cNvPr>
          <p:cNvSpPr txBox="1">
            <a:spLocks noChangeArrowheads="1"/>
          </p:cNvSpPr>
          <p:nvPr/>
        </p:nvSpPr>
        <p:spPr bwMode="auto">
          <a:xfrm>
            <a:off x="2548902" y="1664479"/>
            <a:ext cx="4563119"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rgbClr val="8AD0D6"/>
              </a:buClr>
              <a:buSzPct val="80000"/>
              <a:buFont typeface="Wingdings 3" pitchFamily="2" charset="2"/>
              <a:buChar char=""/>
              <a:defRPr sz="2000">
                <a:solidFill>
                  <a:schemeClr val="tx1"/>
                </a:solidFill>
                <a:latin typeface="Century Gothic" panose="020B0502020202020204" pitchFamily="34" charset="0"/>
              </a:defRPr>
            </a:lvl1pPr>
            <a:lvl2pPr marL="742950" indent="-285750">
              <a:spcBef>
                <a:spcPts val="1000"/>
              </a:spcBef>
              <a:buClr>
                <a:srgbClr val="8AD0D6"/>
              </a:buClr>
              <a:buSzPct val="80000"/>
              <a:buFont typeface="Wingdings 3" pitchFamily="2" charset="2"/>
              <a:buChar char=""/>
              <a:defRPr>
                <a:solidFill>
                  <a:schemeClr val="tx1"/>
                </a:solidFill>
                <a:latin typeface="Century Gothic" panose="020B0502020202020204" pitchFamily="34" charset="0"/>
              </a:defRPr>
            </a:lvl2pPr>
            <a:lvl3pPr marL="1143000" indent="-228600">
              <a:spcBef>
                <a:spcPts val="1000"/>
              </a:spcBef>
              <a:buClr>
                <a:srgbClr val="8AD0D6"/>
              </a:buClr>
              <a:buSzPct val="80000"/>
              <a:buFont typeface="Wingdings 3" pitchFamily="2" charset="2"/>
              <a:buChar char=""/>
              <a:defRPr sz="1600">
                <a:solidFill>
                  <a:schemeClr val="tx1"/>
                </a:solidFill>
                <a:latin typeface="Century Gothic" panose="020B0502020202020204" pitchFamily="34" charset="0"/>
              </a:defRPr>
            </a:lvl3pPr>
            <a:lvl4pPr marL="1600200" indent="-228600">
              <a:spcBef>
                <a:spcPts val="1000"/>
              </a:spcBef>
              <a:buClr>
                <a:srgbClr val="8AD0D6"/>
              </a:buClr>
              <a:buSzPct val="80000"/>
              <a:buFont typeface="Wingdings 3" pitchFamily="2" charset="2"/>
              <a:buChar char=""/>
              <a:defRPr sz="1400">
                <a:solidFill>
                  <a:schemeClr val="tx1"/>
                </a:solidFill>
                <a:latin typeface="Century Gothic" panose="020B0502020202020204" pitchFamily="34" charset="0"/>
              </a:defRPr>
            </a:lvl4pPr>
            <a:lvl5pPr marL="2057400" indent="-228600">
              <a:spcBef>
                <a:spcPts val="1000"/>
              </a:spcBef>
              <a:buClr>
                <a:srgbClr val="8AD0D6"/>
              </a:buClr>
              <a:buSzPct val="80000"/>
              <a:buFont typeface="Wingdings 3" pitchFamily="2" charset="2"/>
              <a:buChar char=""/>
              <a:defRPr sz="1400">
                <a:solidFill>
                  <a:schemeClr val="tx1"/>
                </a:solidFill>
                <a:latin typeface="Century Gothic" panose="020B0502020202020204" pitchFamily="34" charset="0"/>
              </a:defRPr>
            </a:lvl5pPr>
            <a:lvl6pPr marL="25146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6pPr>
            <a:lvl7pPr marL="29718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7pPr>
            <a:lvl8pPr marL="34290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8pPr>
            <a:lvl9pPr marL="38862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9pPr>
          </a:lstStyle>
          <a:p>
            <a:pPr eaLnBrk="1" hangingPunct="1">
              <a:spcBef>
                <a:spcPct val="0"/>
              </a:spcBef>
              <a:buClrTx/>
              <a:buSzTx/>
              <a:buFontTx/>
              <a:buNone/>
            </a:pPr>
            <a:r>
              <a:rPr lang="es-ES" altLang="es-AR" sz="2400" b="1" dirty="0">
                <a:solidFill>
                  <a:srgbClr val="F6A610"/>
                </a:solidFill>
              </a:rPr>
              <a:t>¿Cuáles son sus actividades?</a:t>
            </a:r>
          </a:p>
        </p:txBody>
      </p:sp>
      <p:sp>
        <p:nvSpPr>
          <p:cNvPr id="2" name="Rectangle 3">
            <a:extLst>
              <a:ext uri="{FF2B5EF4-FFF2-40B4-BE49-F238E27FC236}">
                <a16:creationId xmlns:a16="http://schemas.microsoft.com/office/drawing/2014/main" id="{22501D44-3F7B-A793-4E4E-FBCA1CD65DBC}"/>
              </a:ext>
            </a:extLst>
          </p:cNvPr>
          <p:cNvSpPr txBox="1">
            <a:spLocks noChangeArrowheads="1"/>
          </p:cNvSpPr>
          <p:nvPr/>
        </p:nvSpPr>
        <p:spPr>
          <a:xfrm>
            <a:off x="766118" y="2467232"/>
            <a:ext cx="8600303" cy="39953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endParaRPr lang="es-ES_tradnl" dirty="0"/>
          </a:p>
          <a:p>
            <a:pPr marL="457200" lvl="2" indent="-457200">
              <a:lnSpc>
                <a:spcPct val="80000"/>
              </a:lnSpc>
              <a:buFont typeface="Wingdings" panose="05000000000000000000" pitchFamily="2" charset="2"/>
              <a:buChar char="Ø"/>
              <a:defRPr/>
            </a:pPr>
            <a:endParaRPr lang="es-ES_tradnl" sz="2800" dirty="0"/>
          </a:p>
        </p:txBody>
      </p:sp>
      <p:sp>
        <p:nvSpPr>
          <p:cNvPr id="3" name="Rectangle 3">
            <a:extLst>
              <a:ext uri="{FF2B5EF4-FFF2-40B4-BE49-F238E27FC236}">
                <a16:creationId xmlns:a16="http://schemas.microsoft.com/office/drawing/2014/main" id="{8E4D0BC3-133C-8A27-5E9E-88F80DB87E94}"/>
              </a:ext>
            </a:extLst>
          </p:cNvPr>
          <p:cNvSpPr txBox="1">
            <a:spLocks noChangeArrowheads="1"/>
          </p:cNvSpPr>
          <p:nvPr/>
        </p:nvSpPr>
        <p:spPr>
          <a:xfrm>
            <a:off x="350108" y="2202643"/>
            <a:ext cx="9156405" cy="4544146"/>
          </a:xfrm>
          <a:custGeom>
            <a:avLst/>
            <a:gdLst>
              <a:gd name="csX0" fmla="*/ 0 w 9156405"/>
              <a:gd name="csY0" fmla="*/ 0 h 4544146"/>
              <a:gd name="csX1" fmla="*/ 9156405 w 9156405"/>
              <a:gd name="csY1" fmla="*/ 0 h 4544146"/>
              <a:gd name="csX2" fmla="*/ 9156405 w 9156405"/>
              <a:gd name="csY2" fmla="*/ 4544146 h 4544146"/>
              <a:gd name="csX3" fmla="*/ 0 w 9156405"/>
              <a:gd name="csY3" fmla="*/ 4544146 h 4544146"/>
              <a:gd name="csX4" fmla="*/ 0 w 9156405"/>
              <a:gd name="csY4" fmla="*/ 0 h 4544146"/>
            </a:gdLst>
            <a:ahLst/>
            <a:cxnLst>
              <a:cxn ang="0">
                <a:pos x="csX0" y="csY0"/>
              </a:cxn>
              <a:cxn ang="0">
                <a:pos x="csX1" y="csY1"/>
              </a:cxn>
              <a:cxn ang="0">
                <a:pos x="csX2" y="csY2"/>
              </a:cxn>
              <a:cxn ang="0">
                <a:pos x="csX3" y="csY3"/>
              </a:cxn>
              <a:cxn ang="0">
                <a:pos x="csX4" y="csY4"/>
              </a:cxn>
            </a:cxnLst>
            <a:rect l="l" t="t" r="r" b="b"/>
            <a:pathLst>
              <a:path w="9156405" h="4544146" fill="none" extrusionOk="0">
                <a:moveTo>
                  <a:pt x="0" y="0"/>
                </a:moveTo>
                <a:cubicBezTo>
                  <a:pt x="3099585" y="-49533"/>
                  <a:pt x="8123902" y="-14809"/>
                  <a:pt x="9156405" y="0"/>
                </a:cubicBezTo>
                <a:cubicBezTo>
                  <a:pt x="9244044" y="812154"/>
                  <a:pt x="9083726" y="3045652"/>
                  <a:pt x="9156405" y="4544146"/>
                </a:cubicBezTo>
                <a:cubicBezTo>
                  <a:pt x="5026395" y="4495915"/>
                  <a:pt x="4014096" y="4628601"/>
                  <a:pt x="0" y="4544146"/>
                </a:cubicBezTo>
                <a:cubicBezTo>
                  <a:pt x="-38581" y="2353567"/>
                  <a:pt x="63341" y="2156086"/>
                  <a:pt x="0" y="0"/>
                </a:cubicBezTo>
                <a:close/>
              </a:path>
              <a:path w="9156405" h="4544146" stroke="0" extrusionOk="0">
                <a:moveTo>
                  <a:pt x="0" y="0"/>
                </a:moveTo>
                <a:cubicBezTo>
                  <a:pt x="1964876" y="118645"/>
                  <a:pt x="7434501" y="116012"/>
                  <a:pt x="9156405" y="0"/>
                </a:cubicBezTo>
                <a:cubicBezTo>
                  <a:pt x="9023523" y="821582"/>
                  <a:pt x="9241356" y="4055072"/>
                  <a:pt x="9156405" y="4544146"/>
                </a:cubicBezTo>
                <a:cubicBezTo>
                  <a:pt x="4906867" y="4678746"/>
                  <a:pt x="1151120" y="4386950"/>
                  <a:pt x="0" y="4544146"/>
                </a:cubicBezTo>
                <a:cubicBezTo>
                  <a:pt x="-20187" y="2539997"/>
                  <a:pt x="-152480" y="481196"/>
                  <a:pt x="0" y="0"/>
                </a:cubicBezTo>
                <a:close/>
              </a:path>
            </a:pathLst>
          </a:custGeom>
          <a:gradFill>
            <a:gsLst>
              <a:gs pos="0">
                <a:schemeClr val="accent2">
                  <a:lumMod val="0"/>
                  <a:lumOff val="100000"/>
                </a:schemeClr>
              </a:gs>
              <a:gs pos="86000">
                <a:schemeClr val="accent2">
                  <a:lumMod val="0"/>
                  <a:lumOff val="100000"/>
                </a:schemeClr>
              </a:gs>
              <a:gs pos="100000">
                <a:schemeClr val="accent2">
                  <a:lumMod val="100000"/>
                </a:schemeClr>
              </a:gs>
            </a:gsLst>
            <a:path path="circle">
              <a:fillToRect l="50000" t="-80000" r="50000" b="180000"/>
            </a:path>
          </a:gradFill>
          <a:ln>
            <a:solidFill>
              <a:schemeClr val="accent2"/>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spcAft>
                <a:spcPts val="600"/>
              </a:spcAft>
              <a:buClr>
                <a:schemeClr val="accent1"/>
              </a:buClr>
              <a:buFont typeface="Wingdings" panose="05000000000000000000" pitchFamily="2" charset="2"/>
              <a:buChar char="ü"/>
              <a:defRPr/>
            </a:pPr>
            <a:endParaRPr lang="es-MX" altLang="es-AR" sz="1000" dirty="0"/>
          </a:p>
          <a:p>
            <a:pPr>
              <a:spcBef>
                <a:spcPts val="600"/>
              </a:spcBef>
              <a:spcAft>
                <a:spcPts val="600"/>
              </a:spcAft>
              <a:buClr>
                <a:schemeClr val="accent1"/>
              </a:buClr>
              <a:buFont typeface="Wingdings" panose="05000000000000000000" pitchFamily="2" charset="2"/>
              <a:buChar char="ü"/>
              <a:defRPr/>
            </a:pPr>
            <a:r>
              <a:rPr lang="es-MX" altLang="es-AR" sz="2200" dirty="0"/>
              <a:t>Seleccionar técnicas de Validación.</a:t>
            </a:r>
          </a:p>
          <a:p>
            <a:pPr>
              <a:spcBef>
                <a:spcPts val="600"/>
              </a:spcBef>
              <a:spcAft>
                <a:spcPts val="600"/>
              </a:spcAft>
              <a:buClr>
                <a:schemeClr val="accent1"/>
              </a:buClr>
              <a:buFont typeface="Wingdings" panose="05000000000000000000" pitchFamily="2" charset="2"/>
              <a:buChar char="ü"/>
              <a:defRPr/>
            </a:pPr>
            <a:r>
              <a:rPr lang="es-MX" altLang="es-AR" sz="2200" dirty="0"/>
              <a:t>Realizar </a:t>
            </a:r>
            <a:r>
              <a:rPr lang="es-MX" altLang="es-AR" sz="2200" dirty="0">
                <a:solidFill>
                  <a:schemeClr val="accent1">
                    <a:lumMod val="60000"/>
                    <a:lumOff val="40000"/>
                  </a:schemeClr>
                </a:solidFill>
              </a:rPr>
              <a:t>revisiones</a:t>
            </a:r>
            <a:r>
              <a:rPr lang="es-MX" altLang="es-AR" sz="2200" dirty="0">
                <a:solidFill>
                  <a:srgbClr val="FFC000"/>
                </a:solidFill>
              </a:rPr>
              <a:t> </a:t>
            </a:r>
            <a:r>
              <a:rPr lang="es-MX" altLang="es-AR" sz="2200" dirty="0"/>
              <a:t>de los requerimientos especificados con los stakeholders.  </a:t>
            </a:r>
          </a:p>
          <a:p>
            <a:pPr>
              <a:spcBef>
                <a:spcPts val="600"/>
              </a:spcBef>
              <a:spcAft>
                <a:spcPts val="600"/>
              </a:spcAft>
              <a:buClr>
                <a:schemeClr val="accent1"/>
              </a:buClr>
              <a:buFont typeface="Wingdings" panose="05000000000000000000" pitchFamily="2" charset="2"/>
              <a:buChar char="ü"/>
              <a:defRPr/>
            </a:pPr>
            <a:r>
              <a:rPr lang="es-MX" altLang="es-AR" sz="2200" dirty="0"/>
              <a:t>Realizar </a:t>
            </a:r>
            <a:r>
              <a:rPr lang="es-MX" altLang="es-AR" sz="2200" dirty="0">
                <a:solidFill>
                  <a:srgbClr val="62A72F"/>
                </a:solidFill>
              </a:rPr>
              <a:t>inspecciones</a:t>
            </a:r>
            <a:r>
              <a:rPr lang="es-MX" altLang="es-AR" sz="2200" dirty="0"/>
              <a:t> de los requerimientos especificados con los stakeholders.  </a:t>
            </a:r>
          </a:p>
          <a:p>
            <a:pPr>
              <a:spcBef>
                <a:spcPts val="600"/>
              </a:spcBef>
              <a:spcAft>
                <a:spcPts val="600"/>
              </a:spcAft>
              <a:buClr>
                <a:schemeClr val="accent1"/>
              </a:buClr>
              <a:buFont typeface="Wingdings" panose="05000000000000000000" pitchFamily="2" charset="2"/>
              <a:buChar char="ü"/>
              <a:defRPr/>
            </a:pPr>
            <a:r>
              <a:rPr lang="es-MX" altLang="es-AR" sz="2200" dirty="0"/>
              <a:t>Definir los </a:t>
            </a:r>
            <a:r>
              <a:rPr lang="es-MX" altLang="es-AR" sz="2200" dirty="0">
                <a:solidFill>
                  <a:schemeClr val="accent1">
                    <a:lumMod val="60000"/>
                    <a:lumOff val="40000"/>
                  </a:schemeClr>
                </a:solidFill>
              </a:rPr>
              <a:t>criterios de aceptación </a:t>
            </a:r>
            <a:r>
              <a:rPr lang="es-MX" altLang="es-AR" sz="2200" dirty="0"/>
              <a:t>con los stakeholders.</a:t>
            </a:r>
          </a:p>
          <a:p>
            <a:pPr>
              <a:spcBef>
                <a:spcPts val="600"/>
              </a:spcBef>
              <a:spcAft>
                <a:spcPts val="600"/>
              </a:spcAft>
              <a:buClr>
                <a:schemeClr val="accent1"/>
              </a:buClr>
              <a:buFont typeface="Wingdings" panose="05000000000000000000" pitchFamily="2" charset="2"/>
              <a:buChar char="ü"/>
              <a:defRPr/>
            </a:pPr>
            <a:r>
              <a:rPr lang="es-ES" altLang="es-AR" sz="2200" dirty="0"/>
              <a:t>Examinar si los requerimientos especificados </a:t>
            </a:r>
            <a:r>
              <a:rPr lang="es-ES" altLang="es-AR" sz="2200" dirty="0">
                <a:solidFill>
                  <a:srgbClr val="62A72F"/>
                </a:solidFill>
              </a:rPr>
              <a:t>reúnen características de calidad</a:t>
            </a:r>
            <a:r>
              <a:rPr lang="es-ES" altLang="es-AR" sz="2200" dirty="0"/>
              <a:t>: correctos, consistentes, factibles, necesarios, no ambiguos, verificables y si fueron priorizados.</a:t>
            </a:r>
          </a:p>
          <a:p>
            <a:pPr>
              <a:spcBef>
                <a:spcPts val="600"/>
              </a:spcBef>
              <a:spcAft>
                <a:spcPts val="600"/>
              </a:spcAft>
              <a:buClr>
                <a:schemeClr val="accent1"/>
              </a:buClr>
              <a:buFont typeface="Wingdings" panose="05000000000000000000" pitchFamily="2" charset="2"/>
              <a:buChar char="ü"/>
              <a:defRPr/>
            </a:pPr>
            <a:r>
              <a:rPr lang="es-MX" altLang="es-AR" sz="2200" dirty="0"/>
              <a:t>Definir los </a:t>
            </a:r>
            <a:r>
              <a:rPr lang="es-MX" altLang="es-AR" sz="2200" dirty="0">
                <a:solidFill>
                  <a:schemeClr val="accent1">
                    <a:lumMod val="60000"/>
                    <a:lumOff val="40000"/>
                  </a:schemeClr>
                </a:solidFill>
              </a:rPr>
              <a:t>casos/escenarios de test funcionales </a:t>
            </a:r>
            <a:r>
              <a:rPr lang="es-MX" altLang="es-AR" sz="2200" dirty="0"/>
              <a:t>a realizar en las etapas. siguientes del ciclo de vida del desarrollo del sistema.</a:t>
            </a:r>
          </a:p>
          <a:p>
            <a:pPr>
              <a:spcBef>
                <a:spcPts val="600"/>
              </a:spcBef>
              <a:spcAft>
                <a:spcPts val="600"/>
              </a:spcAft>
              <a:buClr>
                <a:schemeClr val="accent1"/>
              </a:buClr>
              <a:buFont typeface="Wingdings" panose="05000000000000000000" pitchFamily="2" charset="2"/>
              <a:buChar char="ü"/>
              <a:defRPr/>
            </a:pPr>
            <a:endParaRPr lang="es-MX" altLang="es-AR" sz="2300" dirty="0"/>
          </a:p>
          <a:p>
            <a:pPr>
              <a:lnSpc>
                <a:spcPct val="80000"/>
              </a:lnSpc>
              <a:buClr>
                <a:schemeClr val="accent1"/>
              </a:buClr>
              <a:buFont typeface="Wingdings" panose="05000000000000000000" pitchFamily="2" charset="2"/>
              <a:buChar char="ü"/>
              <a:defRPr/>
            </a:pPr>
            <a:endParaRPr lang="es-ES" sz="2300" dirty="0"/>
          </a:p>
          <a:p>
            <a:pPr>
              <a:spcBef>
                <a:spcPts val="600"/>
              </a:spcBef>
              <a:spcAft>
                <a:spcPts val="600"/>
              </a:spcAft>
              <a:buClr>
                <a:schemeClr val="accent1"/>
              </a:buClr>
              <a:buFont typeface="Wingdings" panose="05000000000000000000" pitchFamily="2" charset="2"/>
              <a:buChar char="ü"/>
              <a:defRPr/>
            </a:pPr>
            <a:endParaRPr lang="es-AR" altLang="en-US" sz="2300" dirty="0"/>
          </a:p>
          <a:p>
            <a:pPr>
              <a:spcBef>
                <a:spcPts val="600"/>
              </a:spcBef>
              <a:spcAft>
                <a:spcPts val="600"/>
              </a:spcAft>
              <a:buClr>
                <a:schemeClr val="accent1"/>
              </a:buClr>
              <a:buFont typeface="Wingdings" panose="05000000000000000000" pitchFamily="2" charset="2"/>
              <a:buChar char="ü"/>
              <a:defRPr/>
            </a:pPr>
            <a:endParaRPr lang="es-AR" altLang="es-AR" sz="2300" dirty="0"/>
          </a:p>
        </p:txBody>
      </p:sp>
    </p:spTree>
    <p:extLst>
      <p:ext uri="{BB962C8B-B14F-4D97-AF65-F5344CB8AC3E}">
        <p14:creationId xmlns:p14="http://schemas.microsoft.com/office/powerpoint/2010/main" val="302654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0A84973-9DAA-8DB4-FFFC-403300E548EC}"/>
              </a:ext>
            </a:extLst>
          </p:cNvPr>
          <p:cNvSpPr txBox="1"/>
          <p:nvPr/>
        </p:nvSpPr>
        <p:spPr>
          <a:xfrm>
            <a:off x="0" y="542090"/>
            <a:ext cx="9156405"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AR" sz="4000" b="1" dirty="0">
                <a:solidFill>
                  <a:prstClr val="white"/>
                </a:solidFill>
              </a:rPr>
              <a:t>Proceso de validación</a:t>
            </a:r>
            <a:endParaRPr kumimoji="0" lang="es-AR" sz="4000" b="1" i="0" u="none" strike="noStrike" kern="1200" cap="none" spc="0" normalizeH="0" baseline="0" noProof="0" dirty="0">
              <a:ln>
                <a:noFill/>
              </a:ln>
              <a:solidFill>
                <a:prstClr val="black"/>
              </a:solidFill>
              <a:effectLst/>
              <a:uLnTx/>
              <a:uFillTx/>
              <a:ea typeface="+mn-ea"/>
              <a:cs typeface="+mn-cs"/>
            </a:endParaRPr>
          </a:p>
        </p:txBody>
      </p:sp>
      <p:sp>
        <p:nvSpPr>
          <p:cNvPr id="8" name="Rectangle 2">
            <a:extLst>
              <a:ext uri="{FF2B5EF4-FFF2-40B4-BE49-F238E27FC236}">
                <a16:creationId xmlns:a16="http://schemas.microsoft.com/office/drawing/2014/main" id="{90D3681B-F6C3-7CE7-158A-EFA9A46F9370}"/>
              </a:ext>
            </a:extLst>
          </p:cNvPr>
          <p:cNvSpPr txBox="1">
            <a:spLocks noChangeArrowheads="1"/>
          </p:cNvSpPr>
          <p:nvPr/>
        </p:nvSpPr>
        <p:spPr bwMode="auto">
          <a:xfrm>
            <a:off x="1878228" y="1664479"/>
            <a:ext cx="646258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rgbClr val="8AD0D6"/>
              </a:buClr>
              <a:buSzPct val="80000"/>
              <a:buFont typeface="Wingdings 3" pitchFamily="2" charset="2"/>
              <a:buChar char=""/>
              <a:defRPr sz="2000">
                <a:solidFill>
                  <a:schemeClr val="tx1"/>
                </a:solidFill>
                <a:latin typeface="Century Gothic" panose="020B0502020202020204" pitchFamily="34" charset="0"/>
              </a:defRPr>
            </a:lvl1pPr>
            <a:lvl2pPr marL="742950" indent="-285750">
              <a:spcBef>
                <a:spcPts val="1000"/>
              </a:spcBef>
              <a:buClr>
                <a:srgbClr val="8AD0D6"/>
              </a:buClr>
              <a:buSzPct val="80000"/>
              <a:buFont typeface="Wingdings 3" pitchFamily="2" charset="2"/>
              <a:buChar char=""/>
              <a:defRPr>
                <a:solidFill>
                  <a:schemeClr val="tx1"/>
                </a:solidFill>
                <a:latin typeface="Century Gothic" panose="020B0502020202020204" pitchFamily="34" charset="0"/>
              </a:defRPr>
            </a:lvl2pPr>
            <a:lvl3pPr marL="1143000" indent="-228600">
              <a:spcBef>
                <a:spcPts val="1000"/>
              </a:spcBef>
              <a:buClr>
                <a:srgbClr val="8AD0D6"/>
              </a:buClr>
              <a:buSzPct val="80000"/>
              <a:buFont typeface="Wingdings 3" pitchFamily="2" charset="2"/>
              <a:buChar char=""/>
              <a:defRPr sz="1600">
                <a:solidFill>
                  <a:schemeClr val="tx1"/>
                </a:solidFill>
                <a:latin typeface="Century Gothic" panose="020B0502020202020204" pitchFamily="34" charset="0"/>
              </a:defRPr>
            </a:lvl3pPr>
            <a:lvl4pPr marL="1600200" indent="-228600">
              <a:spcBef>
                <a:spcPts val="1000"/>
              </a:spcBef>
              <a:buClr>
                <a:srgbClr val="8AD0D6"/>
              </a:buClr>
              <a:buSzPct val="80000"/>
              <a:buFont typeface="Wingdings 3" pitchFamily="2" charset="2"/>
              <a:buChar char=""/>
              <a:defRPr sz="1400">
                <a:solidFill>
                  <a:schemeClr val="tx1"/>
                </a:solidFill>
                <a:latin typeface="Century Gothic" panose="020B0502020202020204" pitchFamily="34" charset="0"/>
              </a:defRPr>
            </a:lvl4pPr>
            <a:lvl5pPr marL="2057400" indent="-228600">
              <a:spcBef>
                <a:spcPts val="1000"/>
              </a:spcBef>
              <a:buClr>
                <a:srgbClr val="8AD0D6"/>
              </a:buClr>
              <a:buSzPct val="80000"/>
              <a:buFont typeface="Wingdings 3" pitchFamily="2" charset="2"/>
              <a:buChar char=""/>
              <a:defRPr sz="1400">
                <a:solidFill>
                  <a:schemeClr val="tx1"/>
                </a:solidFill>
                <a:latin typeface="Century Gothic" panose="020B0502020202020204" pitchFamily="34" charset="0"/>
              </a:defRPr>
            </a:lvl5pPr>
            <a:lvl6pPr marL="25146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6pPr>
            <a:lvl7pPr marL="29718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7pPr>
            <a:lvl8pPr marL="34290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8pPr>
            <a:lvl9pPr marL="38862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9pPr>
          </a:lstStyle>
          <a:p>
            <a:pPr eaLnBrk="1" hangingPunct="1">
              <a:spcBef>
                <a:spcPct val="0"/>
              </a:spcBef>
              <a:buClrTx/>
              <a:buSzTx/>
              <a:buFontTx/>
              <a:buNone/>
            </a:pPr>
            <a:r>
              <a:rPr lang="es-ES" altLang="es-AR" sz="2400" b="1" dirty="0">
                <a:solidFill>
                  <a:srgbClr val="F6A610"/>
                </a:solidFill>
              </a:rPr>
              <a:t>¿Por qué criterios de aceptación?</a:t>
            </a:r>
          </a:p>
        </p:txBody>
      </p:sp>
      <p:sp>
        <p:nvSpPr>
          <p:cNvPr id="2" name="Rectangle 3">
            <a:extLst>
              <a:ext uri="{FF2B5EF4-FFF2-40B4-BE49-F238E27FC236}">
                <a16:creationId xmlns:a16="http://schemas.microsoft.com/office/drawing/2014/main" id="{22501D44-3F7B-A793-4E4E-FBCA1CD65DBC}"/>
              </a:ext>
            </a:extLst>
          </p:cNvPr>
          <p:cNvSpPr txBox="1">
            <a:spLocks noChangeArrowheads="1"/>
          </p:cNvSpPr>
          <p:nvPr/>
        </p:nvSpPr>
        <p:spPr>
          <a:xfrm>
            <a:off x="766118" y="2467232"/>
            <a:ext cx="8600303" cy="39953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endParaRPr lang="es-ES_tradnl" dirty="0"/>
          </a:p>
          <a:p>
            <a:pPr marL="457200" lvl="2" indent="-457200">
              <a:lnSpc>
                <a:spcPct val="80000"/>
              </a:lnSpc>
              <a:buFont typeface="Wingdings" panose="05000000000000000000" pitchFamily="2" charset="2"/>
              <a:buChar char="Ø"/>
              <a:defRPr/>
            </a:pPr>
            <a:endParaRPr lang="es-ES_tradnl" sz="2800" dirty="0"/>
          </a:p>
        </p:txBody>
      </p:sp>
      <p:sp>
        <p:nvSpPr>
          <p:cNvPr id="3" name="Rectangle 3">
            <a:extLst>
              <a:ext uri="{FF2B5EF4-FFF2-40B4-BE49-F238E27FC236}">
                <a16:creationId xmlns:a16="http://schemas.microsoft.com/office/drawing/2014/main" id="{8E4D0BC3-133C-8A27-5E9E-88F80DB87E94}"/>
              </a:ext>
            </a:extLst>
          </p:cNvPr>
          <p:cNvSpPr txBox="1">
            <a:spLocks noChangeArrowheads="1"/>
          </p:cNvSpPr>
          <p:nvPr/>
        </p:nvSpPr>
        <p:spPr>
          <a:xfrm>
            <a:off x="350108" y="2363852"/>
            <a:ext cx="9214021" cy="4202112"/>
          </a:xfrm>
          <a:custGeom>
            <a:avLst/>
            <a:gdLst>
              <a:gd name="csX0" fmla="*/ 0 w 9214021"/>
              <a:gd name="csY0" fmla="*/ 0 h 4202112"/>
              <a:gd name="csX1" fmla="*/ 9214021 w 9214021"/>
              <a:gd name="csY1" fmla="*/ 0 h 4202112"/>
              <a:gd name="csX2" fmla="*/ 9214021 w 9214021"/>
              <a:gd name="csY2" fmla="*/ 4202112 h 4202112"/>
              <a:gd name="csX3" fmla="*/ 0 w 9214021"/>
              <a:gd name="csY3" fmla="*/ 4202112 h 4202112"/>
              <a:gd name="csX4" fmla="*/ 0 w 9214021"/>
              <a:gd name="csY4" fmla="*/ 0 h 4202112"/>
            </a:gdLst>
            <a:ahLst/>
            <a:cxnLst>
              <a:cxn ang="0">
                <a:pos x="csX0" y="csY0"/>
              </a:cxn>
              <a:cxn ang="0">
                <a:pos x="csX1" y="csY1"/>
              </a:cxn>
              <a:cxn ang="0">
                <a:pos x="csX2" y="csY2"/>
              </a:cxn>
              <a:cxn ang="0">
                <a:pos x="csX3" y="csY3"/>
              </a:cxn>
              <a:cxn ang="0">
                <a:pos x="csX4" y="csY4"/>
              </a:cxn>
            </a:cxnLst>
            <a:rect l="l" t="t" r="r" b="b"/>
            <a:pathLst>
              <a:path w="9214021" h="4202112" fill="none" extrusionOk="0">
                <a:moveTo>
                  <a:pt x="0" y="0"/>
                </a:moveTo>
                <a:cubicBezTo>
                  <a:pt x="1185237" y="-49533"/>
                  <a:pt x="5769857" y="-14809"/>
                  <a:pt x="9214021" y="0"/>
                </a:cubicBezTo>
                <a:cubicBezTo>
                  <a:pt x="9301660" y="1032845"/>
                  <a:pt x="9141342" y="3265902"/>
                  <a:pt x="9214021" y="4202112"/>
                </a:cubicBezTo>
                <a:cubicBezTo>
                  <a:pt x="8150678" y="4153881"/>
                  <a:pt x="3032491" y="4286567"/>
                  <a:pt x="0" y="4202112"/>
                </a:cubicBezTo>
                <a:cubicBezTo>
                  <a:pt x="-38581" y="2397284"/>
                  <a:pt x="63341" y="1573844"/>
                  <a:pt x="0" y="0"/>
                </a:cubicBezTo>
                <a:close/>
              </a:path>
              <a:path w="9214021" h="4202112" stroke="0" extrusionOk="0">
                <a:moveTo>
                  <a:pt x="0" y="0"/>
                </a:moveTo>
                <a:cubicBezTo>
                  <a:pt x="2637168" y="118645"/>
                  <a:pt x="5546828" y="116012"/>
                  <a:pt x="9214021" y="0"/>
                </a:cubicBezTo>
                <a:cubicBezTo>
                  <a:pt x="9081139" y="1472279"/>
                  <a:pt x="9298972" y="2634196"/>
                  <a:pt x="9214021" y="4202112"/>
                </a:cubicBezTo>
                <a:cubicBezTo>
                  <a:pt x="7199665" y="4336712"/>
                  <a:pt x="4092847" y="4044916"/>
                  <a:pt x="0" y="4202112"/>
                </a:cubicBezTo>
                <a:cubicBezTo>
                  <a:pt x="-20187" y="3541213"/>
                  <a:pt x="-152480" y="1149941"/>
                  <a:pt x="0" y="0"/>
                </a:cubicBezTo>
                <a:close/>
              </a:path>
            </a:pathLst>
          </a:custGeom>
          <a:gradFill>
            <a:gsLst>
              <a:gs pos="0">
                <a:schemeClr val="accent2">
                  <a:lumMod val="0"/>
                  <a:lumOff val="100000"/>
                </a:schemeClr>
              </a:gs>
              <a:gs pos="86000">
                <a:schemeClr val="accent2">
                  <a:lumMod val="0"/>
                  <a:lumOff val="100000"/>
                </a:schemeClr>
              </a:gs>
              <a:gs pos="100000">
                <a:schemeClr val="accent2">
                  <a:lumMod val="100000"/>
                </a:schemeClr>
              </a:gs>
            </a:gsLst>
            <a:path path="circle">
              <a:fillToRect l="50000" t="-80000" r="50000" b="180000"/>
            </a:path>
          </a:gradFill>
          <a:ln>
            <a:solidFill>
              <a:schemeClr val="accent2"/>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accent1"/>
              </a:buClr>
              <a:buFont typeface="Wingdings" pitchFamily="2" charset="2"/>
              <a:buChar char="ü"/>
            </a:pPr>
            <a:endParaRPr lang="es-ES" altLang="es-AR" sz="2400" dirty="0">
              <a:solidFill>
                <a:srgbClr val="002060"/>
              </a:solidFill>
            </a:endParaRPr>
          </a:p>
          <a:p>
            <a:pPr>
              <a:buClr>
                <a:schemeClr val="accent1"/>
              </a:buClr>
              <a:buFont typeface="Wingdings" pitchFamily="2" charset="2"/>
              <a:buChar char="ü"/>
            </a:pPr>
            <a:r>
              <a:rPr lang="es-ES" altLang="es-AR" sz="2400" dirty="0">
                <a:solidFill>
                  <a:srgbClr val="002060"/>
                </a:solidFill>
              </a:rPr>
              <a:t>El criterio de aceptación debería evaluar si el producto satisface los requerimientos documentados.</a:t>
            </a:r>
          </a:p>
          <a:p>
            <a:pPr>
              <a:buClr>
                <a:schemeClr val="accent1"/>
              </a:buClr>
              <a:buFont typeface="Wingdings" pitchFamily="2" charset="2"/>
              <a:buChar char="ü"/>
            </a:pPr>
            <a:endParaRPr lang="es-ES" altLang="es-AR" sz="2400" dirty="0">
              <a:solidFill>
                <a:srgbClr val="002060"/>
              </a:solidFill>
            </a:endParaRPr>
          </a:p>
          <a:p>
            <a:pPr>
              <a:buClr>
                <a:schemeClr val="accent1"/>
              </a:buClr>
              <a:buFont typeface="Wingdings" pitchFamily="2" charset="2"/>
              <a:buChar char="ü"/>
            </a:pPr>
            <a:r>
              <a:rPr lang="es-ES" altLang="es-AR" sz="2400" dirty="0">
                <a:solidFill>
                  <a:srgbClr val="002060"/>
                </a:solidFill>
              </a:rPr>
              <a:t>Tener definidos los criterios de aceptación es una estrategia efectiva. </a:t>
            </a:r>
          </a:p>
          <a:p>
            <a:pPr>
              <a:buClr>
                <a:schemeClr val="accent1"/>
              </a:buClr>
              <a:buFont typeface="Wingdings" pitchFamily="2" charset="2"/>
              <a:buChar char="ü"/>
            </a:pPr>
            <a:endParaRPr lang="es-ES" altLang="es-AR" sz="2400" dirty="0">
              <a:solidFill>
                <a:srgbClr val="002060"/>
              </a:solidFill>
            </a:endParaRPr>
          </a:p>
          <a:p>
            <a:pPr>
              <a:buClr>
                <a:schemeClr val="accent1"/>
              </a:buClr>
              <a:buFont typeface="Wingdings" pitchFamily="2" charset="2"/>
              <a:buChar char="ü"/>
            </a:pPr>
            <a:r>
              <a:rPr lang="es-ES" altLang="es-AR" sz="2400" dirty="0">
                <a:solidFill>
                  <a:srgbClr val="002060"/>
                </a:solidFill>
              </a:rPr>
              <a:t>Cuanto antes se definen los criterios de aceptación en el proceso de desarrollo, antes se pueden identificar defectos en los requerimientos y en el software implementado. </a:t>
            </a:r>
          </a:p>
          <a:p>
            <a:pPr>
              <a:lnSpc>
                <a:spcPct val="80000"/>
              </a:lnSpc>
              <a:buClr>
                <a:schemeClr val="accent1"/>
              </a:buClr>
              <a:buFont typeface="Wingdings" pitchFamily="2" charset="2"/>
              <a:buChar char="ü"/>
              <a:defRPr/>
            </a:pPr>
            <a:endParaRPr lang="es-ES" sz="2400" dirty="0">
              <a:solidFill>
                <a:srgbClr val="002060"/>
              </a:solidFill>
            </a:endParaRPr>
          </a:p>
          <a:p>
            <a:pPr>
              <a:spcBef>
                <a:spcPts val="600"/>
              </a:spcBef>
              <a:spcAft>
                <a:spcPts val="600"/>
              </a:spcAft>
              <a:buClr>
                <a:schemeClr val="accent1"/>
              </a:buClr>
              <a:buFont typeface="Wingdings" panose="05000000000000000000" pitchFamily="2" charset="2"/>
              <a:buChar char="ü"/>
              <a:defRPr/>
            </a:pPr>
            <a:endParaRPr lang="es-AR" altLang="en-US" sz="2300" dirty="0">
              <a:solidFill>
                <a:srgbClr val="002060"/>
              </a:solidFill>
            </a:endParaRPr>
          </a:p>
          <a:p>
            <a:pPr>
              <a:spcBef>
                <a:spcPts val="600"/>
              </a:spcBef>
              <a:spcAft>
                <a:spcPts val="600"/>
              </a:spcAft>
              <a:buClr>
                <a:schemeClr val="accent1"/>
              </a:buClr>
              <a:buFont typeface="Wingdings" panose="05000000000000000000" pitchFamily="2" charset="2"/>
              <a:buChar char="ü"/>
              <a:defRPr/>
            </a:pPr>
            <a:endParaRPr lang="es-AR" altLang="es-AR" sz="2300" dirty="0">
              <a:solidFill>
                <a:srgbClr val="002060"/>
              </a:solidFill>
            </a:endParaRPr>
          </a:p>
        </p:txBody>
      </p:sp>
    </p:spTree>
    <p:extLst>
      <p:ext uri="{BB962C8B-B14F-4D97-AF65-F5344CB8AC3E}">
        <p14:creationId xmlns:p14="http://schemas.microsoft.com/office/powerpoint/2010/main" val="32908522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F25E4-6EF9-6B0E-CF54-609D01360AC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FAC05FC-39E6-718A-1BCB-9C2A53A4A44B}"/>
              </a:ext>
            </a:extLst>
          </p:cNvPr>
          <p:cNvSpPr txBox="1"/>
          <p:nvPr/>
        </p:nvSpPr>
        <p:spPr>
          <a:xfrm>
            <a:off x="1209887" y="2639962"/>
            <a:ext cx="9156405" cy="1107996"/>
          </a:xfrm>
          <a:prstGeom prst="rect">
            <a:avLst/>
          </a:prstGeom>
          <a:noFill/>
        </p:spPr>
        <p:txBody>
          <a:bodyPr wrap="square" lIns="91440" tIns="45720" rIns="91440" bIns="45720" rtlCol="0" anchor="t">
            <a:spAutoFit/>
          </a:bodyPr>
          <a:lstStyle/>
          <a:p>
            <a:pPr algn="ctr"/>
            <a:r>
              <a:rPr lang="es-AR" sz="6600" b="1" dirty="0">
                <a:solidFill>
                  <a:schemeClr val="bg1"/>
                </a:solidFill>
              </a:rPr>
              <a:t>Proceso de Verificación</a:t>
            </a:r>
            <a:endParaRPr lang="es-ES" dirty="0" err="1"/>
          </a:p>
        </p:txBody>
      </p:sp>
    </p:spTree>
    <p:extLst>
      <p:ext uri="{BB962C8B-B14F-4D97-AF65-F5344CB8AC3E}">
        <p14:creationId xmlns:p14="http://schemas.microsoft.com/office/powerpoint/2010/main" val="267236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8FF4580-DE65-FE55-89E5-A8CB81956A89}"/>
              </a:ext>
            </a:extLst>
          </p:cNvPr>
          <p:cNvSpPr txBox="1"/>
          <p:nvPr/>
        </p:nvSpPr>
        <p:spPr>
          <a:xfrm>
            <a:off x="634482" y="1720840"/>
            <a:ext cx="8532844" cy="466127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s-MX" sz="2000" dirty="0">
                <a:solidFill>
                  <a:schemeClr val="bg2">
                    <a:lumMod val="90000"/>
                    <a:lumOff val="10000"/>
                  </a:schemeClr>
                </a:solidFill>
              </a:rPr>
              <a:t>El uso de métodos formales como la técnica última de verificación estática. </a:t>
            </a:r>
          </a:p>
          <a:p>
            <a:pPr marL="342900" indent="-342900" algn="just">
              <a:lnSpc>
                <a:spcPct val="150000"/>
              </a:lnSpc>
              <a:buFont typeface="Arial" panose="020B0604020202020204" pitchFamily="34" charset="0"/>
              <a:buChar char="•"/>
            </a:pPr>
            <a:r>
              <a:rPr lang="es-MX" sz="2000" dirty="0">
                <a:solidFill>
                  <a:schemeClr val="bg2">
                    <a:lumMod val="90000"/>
                    <a:lumOff val="10000"/>
                  </a:schemeClr>
                </a:solidFill>
              </a:rPr>
              <a:t>Los métodos formales requieren un análisis muy detallado de la especificación del sistema y del programa, y su uso consume a menudo tiempo y resulta caro. </a:t>
            </a:r>
          </a:p>
          <a:p>
            <a:pPr marL="342900" indent="-342900" algn="just">
              <a:lnSpc>
                <a:spcPct val="150000"/>
              </a:lnSpc>
              <a:buFont typeface="Arial" panose="020B0604020202020204" pitchFamily="34" charset="0"/>
              <a:buChar char="•"/>
            </a:pPr>
            <a:r>
              <a:rPr lang="es-MX" sz="2000" dirty="0">
                <a:solidFill>
                  <a:schemeClr val="bg2">
                    <a:lumMod val="90000"/>
                    <a:lumOff val="10000"/>
                  </a:schemeClr>
                </a:solidFill>
              </a:rPr>
              <a:t>El uso de métodos formales está restringido principalmente a los procesos de des­arrollo de software de seguridad que sea crítico y seguro. </a:t>
            </a:r>
          </a:p>
          <a:p>
            <a:pPr marL="342900" indent="-342900" algn="just">
              <a:lnSpc>
                <a:spcPct val="150000"/>
              </a:lnSpc>
              <a:buFont typeface="Arial" panose="020B0604020202020204" pitchFamily="34" charset="0"/>
              <a:buChar char="•"/>
            </a:pPr>
            <a:r>
              <a:rPr lang="es-MX" sz="2000" dirty="0">
                <a:solidFill>
                  <a:schemeClr val="bg2">
                    <a:lumMod val="90000"/>
                    <a:lumOff val="10000"/>
                  </a:schemeClr>
                </a:solidFill>
              </a:rPr>
              <a:t>El uso de especificaciones matemáticas formales y la verificación asociada fue encargado en los estándares de defensa en el Reino Unido para software de seguridad crítico (MOD, 1995 - norma estándar para la verificación de software).</a:t>
            </a:r>
          </a:p>
        </p:txBody>
      </p:sp>
      <p:sp>
        <p:nvSpPr>
          <p:cNvPr id="5" name="CuadroTexto 4">
            <a:extLst>
              <a:ext uri="{FF2B5EF4-FFF2-40B4-BE49-F238E27FC236}">
                <a16:creationId xmlns:a16="http://schemas.microsoft.com/office/drawing/2014/main" id="{0488B3AF-E3E2-F01B-9496-EDBEAAC044DD}"/>
              </a:ext>
            </a:extLst>
          </p:cNvPr>
          <p:cNvSpPr txBox="1"/>
          <p:nvPr/>
        </p:nvSpPr>
        <p:spPr>
          <a:xfrm>
            <a:off x="-15550" y="691328"/>
            <a:ext cx="6111550" cy="707886"/>
          </a:xfrm>
          <a:prstGeom prst="rect">
            <a:avLst/>
          </a:prstGeom>
          <a:noFill/>
        </p:spPr>
        <p:txBody>
          <a:bodyPr wrap="square">
            <a:spAutoFit/>
          </a:bodyPr>
          <a:lstStyle/>
          <a:p>
            <a:pPr algn="ctr">
              <a:defRPr/>
            </a:pPr>
            <a:r>
              <a:rPr lang="es-AR" sz="4000" b="1" dirty="0">
                <a:solidFill>
                  <a:prstClr val="white"/>
                </a:solidFill>
              </a:rPr>
              <a:t>Proceso de Verificación</a:t>
            </a:r>
            <a:endParaRPr lang="es-ES" sz="4000" b="1" dirty="0" err="1">
              <a:solidFill>
                <a:prstClr val="white"/>
              </a:solidFill>
            </a:endParaRPr>
          </a:p>
        </p:txBody>
      </p:sp>
    </p:spTree>
    <p:extLst>
      <p:ext uri="{BB962C8B-B14F-4D97-AF65-F5344CB8AC3E}">
        <p14:creationId xmlns:p14="http://schemas.microsoft.com/office/powerpoint/2010/main" val="21869567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2C7D791-2434-F12A-0431-98064DCE59BD}"/>
              </a:ext>
            </a:extLst>
          </p:cNvPr>
          <p:cNvSpPr txBox="1"/>
          <p:nvPr/>
        </p:nvSpPr>
        <p:spPr>
          <a:xfrm>
            <a:off x="522514" y="1827541"/>
            <a:ext cx="8808098" cy="4093428"/>
          </a:xfrm>
          <a:prstGeom prst="rect">
            <a:avLst/>
          </a:prstGeom>
          <a:noFill/>
        </p:spPr>
        <p:txBody>
          <a:bodyPr wrap="square">
            <a:spAutoFit/>
          </a:bodyPr>
          <a:lstStyle/>
          <a:p>
            <a:r>
              <a:rPr lang="es-MX" sz="2000" dirty="0">
                <a:solidFill>
                  <a:schemeClr val="bg2">
                    <a:lumMod val="90000"/>
                    <a:lumOff val="10000"/>
                  </a:schemeClr>
                </a:solidFill>
              </a:rPr>
              <a:t>Los métodos formales pueden utilizarse en diferentes etapas en el proceso V &amp; V:</a:t>
            </a:r>
          </a:p>
          <a:p>
            <a:endParaRPr lang="es-MX" sz="2000" dirty="0">
              <a:solidFill>
                <a:schemeClr val="bg2">
                  <a:lumMod val="90000"/>
                  <a:lumOff val="10000"/>
                </a:schemeClr>
              </a:solidFill>
            </a:endParaRPr>
          </a:p>
          <a:p>
            <a:pPr marL="285750" lvl="0" indent="-285750">
              <a:buFont typeface="Arial" panose="020B0604020202020204" pitchFamily="34" charset="0"/>
              <a:buChar char="•"/>
            </a:pPr>
            <a:r>
              <a:rPr lang="es-ES" sz="2000" dirty="0">
                <a:solidFill>
                  <a:schemeClr val="bg2">
                    <a:lumMod val="90000"/>
                    <a:lumOff val="10000"/>
                  </a:schemeClr>
                </a:solidFill>
              </a:rPr>
              <a:t>Se desarrolla una especificación formal del sistema y analizarse matemática­mente para buscar inconsistencias. </a:t>
            </a:r>
          </a:p>
          <a:p>
            <a:pPr marL="285750" lvl="0" indent="-285750">
              <a:buFont typeface="Arial" panose="020B0604020202020204" pitchFamily="34" charset="0"/>
              <a:buChar char="•"/>
            </a:pPr>
            <a:r>
              <a:rPr lang="es-ES" sz="2000" dirty="0">
                <a:solidFill>
                  <a:schemeClr val="bg2">
                    <a:lumMod val="90000"/>
                    <a:lumOff val="10000"/>
                  </a:schemeClr>
                </a:solidFill>
              </a:rPr>
              <a:t>Puede verificarse formalmente, utilizando argumentos matemáticos, que el código de un sistema software es consistente con su especificación. Esto requiere una especifi­cación formal y es efectiva para descubrir algunos errores de diseño y programación. </a:t>
            </a:r>
          </a:p>
          <a:p>
            <a:pPr marL="285750" lvl="0" indent="-285750">
              <a:buFont typeface="Arial" panose="020B0604020202020204" pitchFamily="34" charset="0"/>
              <a:buChar char="•"/>
            </a:pPr>
            <a:r>
              <a:rPr lang="es-ES" sz="2000" dirty="0">
                <a:solidFill>
                  <a:schemeClr val="bg2">
                    <a:lumMod val="90000"/>
                    <a:lumOff val="10000"/>
                  </a:schemeClr>
                </a:solidFill>
              </a:rPr>
              <a:t>Puede utilizarse un proceso de desarrollo transformacional o proceso de Sala Limpia en el que una especificación formal se transforma a través de una serie de representaciones más detalladas para soportar el proceso de verificación formal.</a:t>
            </a:r>
            <a:endParaRPr lang="es-AR" sz="2000" dirty="0">
              <a:solidFill>
                <a:schemeClr val="bg2">
                  <a:lumMod val="90000"/>
                  <a:lumOff val="10000"/>
                </a:schemeClr>
              </a:solidFill>
            </a:endParaRPr>
          </a:p>
          <a:p>
            <a:endParaRPr lang="es-MX" sz="2000" dirty="0">
              <a:solidFill>
                <a:schemeClr val="bg2">
                  <a:lumMod val="90000"/>
                  <a:lumOff val="10000"/>
                </a:schemeClr>
              </a:solidFill>
            </a:endParaRPr>
          </a:p>
        </p:txBody>
      </p:sp>
      <p:sp>
        <p:nvSpPr>
          <p:cNvPr id="6" name="CuadroTexto 5">
            <a:extLst>
              <a:ext uri="{FF2B5EF4-FFF2-40B4-BE49-F238E27FC236}">
                <a16:creationId xmlns:a16="http://schemas.microsoft.com/office/drawing/2014/main" id="{C2829066-F5EE-1111-2E77-1B0172D00C93}"/>
              </a:ext>
            </a:extLst>
          </p:cNvPr>
          <p:cNvSpPr txBox="1"/>
          <p:nvPr/>
        </p:nvSpPr>
        <p:spPr>
          <a:xfrm>
            <a:off x="181947" y="611775"/>
            <a:ext cx="6111550"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AR" sz="4000" b="1" i="0" u="none" strike="noStrike" kern="1200" cap="none" spc="0" normalizeH="0" baseline="0" noProof="0" dirty="0">
                <a:ln>
                  <a:noFill/>
                </a:ln>
                <a:solidFill>
                  <a:prstClr val="white"/>
                </a:solidFill>
                <a:effectLst/>
                <a:uLnTx/>
                <a:uFillTx/>
                <a:latin typeface="Calibri" panose="020F0502020204030204"/>
                <a:ea typeface="+mn-ea"/>
                <a:cs typeface="+mn-cs"/>
              </a:rPr>
              <a:t>Proceso de Verificación</a:t>
            </a:r>
            <a:endParaRPr kumimoji="0" lang="es-ES" sz="4000" b="1" i="0" u="none" strike="noStrike" kern="1200" cap="none" spc="0" normalizeH="0" baseline="0" noProof="0" dirty="0" err="1">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38965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90BBCF2-2F58-FA02-4D66-1F351ECC7338}"/>
              </a:ext>
            </a:extLst>
          </p:cNvPr>
          <p:cNvSpPr txBox="1"/>
          <p:nvPr/>
        </p:nvSpPr>
        <p:spPr>
          <a:xfrm>
            <a:off x="88641" y="611775"/>
            <a:ext cx="6111550"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AR" sz="4000" b="1" i="0" u="none" strike="noStrike" kern="1200" cap="none" spc="0" normalizeH="0" baseline="0" noProof="0" dirty="0">
                <a:ln>
                  <a:noFill/>
                </a:ln>
                <a:solidFill>
                  <a:prstClr val="white"/>
                </a:solidFill>
                <a:effectLst/>
                <a:uLnTx/>
                <a:uFillTx/>
                <a:latin typeface="Calibri" panose="020F0502020204030204"/>
                <a:ea typeface="+mn-ea"/>
                <a:cs typeface="+mn-cs"/>
              </a:rPr>
              <a:t>Proceso de Verificación</a:t>
            </a:r>
            <a:endParaRPr kumimoji="0" lang="es-ES" sz="4000" b="1" i="0" u="none" strike="noStrike" kern="1200" cap="none" spc="0" normalizeH="0" baseline="0" noProof="0" dirty="0" err="1">
              <a:ln>
                <a:noFill/>
              </a:ln>
              <a:solidFill>
                <a:prstClr val="white"/>
              </a:solidFill>
              <a:effectLst/>
              <a:uLnTx/>
              <a:uFillTx/>
              <a:latin typeface="Calibri" panose="020F0502020204030204"/>
              <a:ea typeface="+mn-ea"/>
              <a:cs typeface="+mn-cs"/>
            </a:endParaRPr>
          </a:p>
        </p:txBody>
      </p:sp>
      <p:sp>
        <p:nvSpPr>
          <p:cNvPr id="7" name="CuadroTexto 6">
            <a:extLst>
              <a:ext uri="{FF2B5EF4-FFF2-40B4-BE49-F238E27FC236}">
                <a16:creationId xmlns:a16="http://schemas.microsoft.com/office/drawing/2014/main" id="{F48FCD60-F2B9-179E-58BC-4F492BD9014E}"/>
              </a:ext>
            </a:extLst>
          </p:cNvPr>
          <p:cNvSpPr txBox="1"/>
          <p:nvPr/>
        </p:nvSpPr>
        <p:spPr>
          <a:xfrm>
            <a:off x="942392" y="2274838"/>
            <a:ext cx="8224934" cy="2554545"/>
          </a:xfrm>
          <a:prstGeom prst="rect">
            <a:avLst/>
          </a:prstGeom>
          <a:noFill/>
        </p:spPr>
        <p:txBody>
          <a:bodyPr wrap="square">
            <a:spAutoFit/>
          </a:bodyPr>
          <a:lstStyle/>
          <a:p>
            <a:pPr marL="285750" indent="-285750">
              <a:buFont typeface="Arial" panose="020B0604020202020204" pitchFamily="34" charset="0"/>
              <a:buChar char="•"/>
            </a:pPr>
            <a:r>
              <a:rPr lang="es-MX" sz="2000" dirty="0">
                <a:solidFill>
                  <a:schemeClr val="bg2">
                    <a:lumMod val="90000"/>
                    <a:lumOff val="10000"/>
                  </a:schemeClr>
                </a:solidFill>
              </a:rPr>
              <a:t>El argumento para el uso de la especificación formal y de la verificación del programa asociado es que la especificación formal fuerza un análisis detallado de la especificación. </a:t>
            </a:r>
          </a:p>
          <a:p>
            <a:pPr marL="285750" indent="-285750">
              <a:buFont typeface="Arial" panose="020B0604020202020204" pitchFamily="34" charset="0"/>
              <a:buChar char="•"/>
            </a:pPr>
            <a:r>
              <a:rPr lang="es-MX" sz="2000" dirty="0">
                <a:solidFill>
                  <a:schemeClr val="bg2">
                    <a:lumMod val="90000"/>
                    <a:lumOff val="10000"/>
                  </a:schemeClr>
                </a:solidFill>
              </a:rPr>
              <a:t>Puede revelar inconsistencias u omisiones potenciales que podrían de otra forma no ser descubiertas hasta que el sistema sea operacional. </a:t>
            </a:r>
          </a:p>
          <a:p>
            <a:pPr marL="285750" indent="-285750">
              <a:buFont typeface="Arial" panose="020B0604020202020204" pitchFamily="34" charset="0"/>
              <a:buChar char="•"/>
            </a:pPr>
            <a:r>
              <a:rPr lang="es-MX" sz="2000" dirty="0">
                <a:solidFill>
                  <a:schemeClr val="bg2">
                    <a:lumMod val="90000"/>
                    <a:lumOff val="10000"/>
                  </a:schemeClr>
                </a:solidFill>
              </a:rPr>
              <a:t>La verificación formal demuestra que el programa desarrollado satisface su especificación, por lo que los errores de implementación no com­prometen la confiabilidad.</a:t>
            </a:r>
            <a:endParaRPr lang="es-AR" sz="2000" dirty="0">
              <a:solidFill>
                <a:schemeClr val="bg2">
                  <a:lumMod val="90000"/>
                  <a:lumOff val="10000"/>
                </a:schemeClr>
              </a:solidFill>
            </a:endParaRPr>
          </a:p>
        </p:txBody>
      </p:sp>
    </p:spTree>
    <p:extLst>
      <p:ext uri="{BB962C8B-B14F-4D97-AF65-F5344CB8AC3E}">
        <p14:creationId xmlns:p14="http://schemas.microsoft.com/office/powerpoint/2010/main" val="13988355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0AADBD4-5A35-CECF-33BF-4141B2A71E6D}"/>
              </a:ext>
            </a:extLst>
          </p:cNvPr>
          <p:cNvSpPr txBox="1"/>
          <p:nvPr/>
        </p:nvSpPr>
        <p:spPr>
          <a:xfrm>
            <a:off x="88640" y="602444"/>
            <a:ext cx="8784771" cy="707886"/>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AR" sz="4000" b="1" i="0" u="none" strike="noStrike" kern="1200" cap="none" spc="0" normalizeH="0" baseline="0" noProof="0" dirty="0">
                <a:ln>
                  <a:noFill/>
                </a:ln>
                <a:solidFill>
                  <a:prstClr val="white"/>
                </a:solidFill>
                <a:effectLst/>
                <a:uLnTx/>
                <a:uFillTx/>
                <a:latin typeface="Calibri" panose="020F0502020204030204"/>
                <a:ea typeface="+mn-ea"/>
                <a:cs typeface="+mn-cs"/>
              </a:rPr>
              <a:t>Proceso de Verificación y Validación</a:t>
            </a:r>
            <a:endParaRPr kumimoji="0" lang="es-ES" sz="4000" b="1" i="0" u="none" strike="noStrike" kern="1200" cap="none" spc="0" normalizeH="0" baseline="0" noProof="0" dirty="0" err="1">
              <a:ln>
                <a:noFill/>
              </a:ln>
              <a:solidFill>
                <a:prstClr val="white"/>
              </a:solidFill>
              <a:effectLst/>
              <a:uLnTx/>
              <a:uFillTx/>
              <a:latin typeface="Calibri" panose="020F0502020204030204"/>
              <a:ea typeface="+mn-ea"/>
              <a:cs typeface="+mn-cs"/>
            </a:endParaRPr>
          </a:p>
        </p:txBody>
      </p:sp>
      <p:sp>
        <p:nvSpPr>
          <p:cNvPr id="5" name="CuadroTexto 4">
            <a:extLst>
              <a:ext uri="{FF2B5EF4-FFF2-40B4-BE49-F238E27FC236}">
                <a16:creationId xmlns:a16="http://schemas.microsoft.com/office/drawing/2014/main" id="{57FF5C13-5477-1678-FCC4-9BB2943FCE3D}"/>
              </a:ext>
            </a:extLst>
          </p:cNvPr>
          <p:cNvSpPr txBox="1"/>
          <p:nvPr/>
        </p:nvSpPr>
        <p:spPr>
          <a:xfrm>
            <a:off x="541175" y="1826140"/>
            <a:ext cx="9167326" cy="4524315"/>
          </a:xfrm>
          <a:prstGeom prst="rect">
            <a:avLst/>
          </a:prstGeom>
          <a:noFill/>
        </p:spPr>
        <p:txBody>
          <a:bodyPr wrap="square">
            <a:spAutoFit/>
          </a:bodyPr>
          <a:lstStyle/>
          <a:p>
            <a:r>
              <a:rPr lang="es-MX" dirty="0">
                <a:solidFill>
                  <a:schemeClr val="bg2">
                    <a:lumMod val="90000"/>
                    <a:lumOff val="10000"/>
                  </a:schemeClr>
                </a:solidFill>
              </a:rPr>
              <a:t>■	La verificación y la validación no son lo mismo. </a:t>
            </a:r>
          </a:p>
          <a:p>
            <a:endParaRPr lang="es-MX" dirty="0">
              <a:solidFill>
                <a:schemeClr val="bg2">
                  <a:lumMod val="90000"/>
                  <a:lumOff val="10000"/>
                </a:schemeClr>
              </a:solidFill>
            </a:endParaRPr>
          </a:p>
          <a:p>
            <a:pPr marL="1200150" lvl="2" indent="-285750">
              <a:buFont typeface="Arial" panose="020B0604020202020204" pitchFamily="34" charset="0"/>
              <a:buChar char="•"/>
            </a:pPr>
            <a:r>
              <a:rPr lang="es-MX" dirty="0">
                <a:solidFill>
                  <a:schemeClr val="bg2">
                    <a:lumMod val="90000"/>
                    <a:lumOff val="10000"/>
                  </a:schemeClr>
                </a:solidFill>
              </a:rPr>
              <a:t>La verificación intenta mostrar que un programa satisface su especificación. </a:t>
            </a:r>
          </a:p>
          <a:p>
            <a:pPr marL="1200150" lvl="2" indent="-285750">
              <a:buFont typeface="Arial" panose="020B0604020202020204" pitchFamily="34" charset="0"/>
              <a:buChar char="•"/>
            </a:pPr>
            <a:r>
              <a:rPr lang="es-MX" dirty="0">
                <a:solidFill>
                  <a:schemeClr val="bg2">
                    <a:lumMod val="90000"/>
                    <a:lumOff val="10000"/>
                  </a:schemeClr>
                </a:solidFill>
              </a:rPr>
              <a:t>La validación intenta mostrar que el programa hace lo que el usuario requiere.</a:t>
            </a:r>
          </a:p>
          <a:p>
            <a:pPr lvl="2"/>
            <a:endParaRPr lang="es-MX" dirty="0">
              <a:solidFill>
                <a:schemeClr val="bg2">
                  <a:lumMod val="90000"/>
                  <a:lumOff val="10000"/>
                </a:schemeClr>
              </a:solidFill>
            </a:endParaRPr>
          </a:p>
          <a:p>
            <a:r>
              <a:rPr lang="es-MX" dirty="0">
                <a:solidFill>
                  <a:schemeClr val="bg2">
                    <a:lumMod val="90000"/>
                    <a:lumOff val="10000"/>
                  </a:schemeClr>
                </a:solidFill>
              </a:rPr>
              <a:t>■	Los planes de pruebas deberían incluir una descripción de los elementos que hay que probar. la agenda de pruebas, los procedimientos para gestionar el proceso de pruebas, los requerimientos hardware y software, y cualquier problema de pruebas que probablemente pueda surgir.</a:t>
            </a:r>
          </a:p>
          <a:p>
            <a:r>
              <a:rPr lang="es-MX" dirty="0">
                <a:solidFill>
                  <a:schemeClr val="bg2">
                    <a:lumMod val="90000"/>
                    <a:lumOff val="10000"/>
                  </a:schemeClr>
                </a:solidFill>
              </a:rPr>
              <a:t>■	Las técnicas de verificación estática implican examinar y analizar el código fuente del programa para detectar errores. Deberían utilizarse con las pruebas de programas como parte del proceso V &amp; V.</a:t>
            </a:r>
          </a:p>
          <a:p>
            <a:r>
              <a:rPr lang="es-MX" dirty="0">
                <a:solidFill>
                  <a:schemeClr val="bg2">
                    <a:lumMod val="90000"/>
                    <a:lumOff val="10000"/>
                  </a:schemeClr>
                </a:solidFill>
              </a:rPr>
              <a:t>■	Las inspecciones de programas son efectivas para encontrar errores en los programas. El objetivo de una Ins­pección es localizar defectos. Una lista de comprobación de defectos deberá conducir el proceso de la Ins­pección.</a:t>
            </a:r>
          </a:p>
          <a:p>
            <a:endParaRPr lang="es-MX" dirty="0">
              <a:solidFill>
                <a:schemeClr val="bg2">
                  <a:lumMod val="90000"/>
                  <a:lumOff val="10000"/>
                </a:schemeClr>
              </a:solidFill>
            </a:endParaRPr>
          </a:p>
        </p:txBody>
      </p:sp>
    </p:spTree>
    <p:extLst>
      <p:ext uri="{BB962C8B-B14F-4D97-AF65-F5344CB8AC3E}">
        <p14:creationId xmlns:p14="http://schemas.microsoft.com/office/powerpoint/2010/main" val="32520133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C89BB24-89C1-1A54-2B7E-D15547E3EDD8}"/>
              </a:ext>
            </a:extLst>
          </p:cNvPr>
          <p:cNvSpPr txBox="1"/>
          <p:nvPr/>
        </p:nvSpPr>
        <p:spPr>
          <a:xfrm>
            <a:off x="690465" y="2435806"/>
            <a:ext cx="8010330" cy="2862322"/>
          </a:xfrm>
          <a:prstGeom prst="rect">
            <a:avLst/>
          </a:prstGeom>
          <a:noFill/>
        </p:spPr>
        <p:txBody>
          <a:bodyPr wrap="square">
            <a:spAutoFit/>
          </a:bodyPr>
          <a:lstStyle/>
          <a:p>
            <a:endParaRPr lang="es-MX" sz="2000" dirty="0">
              <a:solidFill>
                <a:schemeClr val="bg2">
                  <a:lumMod val="90000"/>
                  <a:lumOff val="10000"/>
                </a:schemeClr>
              </a:solidFill>
            </a:endParaRPr>
          </a:p>
          <a:p>
            <a:r>
              <a:rPr lang="es-MX" sz="2000" dirty="0">
                <a:solidFill>
                  <a:schemeClr val="bg2">
                    <a:lumMod val="90000"/>
                    <a:lumOff val="10000"/>
                  </a:schemeClr>
                </a:solidFill>
              </a:rPr>
              <a:t>■      Los miembros del equipo incluyen un líder del equipo o moderador, el autor del código. Un lector que presenta el código du­rante la inspección y un probador que considera el código desde una perspectiva de pruebas.</a:t>
            </a:r>
          </a:p>
          <a:p>
            <a:endParaRPr lang="es-MX" sz="2000" dirty="0">
              <a:solidFill>
                <a:schemeClr val="bg2">
                  <a:lumMod val="90000"/>
                  <a:lumOff val="10000"/>
                </a:schemeClr>
              </a:solidFill>
            </a:endParaRPr>
          </a:p>
          <a:p>
            <a:r>
              <a:rPr lang="es-MX" sz="2000" dirty="0">
                <a:solidFill>
                  <a:schemeClr val="bg2">
                    <a:lumMod val="90000"/>
                    <a:lumOff val="10000"/>
                  </a:schemeClr>
                </a:solidFill>
              </a:rPr>
              <a:t>■	El desarrollo de software de Sala Limpia se centra en técnicas estáticas para la verificación de programas y pruebas estadísticas para la certiflcaci6n de la fiabilidad del sistema. Se ha utilizado con éxito en la producción de sistemas que tienen un alto nivel de fiabilidad.</a:t>
            </a:r>
          </a:p>
        </p:txBody>
      </p:sp>
      <p:sp>
        <p:nvSpPr>
          <p:cNvPr id="5" name="CuadroTexto 4">
            <a:extLst>
              <a:ext uri="{FF2B5EF4-FFF2-40B4-BE49-F238E27FC236}">
                <a16:creationId xmlns:a16="http://schemas.microsoft.com/office/drawing/2014/main" id="{C65CAFD7-9681-371A-51B7-1528AF03C5E3}"/>
              </a:ext>
            </a:extLst>
          </p:cNvPr>
          <p:cNvSpPr txBox="1"/>
          <p:nvPr/>
        </p:nvSpPr>
        <p:spPr>
          <a:xfrm>
            <a:off x="573832" y="762391"/>
            <a:ext cx="8607489" cy="707886"/>
          </a:xfrm>
          <a:prstGeom prst="rect">
            <a:avLst/>
          </a:prstGeom>
          <a:noFill/>
        </p:spPr>
        <p:txBody>
          <a:bodyPr wrap="square">
            <a:spAutoFit/>
          </a:bodyPr>
          <a:lstStyle/>
          <a:p>
            <a:r>
              <a:rPr lang="es-MX" sz="4000" b="1" dirty="0">
                <a:solidFill>
                  <a:prstClr val="white"/>
                </a:solidFill>
                <a:latin typeface="Calibri" panose="020F0502020204030204"/>
              </a:rPr>
              <a:t>Proceso de Verificación y Validación</a:t>
            </a:r>
          </a:p>
        </p:txBody>
      </p:sp>
    </p:spTree>
    <p:extLst>
      <p:ext uri="{BB962C8B-B14F-4D97-AF65-F5344CB8AC3E}">
        <p14:creationId xmlns:p14="http://schemas.microsoft.com/office/powerpoint/2010/main" val="26801500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0648473-4FFD-CE1E-214E-D8C7C7EF7807}"/>
              </a:ext>
            </a:extLst>
          </p:cNvPr>
          <p:cNvSpPr txBox="1"/>
          <p:nvPr/>
        </p:nvSpPr>
        <p:spPr>
          <a:xfrm>
            <a:off x="1413524" y="2875002"/>
            <a:ext cx="9156405" cy="110799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AR" sz="6600" b="1" i="0" u="none" strike="noStrike" kern="1200" cap="none" spc="0" normalizeH="0" baseline="0" noProof="0" dirty="0">
                <a:ln>
                  <a:noFill/>
                </a:ln>
                <a:solidFill>
                  <a:prstClr val="white"/>
                </a:solidFill>
                <a:effectLst/>
                <a:uLnTx/>
                <a:uFillTx/>
                <a:ea typeface="+mn-ea"/>
                <a:cs typeface="+mn-cs"/>
              </a:rPr>
              <a:t>Revisiones informales</a:t>
            </a:r>
            <a:endParaRPr kumimoji="0" lang="es-AR" sz="6600" b="1"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8524864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0A84973-9DAA-8DB4-FFFC-403300E548EC}"/>
              </a:ext>
            </a:extLst>
          </p:cNvPr>
          <p:cNvSpPr txBox="1"/>
          <p:nvPr/>
        </p:nvSpPr>
        <p:spPr>
          <a:xfrm>
            <a:off x="0" y="542090"/>
            <a:ext cx="9156405"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AR" sz="4000" b="1" dirty="0">
                <a:solidFill>
                  <a:prstClr val="white"/>
                </a:solidFill>
              </a:rPr>
              <a:t>Proceso de validación</a:t>
            </a:r>
            <a:endParaRPr kumimoji="0" lang="es-AR" sz="4000" b="1" i="0" u="none" strike="noStrike" kern="1200" cap="none" spc="0" normalizeH="0" baseline="0" noProof="0" dirty="0">
              <a:ln>
                <a:noFill/>
              </a:ln>
              <a:solidFill>
                <a:prstClr val="black"/>
              </a:solidFill>
              <a:effectLst/>
              <a:uLnTx/>
              <a:uFillTx/>
              <a:ea typeface="+mn-ea"/>
              <a:cs typeface="+mn-cs"/>
            </a:endParaRPr>
          </a:p>
        </p:txBody>
      </p:sp>
      <p:sp>
        <p:nvSpPr>
          <p:cNvPr id="8" name="Rectangle 2">
            <a:extLst>
              <a:ext uri="{FF2B5EF4-FFF2-40B4-BE49-F238E27FC236}">
                <a16:creationId xmlns:a16="http://schemas.microsoft.com/office/drawing/2014/main" id="{90D3681B-F6C3-7CE7-158A-EFA9A46F9370}"/>
              </a:ext>
            </a:extLst>
          </p:cNvPr>
          <p:cNvSpPr txBox="1">
            <a:spLocks noChangeArrowheads="1"/>
          </p:cNvSpPr>
          <p:nvPr/>
        </p:nvSpPr>
        <p:spPr bwMode="auto">
          <a:xfrm>
            <a:off x="1602259" y="1464369"/>
            <a:ext cx="646258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rgbClr val="8AD0D6"/>
              </a:buClr>
              <a:buSzPct val="80000"/>
              <a:buFont typeface="Wingdings 3" pitchFamily="2" charset="2"/>
              <a:buChar char=""/>
              <a:defRPr sz="2000">
                <a:solidFill>
                  <a:schemeClr val="tx1"/>
                </a:solidFill>
                <a:latin typeface="Century Gothic" panose="020B0502020202020204" pitchFamily="34" charset="0"/>
              </a:defRPr>
            </a:lvl1pPr>
            <a:lvl2pPr marL="742950" indent="-285750">
              <a:spcBef>
                <a:spcPts val="1000"/>
              </a:spcBef>
              <a:buClr>
                <a:srgbClr val="8AD0D6"/>
              </a:buClr>
              <a:buSzPct val="80000"/>
              <a:buFont typeface="Wingdings 3" pitchFamily="2" charset="2"/>
              <a:buChar char=""/>
              <a:defRPr>
                <a:solidFill>
                  <a:schemeClr val="tx1"/>
                </a:solidFill>
                <a:latin typeface="Century Gothic" panose="020B0502020202020204" pitchFamily="34" charset="0"/>
              </a:defRPr>
            </a:lvl2pPr>
            <a:lvl3pPr marL="1143000" indent="-228600">
              <a:spcBef>
                <a:spcPts val="1000"/>
              </a:spcBef>
              <a:buClr>
                <a:srgbClr val="8AD0D6"/>
              </a:buClr>
              <a:buSzPct val="80000"/>
              <a:buFont typeface="Wingdings 3" pitchFamily="2" charset="2"/>
              <a:buChar char=""/>
              <a:defRPr sz="1600">
                <a:solidFill>
                  <a:schemeClr val="tx1"/>
                </a:solidFill>
                <a:latin typeface="Century Gothic" panose="020B0502020202020204" pitchFamily="34" charset="0"/>
              </a:defRPr>
            </a:lvl3pPr>
            <a:lvl4pPr marL="1600200" indent="-228600">
              <a:spcBef>
                <a:spcPts val="1000"/>
              </a:spcBef>
              <a:buClr>
                <a:srgbClr val="8AD0D6"/>
              </a:buClr>
              <a:buSzPct val="80000"/>
              <a:buFont typeface="Wingdings 3" pitchFamily="2" charset="2"/>
              <a:buChar char=""/>
              <a:defRPr sz="1400">
                <a:solidFill>
                  <a:schemeClr val="tx1"/>
                </a:solidFill>
                <a:latin typeface="Century Gothic" panose="020B0502020202020204" pitchFamily="34" charset="0"/>
              </a:defRPr>
            </a:lvl4pPr>
            <a:lvl5pPr marL="2057400" indent="-228600">
              <a:spcBef>
                <a:spcPts val="1000"/>
              </a:spcBef>
              <a:buClr>
                <a:srgbClr val="8AD0D6"/>
              </a:buClr>
              <a:buSzPct val="80000"/>
              <a:buFont typeface="Wingdings 3" pitchFamily="2" charset="2"/>
              <a:buChar char=""/>
              <a:defRPr sz="1400">
                <a:solidFill>
                  <a:schemeClr val="tx1"/>
                </a:solidFill>
                <a:latin typeface="Century Gothic" panose="020B0502020202020204" pitchFamily="34" charset="0"/>
              </a:defRPr>
            </a:lvl5pPr>
            <a:lvl6pPr marL="25146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6pPr>
            <a:lvl7pPr marL="29718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7pPr>
            <a:lvl8pPr marL="34290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8pPr>
            <a:lvl9pPr marL="3886200" indent="-228600" eaLnBrk="0" fontAlgn="base" hangingPunct="0">
              <a:spcBef>
                <a:spcPts val="1000"/>
              </a:spcBef>
              <a:spcAft>
                <a:spcPct val="0"/>
              </a:spcAft>
              <a:buClr>
                <a:srgbClr val="8AD0D6"/>
              </a:buClr>
              <a:buSzPct val="80000"/>
              <a:buFont typeface="Wingdings 3" pitchFamily="2" charset="2"/>
              <a:buChar char=""/>
              <a:defRPr sz="1400">
                <a:solidFill>
                  <a:schemeClr val="tx1"/>
                </a:solidFill>
                <a:latin typeface="Century Gothic" panose="020B0502020202020204" pitchFamily="34" charset="0"/>
              </a:defRPr>
            </a:lvl9pPr>
          </a:lstStyle>
          <a:p>
            <a:pPr algn="ctr" eaLnBrk="1" hangingPunct="1">
              <a:spcBef>
                <a:spcPct val="0"/>
              </a:spcBef>
              <a:buClrTx/>
              <a:buSzTx/>
              <a:buFontTx/>
              <a:buNone/>
            </a:pPr>
            <a:r>
              <a:rPr lang="es-ES" altLang="es-AR" sz="2400" b="1" dirty="0">
                <a:solidFill>
                  <a:srgbClr val="F6A610"/>
                </a:solidFill>
              </a:rPr>
              <a:t>¿Qué técnicas puedo usar?</a:t>
            </a:r>
          </a:p>
        </p:txBody>
      </p:sp>
      <p:sp>
        <p:nvSpPr>
          <p:cNvPr id="2" name="Rectangle 3">
            <a:extLst>
              <a:ext uri="{FF2B5EF4-FFF2-40B4-BE49-F238E27FC236}">
                <a16:creationId xmlns:a16="http://schemas.microsoft.com/office/drawing/2014/main" id="{22501D44-3F7B-A793-4E4E-FBCA1CD65DBC}"/>
              </a:ext>
            </a:extLst>
          </p:cNvPr>
          <p:cNvSpPr txBox="1">
            <a:spLocks noChangeArrowheads="1"/>
          </p:cNvSpPr>
          <p:nvPr/>
        </p:nvSpPr>
        <p:spPr>
          <a:xfrm>
            <a:off x="766118" y="2467232"/>
            <a:ext cx="8600303" cy="399535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endParaRPr lang="es-ES_tradnl" dirty="0"/>
          </a:p>
          <a:p>
            <a:pPr marL="457200" lvl="2" indent="-457200">
              <a:lnSpc>
                <a:spcPct val="80000"/>
              </a:lnSpc>
              <a:buFont typeface="Wingdings" panose="05000000000000000000" pitchFamily="2" charset="2"/>
              <a:buChar char="Ø"/>
              <a:defRPr/>
            </a:pPr>
            <a:endParaRPr lang="es-ES_tradnl" sz="2800" dirty="0"/>
          </a:p>
        </p:txBody>
      </p:sp>
      <p:graphicFrame>
        <p:nvGraphicFramePr>
          <p:cNvPr id="10" name="Diagrama 9">
            <a:extLst>
              <a:ext uri="{FF2B5EF4-FFF2-40B4-BE49-F238E27FC236}">
                <a16:creationId xmlns:a16="http://schemas.microsoft.com/office/drawing/2014/main" id="{5CB68D11-D7BF-C122-7D17-5E3EDACA63C5}"/>
              </a:ext>
            </a:extLst>
          </p:cNvPr>
          <p:cNvGraphicFramePr/>
          <p:nvPr>
            <p:extLst>
              <p:ext uri="{D42A27DB-BD31-4B8C-83A1-F6EECF244321}">
                <p14:modId xmlns:p14="http://schemas.microsoft.com/office/powerpoint/2010/main" val="1564008631"/>
              </p:ext>
            </p:extLst>
          </p:nvPr>
        </p:nvGraphicFramePr>
        <p:xfrm>
          <a:off x="617861" y="2002532"/>
          <a:ext cx="7920682" cy="43865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20989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redondeado 8">
            <a:extLst>
              <a:ext uri="{FF2B5EF4-FFF2-40B4-BE49-F238E27FC236}">
                <a16:creationId xmlns:a16="http://schemas.microsoft.com/office/drawing/2014/main" id="{6324F730-49E8-6A06-1162-18BB206135D5}"/>
              </a:ext>
            </a:extLst>
          </p:cNvPr>
          <p:cNvSpPr/>
          <p:nvPr/>
        </p:nvSpPr>
        <p:spPr>
          <a:xfrm>
            <a:off x="786714" y="2570205"/>
            <a:ext cx="7912443" cy="329925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CuadroTexto 3">
            <a:extLst>
              <a:ext uri="{FF2B5EF4-FFF2-40B4-BE49-F238E27FC236}">
                <a16:creationId xmlns:a16="http://schemas.microsoft.com/office/drawing/2014/main" id="{30A84973-9DAA-8DB4-FFFC-403300E548EC}"/>
              </a:ext>
            </a:extLst>
          </p:cNvPr>
          <p:cNvSpPr txBox="1"/>
          <p:nvPr/>
        </p:nvSpPr>
        <p:spPr>
          <a:xfrm>
            <a:off x="0" y="542090"/>
            <a:ext cx="9156405"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AR" sz="4000" b="1" dirty="0">
                <a:solidFill>
                  <a:prstClr val="white"/>
                </a:solidFill>
              </a:rPr>
              <a:t>Revisiones Informales</a:t>
            </a:r>
            <a:endParaRPr kumimoji="0" lang="es-AR" sz="4000" b="1" i="0" u="none" strike="noStrike" kern="1200" cap="none" spc="0" normalizeH="0" baseline="0" noProof="0" dirty="0">
              <a:ln>
                <a:noFill/>
              </a:ln>
              <a:solidFill>
                <a:prstClr val="black"/>
              </a:solidFill>
              <a:effectLst/>
              <a:uLnTx/>
              <a:uFillTx/>
              <a:ea typeface="+mn-ea"/>
              <a:cs typeface="+mn-cs"/>
            </a:endParaRPr>
          </a:p>
        </p:txBody>
      </p:sp>
      <p:sp>
        <p:nvSpPr>
          <p:cNvPr id="3" name="2 Marcador de contenido">
            <a:extLst>
              <a:ext uri="{FF2B5EF4-FFF2-40B4-BE49-F238E27FC236}">
                <a16:creationId xmlns:a16="http://schemas.microsoft.com/office/drawing/2014/main" id="{50843894-5214-A4EF-8874-723051E2394E}"/>
              </a:ext>
            </a:extLst>
          </p:cNvPr>
          <p:cNvSpPr txBox="1">
            <a:spLocks/>
          </p:cNvSpPr>
          <p:nvPr/>
        </p:nvSpPr>
        <p:spPr>
          <a:xfrm>
            <a:off x="2245307" y="3282778"/>
            <a:ext cx="6276975" cy="27730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80000"/>
              </a:lnSpc>
              <a:buClr>
                <a:schemeClr val="accent1"/>
              </a:buClr>
              <a:buFont typeface="Wingdings" pitchFamily="2" charset="2"/>
              <a:buChar char="ü"/>
            </a:pPr>
            <a:r>
              <a:rPr lang="es-ES" altLang="es-AR" sz="2600" dirty="0"/>
              <a:t>El autor, entrega el documento de especificación a un compañero,</a:t>
            </a:r>
          </a:p>
          <a:p>
            <a:pPr lvl="1">
              <a:lnSpc>
                <a:spcPct val="80000"/>
              </a:lnSpc>
              <a:buClr>
                <a:schemeClr val="accent1"/>
              </a:buClr>
              <a:buFont typeface="Wingdings" pitchFamily="2" charset="2"/>
              <a:buChar char="ü"/>
            </a:pPr>
            <a:endParaRPr lang="es-ES" altLang="es-AR" sz="2600" dirty="0"/>
          </a:p>
          <a:p>
            <a:pPr lvl="1">
              <a:lnSpc>
                <a:spcPct val="80000"/>
              </a:lnSpc>
              <a:buClr>
                <a:schemeClr val="accent1"/>
              </a:buClr>
              <a:buFont typeface="Wingdings" pitchFamily="2" charset="2"/>
              <a:buChar char="ü"/>
            </a:pPr>
            <a:r>
              <a:rPr lang="es-ES" altLang="es-AR" sz="2600" dirty="0"/>
              <a:t>Este lo lee y devuelve sus observaciones al autor.</a:t>
            </a:r>
          </a:p>
          <a:p>
            <a:pPr lvl="1">
              <a:lnSpc>
                <a:spcPct val="80000"/>
              </a:lnSpc>
              <a:buFont typeface="Wingdings" pitchFamily="2" charset="2"/>
              <a:buChar char="ü"/>
            </a:pPr>
            <a:endParaRPr lang="es-ES" altLang="es-AR" dirty="0"/>
          </a:p>
        </p:txBody>
      </p:sp>
      <p:sp>
        <p:nvSpPr>
          <p:cNvPr id="5" name="Rectangle 2">
            <a:extLst>
              <a:ext uri="{FF2B5EF4-FFF2-40B4-BE49-F238E27FC236}">
                <a16:creationId xmlns:a16="http://schemas.microsoft.com/office/drawing/2014/main" id="{9BF580CB-ACE7-71D3-8688-2F9D62E6F155}"/>
              </a:ext>
            </a:extLst>
          </p:cNvPr>
          <p:cNvSpPr txBox="1">
            <a:spLocks noChangeArrowheads="1"/>
          </p:cNvSpPr>
          <p:nvPr/>
        </p:nvSpPr>
        <p:spPr>
          <a:xfrm>
            <a:off x="786714" y="1932925"/>
            <a:ext cx="3341937" cy="508327"/>
          </a:xfrm>
          <a:prstGeom prst="rect">
            <a:avLst/>
          </a:prstGeom>
        </p:spPr>
        <p:txBody>
          <a:bodyPr vert="horz" lIns="91440" tIns="45720" rIns="91440" bIns="45720" rtlCol="0" anchor="t">
            <a:noAutofit/>
          </a:bodyPr>
          <a:lstStyle>
            <a:lvl1pPr defTabSz="457207" eaLnBrk="1" latinLnBrk="0" hangingPunct="1">
              <a:buNone/>
              <a:defRPr sz="3600" b="0" i="0">
                <a:solidFill>
                  <a:schemeClr val="tx2"/>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defTabSz="457200">
              <a:lnSpc>
                <a:spcPct val="90000"/>
              </a:lnSpc>
              <a:spcAft>
                <a:spcPts val="600"/>
              </a:spcAft>
            </a:pPr>
            <a:r>
              <a:rPr lang="es-ES" altLang="es-AR" sz="2600" b="1" dirty="0">
                <a:solidFill>
                  <a:schemeClr val="accent1"/>
                </a:solidFill>
              </a:rPr>
              <a:t>Peer </a:t>
            </a:r>
            <a:r>
              <a:rPr lang="es-ES" altLang="es-AR" sz="2600" b="1" dirty="0" err="1">
                <a:solidFill>
                  <a:schemeClr val="accent1"/>
                </a:solidFill>
              </a:rPr>
              <a:t>deskcheck</a:t>
            </a:r>
            <a:r>
              <a:rPr lang="es-ES" altLang="es-AR" sz="2600" b="1" dirty="0">
                <a:solidFill>
                  <a:schemeClr val="accent1"/>
                </a:solidFill>
              </a:rPr>
              <a:t> </a:t>
            </a:r>
          </a:p>
          <a:p>
            <a:pPr defTabSz="457200">
              <a:lnSpc>
                <a:spcPct val="90000"/>
              </a:lnSpc>
              <a:spcAft>
                <a:spcPts val="600"/>
              </a:spcAft>
            </a:pPr>
            <a:r>
              <a:rPr lang="en-US" sz="2600" b="1" i="0" kern="1200" dirty="0">
                <a:solidFill>
                  <a:schemeClr val="accent3">
                    <a:lumMod val="75000"/>
                  </a:schemeClr>
                </a:solidFill>
                <a:ea typeface="+mj-ea"/>
                <a:cs typeface="+mj-cs"/>
              </a:rPr>
              <a:t> </a:t>
            </a:r>
          </a:p>
        </p:txBody>
      </p:sp>
      <p:pic>
        <p:nvPicPr>
          <p:cNvPr id="6" name="Imagen 5">
            <a:extLst>
              <a:ext uri="{FF2B5EF4-FFF2-40B4-BE49-F238E27FC236}">
                <a16:creationId xmlns:a16="http://schemas.microsoft.com/office/drawing/2014/main" id="{6213145C-4926-1DF7-6901-1E1CADACB2DD}"/>
              </a:ext>
            </a:extLst>
          </p:cNvPr>
          <p:cNvPicPr>
            <a:picLocks noChangeAspect="1"/>
          </p:cNvPicPr>
          <p:nvPr/>
        </p:nvPicPr>
        <p:blipFill>
          <a:blip r:embed="rId2"/>
          <a:stretch>
            <a:fillRect/>
          </a:stretch>
        </p:blipFill>
        <p:spPr>
          <a:xfrm>
            <a:off x="1212835" y="3282778"/>
            <a:ext cx="1032472" cy="1474140"/>
          </a:xfrm>
          <a:prstGeom prst="rect">
            <a:avLst/>
          </a:prstGeom>
        </p:spPr>
      </p:pic>
    </p:spTree>
    <p:extLst>
      <p:ext uri="{BB962C8B-B14F-4D97-AF65-F5344CB8AC3E}">
        <p14:creationId xmlns:p14="http://schemas.microsoft.com/office/powerpoint/2010/main" val="29656579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redondeado 8">
            <a:extLst>
              <a:ext uri="{FF2B5EF4-FFF2-40B4-BE49-F238E27FC236}">
                <a16:creationId xmlns:a16="http://schemas.microsoft.com/office/drawing/2014/main" id="{6324F730-49E8-6A06-1162-18BB206135D5}"/>
              </a:ext>
            </a:extLst>
          </p:cNvPr>
          <p:cNvSpPr/>
          <p:nvPr/>
        </p:nvSpPr>
        <p:spPr>
          <a:xfrm>
            <a:off x="457200" y="2570204"/>
            <a:ext cx="8699205" cy="3745705"/>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CuadroTexto 3">
            <a:extLst>
              <a:ext uri="{FF2B5EF4-FFF2-40B4-BE49-F238E27FC236}">
                <a16:creationId xmlns:a16="http://schemas.microsoft.com/office/drawing/2014/main" id="{30A84973-9DAA-8DB4-FFFC-403300E548EC}"/>
              </a:ext>
            </a:extLst>
          </p:cNvPr>
          <p:cNvSpPr txBox="1"/>
          <p:nvPr/>
        </p:nvSpPr>
        <p:spPr>
          <a:xfrm>
            <a:off x="0" y="542090"/>
            <a:ext cx="9156405"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AR" sz="4000" b="1" dirty="0">
                <a:solidFill>
                  <a:prstClr val="white"/>
                </a:solidFill>
              </a:rPr>
              <a:t>Revisiones Informales</a:t>
            </a:r>
            <a:endParaRPr kumimoji="0" lang="es-AR" sz="4000" b="1" i="0" u="none" strike="noStrike" kern="1200" cap="none" spc="0" normalizeH="0" baseline="0" noProof="0" dirty="0">
              <a:ln>
                <a:noFill/>
              </a:ln>
              <a:solidFill>
                <a:prstClr val="black"/>
              </a:solidFill>
              <a:effectLst/>
              <a:uLnTx/>
              <a:uFillTx/>
              <a:ea typeface="+mn-ea"/>
              <a:cs typeface="+mn-cs"/>
            </a:endParaRPr>
          </a:p>
        </p:txBody>
      </p:sp>
      <p:sp>
        <p:nvSpPr>
          <p:cNvPr id="2" name="2 Marcador de contenido">
            <a:extLst>
              <a:ext uri="{FF2B5EF4-FFF2-40B4-BE49-F238E27FC236}">
                <a16:creationId xmlns:a16="http://schemas.microsoft.com/office/drawing/2014/main" id="{C0DAD6B2-42E9-FD27-5D76-FA70EFCA727D}"/>
              </a:ext>
            </a:extLst>
          </p:cNvPr>
          <p:cNvSpPr txBox="1">
            <a:spLocks/>
          </p:cNvSpPr>
          <p:nvPr/>
        </p:nvSpPr>
        <p:spPr>
          <a:xfrm>
            <a:off x="2626344" y="3163809"/>
            <a:ext cx="6276975" cy="27730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chemeClr val="accent1"/>
              </a:buClr>
              <a:buFont typeface="Wingdings" pitchFamily="2" charset="2"/>
              <a:buChar char="ü"/>
            </a:pPr>
            <a:r>
              <a:rPr lang="es-ES" altLang="es-AR" sz="2600" dirty="0"/>
              <a:t>El autor, invita a varios compañeros a examinar el documento de especificación de requerimientos.</a:t>
            </a:r>
          </a:p>
          <a:p>
            <a:pPr marL="457207" lvl="1" indent="0">
              <a:buClr>
                <a:schemeClr val="accent1"/>
              </a:buClr>
              <a:buNone/>
            </a:pPr>
            <a:r>
              <a:rPr lang="es-ES" altLang="es-AR" sz="2600" dirty="0"/>
              <a:t> </a:t>
            </a:r>
          </a:p>
          <a:p>
            <a:pPr lvl="1">
              <a:buClr>
                <a:schemeClr val="accent1"/>
              </a:buClr>
              <a:buFont typeface="Wingdings" pitchFamily="2" charset="2"/>
              <a:buChar char="ü"/>
            </a:pPr>
            <a:r>
              <a:rPr lang="es-ES" altLang="es-AR" sz="2600" dirty="0"/>
              <a:t>Estos lo leen y devuelven sus observaciones al autor.</a:t>
            </a:r>
          </a:p>
          <a:p>
            <a:pPr lvl="1">
              <a:lnSpc>
                <a:spcPct val="80000"/>
              </a:lnSpc>
            </a:pPr>
            <a:endParaRPr lang="es-ES" altLang="es-AR" dirty="0"/>
          </a:p>
        </p:txBody>
      </p:sp>
      <p:sp>
        <p:nvSpPr>
          <p:cNvPr id="7" name="Rectangle 2">
            <a:extLst>
              <a:ext uri="{FF2B5EF4-FFF2-40B4-BE49-F238E27FC236}">
                <a16:creationId xmlns:a16="http://schemas.microsoft.com/office/drawing/2014/main" id="{EF83339F-7A38-A7BC-18EC-F32610FC4299}"/>
              </a:ext>
            </a:extLst>
          </p:cNvPr>
          <p:cNvSpPr txBox="1">
            <a:spLocks noChangeArrowheads="1"/>
          </p:cNvSpPr>
          <p:nvPr/>
        </p:nvSpPr>
        <p:spPr>
          <a:xfrm>
            <a:off x="638432" y="1901091"/>
            <a:ext cx="3341937" cy="508327"/>
          </a:xfrm>
          <a:prstGeom prst="rect">
            <a:avLst/>
          </a:prstGeom>
        </p:spPr>
        <p:txBody>
          <a:bodyPr vert="horz" lIns="91440" tIns="45720" rIns="91440" bIns="45720" rtlCol="0" anchor="t">
            <a:noAutofit/>
          </a:bodyPr>
          <a:lstStyle>
            <a:lvl1pPr defTabSz="457207" eaLnBrk="1" latinLnBrk="0" hangingPunct="1">
              <a:buNone/>
              <a:defRPr sz="3600" b="0" i="0">
                <a:solidFill>
                  <a:schemeClr val="tx2"/>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defTabSz="457200">
              <a:lnSpc>
                <a:spcPct val="90000"/>
              </a:lnSpc>
              <a:spcAft>
                <a:spcPts val="600"/>
              </a:spcAft>
            </a:pPr>
            <a:r>
              <a:rPr lang="es-ES" altLang="es-AR" sz="2800" b="1" dirty="0" err="1">
                <a:solidFill>
                  <a:schemeClr val="accent1"/>
                </a:solidFill>
              </a:rPr>
              <a:t>Passaround</a:t>
            </a:r>
            <a:endParaRPr lang="es-ES" altLang="es-AR" sz="2800" b="1" dirty="0">
              <a:solidFill>
                <a:schemeClr val="accent1"/>
              </a:solidFill>
            </a:endParaRPr>
          </a:p>
          <a:p>
            <a:pPr defTabSz="457200">
              <a:lnSpc>
                <a:spcPct val="90000"/>
              </a:lnSpc>
              <a:spcAft>
                <a:spcPts val="600"/>
              </a:spcAft>
            </a:pPr>
            <a:r>
              <a:rPr lang="en-US" sz="2800" b="1" i="0" kern="1200" dirty="0">
                <a:solidFill>
                  <a:schemeClr val="accent3">
                    <a:lumMod val="75000"/>
                  </a:schemeClr>
                </a:solidFill>
                <a:ea typeface="+mj-ea"/>
                <a:cs typeface="+mj-cs"/>
              </a:rPr>
              <a:t> </a:t>
            </a:r>
          </a:p>
        </p:txBody>
      </p:sp>
      <p:pic>
        <p:nvPicPr>
          <p:cNvPr id="8" name="Imagen 7">
            <a:extLst>
              <a:ext uri="{FF2B5EF4-FFF2-40B4-BE49-F238E27FC236}">
                <a16:creationId xmlns:a16="http://schemas.microsoft.com/office/drawing/2014/main" id="{DF4A9CA3-C547-A37E-267F-A58222FEF22E}"/>
              </a:ext>
            </a:extLst>
          </p:cNvPr>
          <p:cNvPicPr>
            <a:picLocks noChangeAspect="1"/>
          </p:cNvPicPr>
          <p:nvPr/>
        </p:nvPicPr>
        <p:blipFill>
          <a:blip r:embed="rId2"/>
          <a:stretch>
            <a:fillRect/>
          </a:stretch>
        </p:blipFill>
        <p:spPr>
          <a:xfrm>
            <a:off x="667409" y="3060533"/>
            <a:ext cx="1113323" cy="1489816"/>
          </a:xfrm>
          <a:prstGeom prst="rect">
            <a:avLst/>
          </a:prstGeom>
        </p:spPr>
      </p:pic>
      <p:pic>
        <p:nvPicPr>
          <p:cNvPr id="10" name="Imagen 9">
            <a:extLst>
              <a:ext uri="{FF2B5EF4-FFF2-40B4-BE49-F238E27FC236}">
                <a16:creationId xmlns:a16="http://schemas.microsoft.com/office/drawing/2014/main" id="{5F6E3FC1-E740-E0AE-E09C-8AD1E843F933}"/>
              </a:ext>
            </a:extLst>
          </p:cNvPr>
          <p:cNvPicPr>
            <a:picLocks noChangeAspect="1"/>
          </p:cNvPicPr>
          <p:nvPr/>
        </p:nvPicPr>
        <p:blipFill>
          <a:blip r:embed="rId2"/>
          <a:stretch>
            <a:fillRect/>
          </a:stretch>
        </p:blipFill>
        <p:spPr>
          <a:xfrm>
            <a:off x="1654125" y="3565147"/>
            <a:ext cx="1113323" cy="1678852"/>
          </a:xfrm>
          <a:prstGeom prst="rect">
            <a:avLst/>
          </a:prstGeom>
        </p:spPr>
      </p:pic>
      <p:pic>
        <p:nvPicPr>
          <p:cNvPr id="11" name="Imagen 10">
            <a:extLst>
              <a:ext uri="{FF2B5EF4-FFF2-40B4-BE49-F238E27FC236}">
                <a16:creationId xmlns:a16="http://schemas.microsoft.com/office/drawing/2014/main" id="{7CAF0C1A-279A-EEE2-1C21-0B1CBFB7821F}"/>
              </a:ext>
            </a:extLst>
          </p:cNvPr>
          <p:cNvPicPr>
            <a:picLocks noChangeAspect="1"/>
          </p:cNvPicPr>
          <p:nvPr/>
        </p:nvPicPr>
        <p:blipFill>
          <a:blip r:embed="rId2"/>
          <a:stretch>
            <a:fillRect/>
          </a:stretch>
        </p:blipFill>
        <p:spPr>
          <a:xfrm>
            <a:off x="667409" y="4550349"/>
            <a:ext cx="1175849" cy="1484537"/>
          </a:xfrm>
          <a:prstGeom prst="rect">
            <a:avLst/>
          </a:prstGeom>
        </p:spPr>
      </p:pic>
    </p:spTree>
    <p:extLst>
      <p:ext uri="{BB962C8B-B14F-4D97-AF65-F5344CB8AC3E}">
        <p14:creationId xmlns:p14="http://schemas.microsoft.com/office/powerpoint/2010/main" val="1955911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redondeado 8">
            <a:extLst>
              <a:ext uri="{FF2B5EF4-FFF2-40B4-BE49-F238E27FC236}">
                <a16:creationId xmlns:a16="http://schemas.microsoft.com/office/drawing/2014/main" id="{6324F730-49E8-6A06-1162-18BB206135D5}"/>
              </a:ext>
            </a:extLst>
          </p:cNvPr>
          <p:cNvSpPr/>
          <p:nvPr/>
        </p:nvSpPr>
        <p:spPr>
          <a:xfrm>
            <a:off x="358346" y="2570205"/>
            <a:ext cx="8699205" cy="3745705"/>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CuadroTexto 3">
            <a:extLst>
              <a:ext uri="{FF2B5EF4-FFF2-40B4-BE49-F238E27FC236}">
                <a16:creationId xmlns:a16="http://schemas.microsoft.com/office/drawing/2014/main" id="{30A84973-9DAA-8DB4-FFFC-403300E548EC}"/>
              </a:ext>
            </a:extLst>
          </p:cNvPr>
          <p:cNvSpPr txBox="1"/>
          <p:nvPr/>
        </p:nvSpPr>
        <p:spPr>
          <a:xfrm>
            <a:off x="0" y="542090"/>
            <a:ext cx="9156405"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AR" sz="4000" b="1" dirty="0">
                <a:solidFill>
                  <a:prstClr val="white"/>
                </a:solidFill>
              </a:rPr>
              <a:t>Revisiones Informales</a:t>
            </a:r>
            <a:endParaRPr kumimoji="0" lang="es-AR" sz="4000" b="1" i="0" u="none" strike="noStrike" kern="1200" cap="none" spc="0" normalizeH="0" baseline="0" noProof="0" dirty="0">
              <a:ln>
                <a:noFill/>
              </a:ln>
              <a:solidFill>
                <a:prstClr val="black"/>
              </a:solidFill>
              <a:effectLst/>
              <a:uLnTx/>
              <a:uFillTx/>
              <a:ea typeface="+mn-ea"/>
              <a:cs typeface="+mn-cs"/>
            </a:endParaRPr>
          </a:p>
        </p:txBody>
      </p:sp>
      <p:sp>
        <p:nvSpPr>
          <p:cNvPr id="3" name="2 Marcador de contenido">
            <a:extLst>
              <a:ext uri="{FF2B5EF4-FFF2-40B4-BE49-F238E27FC236}">
                <a16:creationId xmlns:a16="http://schemas.microsoft.com/office/drawing/2014/main" id="{BA772A83-D04A-A02B-908F-AB69E14C9A5F}"/>
              </a:ext>
            </a:extLst>
          </p:cNvPr>
          <p:cNvSpPr txBox="1">
            <a:spLocks/>
          </p:cNvSpPr>
          <p:nvPr/>
        </p:nvSpPr>
        <p:spPr>
          <a:xfrm>
            <a:off x="3283691" y="3182535"/>
            <a:ext cx="5958043" cy="27730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chemeClr val="accent1"/>
              </a:buClr>
              <a:buFont typeface="Wingdings" pitchFamily="2" charset="2"/>
              <a:buChar char="ü"/>
            </a:pPr>
            <a:r>
              <a:rPr lang="es-ES" altLang="es-AR" sz="2600" dirty="0"/>
              <a:t>El autor, lee el documento de especificación de requerimientos a sus compañeros o usuarios.</a:t>
            </a:r>
          </a:p>
          <a:p>
            <a:pPr lvl="1">
              <a:buClr>
                <a:schemeClr val="accent1"/>
              </a:buClr>
              <a:buFont typeface="Wingdings" pitchFamily="2" charset="2"/>
              <a:buChar char="ü"/>
            </a:pPr>
            <a:endParaRPr lang="es-ES" altLang="es-AR" sz="2600" dirty="0"/>
          </a:p>
          <a:p>
            <a:pPr lvl="1">
              <a:buClr>
                <a:schemeClr val="accent1"/>
              </a:buClr>
              <a:buFont typeface="Wingdings" pitchFamily="2" charset="2"/>
              <a:buChar char="ü"/>
            </a:pPr>
            <a:r>
              <a:rPr lang="es-ES" altLang="es-AR" sz="2600" dirty="0"/>
              <a:t>y espera comentarios u observaciones.</a:t>
            </a:r>
          </a:p>
          <a:p>
            <a:pPr lvl="1">
              <a:lnSpc>
                <a:spcPct val="80000"/>
              </a:lnSpc>
            </a:pPr>
            <a:endParaRPr lang="es-ES" altLang="es-AR" sz="2600" dirty="0"/>
          </a:p>
        </p:txBody>
      </p:sp>
      <p:sp>
        <p:nvSpPr>
          <p:cNvPr id="5" name="Rectangle 2">
            <a:extLst>
              <a:ext uri="{FF2B5EF4-FFF2-40B4-BE49-F238E27FC236}">
                <a16:creationId xmlns:a16="http://schemas.microsoft.com/office/drawing/2014/main" id="{295BC9C0-7376-F900-38FA-692A28958E20}"/>
              </a:ext>
            </a:extLst>
          </p:cNvPr>
          <p:cNvSpPr txBox="1">
            <a:spLocks noChangeArrowheads="1"/>
          </p:cNvSpPr>
          <p:nvPr/>
        </p:nvSpPr>
        <p:spPr>
          <a:xfrm>
            <a:off x="675503" y="1825236"/>
            <a:ext cx="3341937" cy="508327"/>
          </a:xfrm>
          <a:prstGeom prst="rect">
            <a:avLst/>
          </a:prstGeom>
        </p:spPr>
        <p:txBody>
          <a:bodyPr vert="horz" lIns="91440" tIns="45720" rIns="91440" bIns="45720" rtlCol="0" anchor="t">
            <a:noAutofit/>
          </a:bodyPr>
          <a:lstStyle>
            <a:lvl1pPr defTabSz="457207" eaLnBrk="1" latinLnBrk="0" hangingPunct="1">
              <a:buNone/>
              <a:defRPr sz="3600" b="0" i="0">
                <a:solidFill>
                  <a:schemeClr val="tx2"/>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defTabSz="457200">
              <a:lnSpc>
                <a:spcPct val="90000"/>
              </a:lnSpc>
              <a:spcAft>
                <a:spcPts val="600"/>
              </a:spcAft>
            </a:pPr>
            <a:r>
              <a:rPr lang="es-ES" altLang="es-AR" sz="2600" b="1" dirty="0" err="1">
                <a:solidFill>
                  <a:schemeClr val="accent1"/>
                </a:solidFill>
              </a:rPr>
              <a:t>Walkthrough</a:t>
            </a:r>
            <a:endParaRPr lang="es-ES" altLang="es-AR" sz="2600" b="1" dirty="0">
              <a:solidFill>
                <a:schemeClr val="accent1"/>
              </a:solidFill>
            </a:endParaRPr>
          </a:p>
          <a:p>
            <a:pPr defTabSz="457200">
              <a:lnSpc>
                <a:spcPct val="90000"/>
              </a:lnSpc>
              <a:spcAft>
                <a:spcPts val="600"/>
              </a:spcAft>
            </a:pPr>
            <a:r>
              <a:rPr lang="en-US" sz="2600" b="1" i="0" kern="1200" dirty="0">
                <a:solidFill>
                  <a:schemeClr val="accent3">
                    <a:lumMod val="75000"/>
                  </a:schemeClr>
                </a:solidFill>
                <a:ea typeface="+mj-ea"/>
                <a:cs typeface="+mj-cs"/>
              </a:rPr>
              <a:t> </a:t>
            </a:r>
          </a:p>
        </p:txBody>
      </p:sp>
      <p:pic>
        <p:nvPicPr>
          <p:cNvPr id="6" name="Imagen 5">
            <a:extLst>
              <a:ext uri="{FF2B5EF4-FFF2-40B4-BE49-F238E27FC236}">
                <a16:creationId xmlns:a16="http://schemas.microsoft.com/office/drawing/2014/main" id="{38D0E984-423F-2E8D-E933-7CB419DAA79D}"/>
              </a:ext>
            </a:extLst>
          </p:cNvPr>
          <p:cNvPicPr>
            <a:picLocks noChangeAspect="1"/>
          </p:cNvPicPr>
          <p:nvPr/>
        </p:nvPicPr>
        <p:blipFill>
          <a:blip r:embed="rId2"/>
          <a:stretch>
            <a:fillRect/>
          </a:stretch>
        </p:blipFill>
        <p:spPr>
          <a:xfrm>
            <a:off x="675503" y="3653792"/>
            <a:ext cx="2493066" cy="1527115"/>
          </a:xfrm>
          <a:prstGeom prst="rect">
            <a:avLst/>
          </a:prstGeom>
        </p:spPr>
      </p:pic>
    </p:spTree>
    <p:extLst>
      <p:ext uri="{BB962C8B-B14F-4D97-AF65-F5344CB8AC3E}">
        <p14:creationId xmlns:p14="http://schemas.microsoft.com/office/powerpoint/2010/main" val="40373054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F4F3D-970E-C28A-15F4-9CCB14E44965}"/>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ED0877C-156A-2F8D-D443-B4C820F7D19A}"/>
              </a:ext>
            </a:extLst>
          </p:cNvPr>
          <p:cNvSpPr txBox="1"/>
          <p:nvPr/>
        </p:nvSpPr>
        <p:spPr>
          <a:xfrm>
            <a:off x="1413524" y="2875002"/>
            <a:ext cx="9156405" cy="110799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s-AR" sz="6600" b="1" i="0" u="none" strike="noStrike" kern="1200" cap="none" spc="0" normalizeH="0" baseline="0" noProof="0" dirty="0">
                <a:ln>
                  <a:noFill/>
                </a:ln>
                <a:solidFill>
                  <a:prstClr val="white"/>
                </a:solidFill>
                <a:effectLst/>
                <a:uLnTx/>
                <a:uFillTx/>
                <a:ea typeface="+mn-ea"/>
                <a:cs typeface="+mn-cs"/>
              </a:rPr>
              <a:t>Revisiones </a:t>
            </a:r>
            <a:r>
              <a:rPr lang="es-AR" sz="6600" b="1" dirty="0">
                <a:solidFill>
                  <a:prstClr val="white"/>
                </a:solidFill>
              </a:rPr>
              <a:t>F</a:t>
            </a:r>
            <a:r>
              <a:rPr kumimoji="0" lang="es-AR" sz="6600" b="1" i="0" u="none" strike="noStrike" kern="1200" cap="none" spc="0" normalizeH="0" baseline="0" noProof="0" dirty="0" err="1">
                <a:ln>
                  <a:noFill/>
                </a:ln>
                <a:solidFill>
                  <a:prstClr val="white"/>
                </a:solidFill>
                <a:effectLst/>
                <a:uLnTx/>
                <a:uFillTx/>
                <a:ea typeface="+mn-ea"/>
                <a:cs typeface="+mn-cs"/>
              </a:rPr>
              <a:t>ormales</a:t>
            </a:r>
            <a:endParaRPr kumimoji="0" lang="es-AR" sz="6600" b="1"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0078941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94952" y="570992"/>
            <a:ext cx="419100" cy="452120"/>
          </a:xfrm>
          <a:prstGeom prst="rect">
            <a:avLst/>
          </a:prstGeom>
        </p:spPr>
        <p:txBody>
          <a:bodyPr vert="horz" wrap="square" lIns="0" tIns="12065" rIns="0" bIns="0" rtlCol="0">
            <a:spAutoFit/>
          </a:bodyPr>
          <a:lstStyle/>
          <a:p>
            <a:pPr marL="12700">
              <a:spcBef>
                <a:spcPts val="95"/>
              </a:spcBef>
            </a:pPr>
            <a:r>
              <a:rPr sz="2800" spc="-25" dirty="0">
                <a:solidFill>
                  <a:srgbClr val="FFFFFF"/>
                </a:solidFill>
                <a:latin typeface="Century Gothic"/>
                <a:cs typeface="Century Gothic"/>
              </a:rPr>
              <a:t>18</a:t>
            </a:r>
            <a:endParaRPr sz="2800">
              <a:latin typeface="Century Gothic"/>
              <a:cs typeface="Century Gothic"/>
            </a:endParaRPr>
          </a:p>
        </p:txBody>
      </p:sp>
      <p:pic>
        <p:nvPicPr>
          <p:cNvPr id="3" name="object 3"/>
          <p:cNvPicPr/>
          <p:nvPr/>
        </p:nvPicPr>
        <p:blipFill>
          <a:blip r:embed="rId2" cstate="print"/>
          <a:stretch>
            <a:fillRect/>
          </a:stretch>
        </p:blipFill>
        <p:spPr>
          <a:xfrm>
            <a:off x="1524000" y="1459992"/>
            <a:ext cx="9144000" cy="5398007"/>
          </a:xfrm>
          <a:prstGeom prst="rect">
            <a:avLst/>
          </a:prstGeom>
        </p:spPr>
      </p:pic>
      <p:sp>
        <p:nvSpPr>
          <p:cNvPr id="4" name="object 4"/>
          <p:cNvSpPr txBox="1"/>
          <p:nvPr/>
        </p:nvSpPr>
        <p:spPr>
          <a:xfrm>
            <a:off x="4987291" y="2241043"/>
            <a:ext cx="1691005" cy="422275"/>
          </a:xfrm>
          <a:prstGeom prst="rect">
            <a:avLst/>
          </a:prstGeom>
        </p:spPr>
        <p:txBody>
          <a:bodyPr vert="horz" wrap="square" lIns="0" tIns="13335" rIns="0" bIns="0" rtlCol="0">
            <a:spAutoFit/>
          </a:bodyPr>
          <a:lstStyle/>
          <a:p>
            <a:pPr marL="12700">
              <a:spcBef>
                <a:spcPts val="105"/>
              </a:spcBef>
            </a:pPr>
            <a:r>
              <a:rPr sz="2600" b="1" spc="-10" dirty="0">
                <a:solidFill>
                  <a:srgbClr val="AF1512"/>
                </a:solidFill>
                <a:latin typeface="Century Gothic"/>
                <a:cs typeface="Century Gothic"/>
              </a:rPr>
              <a:t>Inspection</a:t>
            </a:r>
            <a:endParaRPr sz="2600">
              <a:latin typeface="Century Gothic"/>
              <a:cs typeface="Century Gothic"/>
            </a:endParaRPr>
          </a:p>
        </p:txBody>
      </p:sp>
      <p:sp>
        <p:nvSpPr>
          <p:cNvPr id="5" name="object 5"/>
          <p:cNvSpPr txBox="1">
            <a:spLocks noGrp="1"/>
          </p:cNvSpPr>
          <p:nvPr>
            <p:ph type="title"/>
          </p:nvPr>
        </p:nvSpPr>
        <p:spPr>
          <a:xfrm>
            <a:off x="2031125" y="467602"/>
            <a:ext cx="8518635" cy="689932"/>
          </a:xfrm>
          <a:prstGeom prst="rect">
            <a:avLst/>
          </a:prstGeom>
        </p:spPr>
        <p:txBody>
          <a:bodyPr vert="horz" wrap="square" lIns="0" tIns="12700" rIns="0" bIns="0" rtlCol="0">
            <a:spAutoFit/>
          </a:bodyPr>
          <a:lstStyle/>
          <a:p>
            <a:pPr marL="12700">
              <a:lnSpc>
                <a:spcPct val="100000"/>
              </a:lnSpc>
              <a:spcBef>
                <a:spcPts val="100"/>
              </a:spcBef>
            </a:pPr>
            <a:r>
              <a:rPr dirty="0"/>
              <a:t>Proceso</a:t>
            </a:r>
            <a:r>
              <a:rPr spc="-35" dirty="0"/>
              <a:t> </a:t>
            </a:r>
            <a:r>
              <a:rPr dirty="0"/>
              <a:t>de</a:t>
            </a:r>
            <a:r>
              <a:rPr spc="-50" dirty="0"/>
              <a:t> </a:t>
            </a:r>
            <a:r>
              <a:rPr spc="-10" dirty="0"/>
              <a:t>Validación</a:t>
            </a:r>
          </a:p>
        </p:txBody>
      </p:sp>
      <p:sp>
        <p:nvSpPr>
          <p:cNvPr id="6" name="object 6"/>
          <p:cNvSpPr txBox="1"/>
          <p:nvPr/>
        </p:nvSpPr>
        <p:spPr>
          <a:xfrm>
            <a:off x="550793" y="1689037"/>
            <a:ext cx="5357495" cy="452120"/>
          </a:xfrm>
          <a:prstGeom prst="rect">
            <a:avLst/>
          </a:prstGeom>
        </p:spPr>
        <p:txBody>
          <a:bodyPr vert="horz" wrap="square" lIns="0" tIns="12065" rIns="0" bIns="0" rtlCol="0">
            <a:spAutoFit/>
          </a:bodyPr>
          <a:lstStyle/>
          <a:p>
            <a:pPr marL="12700">
              <a:spcBef>
                <a:spcPts val="95"/>
              </a:spcBef>
            </a:pPr>
            <a:r>
              <a:rPr sz="2800" b="1" dirty="0">
                <a:solidFill>
                  <a:srgbClr val="AF1512"/>
                </a:solidFill>
                <a:latin typeface="Century Gothic"/>
                <a:cs typeface="Century Gothic"/>
              </a:rPr>
              <a:t>Técnicas</a:t>
            </a:r>
            <a:r>
              <a:rPr sz="2800" b="1" spc="-75" dirty="0">
                <a:solidFill>
                  <a:srgbClr val="AF1512"/>
                </a:solidFill>
                <a:latin typeface="Century Gothic"/>
                <a:cs typeface="Century Gothic"/>
              </a:rPr>
              <a:t> </a:t>
            </a:r>
            <a:r>
              <a:rPr sz="2800" b="1" dirty="0">
                <a:solidFill>
                  <a:srgbClr val="AF1512"/>
                </a:solidFill>
                <a:latin typeface="Century Gothic"/>
                <a:cs typeface="Century Gothic"/>
              </a:rPr>
              <a:t>–</a:t>
            </a:r>
            <a:r>
              <a:rPr sz="2800" b="1" spc="-80" dirty="0">
                <a:solidFill>
                  <a:srgbClr val="AF1512"/>
                </a:solidFill>
                <a:latin typeface="Century Gothic"/>
                <a:cs typeface="Century Gothic"/>
              </a:rPr>
              <a:t> </a:t>
            </a:r>
            <a:r>
              <a:rPr sz="2800" b="1" dirty="0">
                <a:solidFill>
                  <a:srgbClr val="002060"/>
                </a:solidFill>
                <a:latin typeface="Century Gothic"/>
                <a:cs typeface="Century Gothic"/>
              </a:rPr>
              <a:t>Revisiones</a:t>
            </a:r>
            <a:r>
              <a:rPr sz="2800" b="1" spc="-75" dirty="0">
                <a:solidFill>
                  <a:srgbClr val="002060"/>
                </a:solidFill>
                <a:latin typeface="Century Gothic"/>
                <a:cs typeface="Century Gothic"/>
              </a:rPr>
              <a:t> </a:t>
            </a:r>
            <a:r>
              <a:rPr sz="2800" b="1" spc="-10" dirty="0">
                <a:solidFill>
                  <a:srgbClr val="002060"/>
                </a:solidFill>
                <a:latin typeface="Century Gothic"/>
                <a:cs typeface="Century Gothic"/>
              </a:rPr>
              <a:t>Formales</a:t>
            </a:r>
            <a:endParaRPr sz="2800" dirty="0">
              <a:solidFill>
                <a:srgbClr val="002060"/>
              </a:solidFill>
              <a:latin typeface="Century Gothic"/>
              <a:cs typeface="Century Gothic"/>
            </a:endParaRPr>
          </a:p>
        </p:txBody>
      </p:sp>
      <p:grpSp>
        <p:nvGrpSpPr>
          <p:cNvPr id="7" name="object 7"/>
          <p:cNvGrpSpPr/>
          <p:nvPr/>
        </p:nvGrpSpPr>
        <p:grpSpPr>
          <a:xfrm>
            <a:off x="1605152" y="2688717"/>
            <a:ext cx="8888730" cy="3658870"/>
            <a:chOff x="81152" y="2688717"/>
            <a:chExt cx="8888730" cy="3658870"/>
          </a:xfrm>
        </p:grpSpPr>
        <p:sp>
          <p:nvSpPr>
            <p:cNvPr id="8" name="object 8"/>
            <p:cNvSpPr/>
            <p:nvPr/>
          </p:nvSpPr>
          <p:spPr>
            <a:xfrm>
              <a:off x="90677" y="2698242"/>
              <a:ext cx="8868410" cy="710565"/>
            </a:xfrm>
            <a:custGeom>
              <a:avLst/>
              <a:gdLst/>
              <a:ahLst/>
              <a:cxnLst/>
              <a:rect l="l" t="t" r="r" b="b"/>
              <a:pathLst>
                <a:path w="8868410" h="710564">
                  <a:moveTo>
                    <a:pt x="8749792" y="0"/>
                  </a:moveTo>
                  <a:lnTo>
                    <a:pt x="0" y="0"/>
                  </a:lnTo>
                  <a:lnTo>
                    <a:pt x="0" y="710184"/>
                  </a:lnTo>
                  <a:lnTo>
                    <a:pt x="8749792" y="710184"/>
                  </a:lnTo>
                  <a:lnTo>
                    <a:pt x="8795879" y="700887"/>
                  </a:lnTo>
                  <a:lnTo>
                    <a:pt x="8833500" y="675528"/>
                  </a:lnTo>
                  <a:lnTo>
                    <a:pt x="8858859" y="637907"/>
                  </a:lnTo>
                  <a:lnTo>
                    <a:pt x="8868156" y="591820"/>
                  </a:lnTo>
                  <a:lnTo>
                    <a:pt x="8868156" y="118363"/>
                  </a:lnTo>
                  <a:lnTo>
                    <a:pt x="8858859" y="72276"/>
                  </a:lnTo>
                  <a:lnTo>
                    <a:pt x="8833500" y="34655"/>
                  </a:lnTo>
                  <a:lnTo>
                    <a:pt x="8795879" y="9296"/>
                  </a:lnTo>
                  <a:lnTo>
                    <a:pt x="8749792" y="0"/>
                  </a:lnTo>
                  <a:close/>
                </a:path>
              </a:pathLst>
            </a:custGeom>
            <a:solidFill>
              <a:srgbClr val="E3CCCC">
                <a:alpha val="90194"/>
              </a:srgbClr>
            </a:solidFill>
          </p:spPr>
          <p:txBody>
            <a:bodyPr wrap="square" lIns="0" tIns="0" rIns="0" bIns="0" rtlCol="0"/>
            <a:lstStyle/>
            <a:p>
              <a:endParaRPr/>
            </a:p>
          </p:txBody>
        </p:sp>
        <p:sp>
          <p:nvSpPr>
            <p:cNvPr id="9" name="object 9"/>
            <p:cNvSpPr/>
            <p:nvPr/>
          </p:nvSpPr>
          <p:spPr>
            <a:xfrm>
              <a:off x="90677" y="2698242"/>
              <a:ext cx="8868410" cy="710565"/>
            </a:xfrm>
            <a:custGeom>
              <a:avLst/>
              <a:gdLst/>
              <a:ahLst/>
              <a:cxnLst/>
              <a:rect l="l" t="t" r="r" b="b"/>
              <a:pathLst>
                <a:path w="8868410" h="710564">
                  <a:moveTo>
                    <a:pt x="8868156" y="118363"/>
                  </a:moveTo>
                  <a:lnTo>
                    <a:pt x="8868156" y="591820"/>
                  </a:lnTo>
                  <a:lnTo>
                    <a:pt x="8858859" y="637907"/>
                  </a:lnTo>
                  <a:lnTo>
                    <a:pt x="8833500" y="675528"/>
                  </a:lnTo>
                  <a:lnTo>
                    <a:pt x="8795879" y="700887"/>
                  </a:lnTo>
                  <a:lnTo>
                    <a:pt x="8749792" y="710184"/>
                  </a:lnTo>
                  <a:lnTo>
                    <a:pt x="0" y="710184"/>
                  </a:lnTo>
                  <a:lnTo>
                    <a:pt x="0" y="0"/>
                  </a:lnTo>
                  <a:lnTo>
                    <a:pt x="8749792" y="0"/>
                  </a:lnTo>
                  <a:lnTo>
                    <a:pt x="8795879" y="9296"/>
                  </a:lnTo>
                  <a:lnTo>
                    <a:pt x="8833500" y="34655"/>
                  </a:lnTo>
                  <a:lnTo>
                    <a:pt x="8858859" y="72276"/>
                  </a:lnTo>
                  <a:lnTo>
                    <a:pt x="8868156" y="118363"/>
                  </a:lnTo>
                  <a:close/>
                </a:path>
              </a:pathLst>
            </a:custGeom>
            <a:ln w="19050">
              <a:solidFill>
                <a:srgbClr val="E3CCCC"/>
              </a:solidFill>
            </a:ln>
          </p:spPr>
          <p:txBody>
            <a:bodyPr wrap="square" lIns="0" tIns="0" rIns="0" bIns="0" rtlCol="0"/>
            <a:lstStyle/>
            <a:p>
              <a:endParaRPr/>
            </a:p>
          </p:txBody>
        </p:sp>
        <p:sp>
          <p:nvSpPr>
            <p:cNvPr id="10" name="object 10"/>
            <p:cNvSpPr/>
            <p:nvPr/>
          </p:nvSpPr>
          <p:spPr>
            <a:xfrm>
              <a:off x="118109" y="4975098"/>
              <a:ext cx="8842375" cy="1362710"/>
            </a:xfrm>
            <a:custGeom>
              <a:avLst/>
              <a:gdLst/>
              <a:ahLst/>
              <a:cxnLst/>
              <a:rect l="l" t="t" r="r" b="b"/>
              <a:pathLst>
                <a:path w="8842375" h="1362710">
                  <a:moveTo>
                    <a:pt x="8615172" y="0"/>
                  </a:moveTo>
                  <a:lnTo>
                    <a:pt x="0" y="0"/>
                  </a:lnTo>
                  <a:lnTo>
                    <a:pt x="0" y="1362456"/>
                  </a:lnTo>
                  <a:lnTo>
                    <a:pt x="8615172" y="1362456"/>
                  </a:lnTo>
                  <a:lnTo>
                    <a:pt x="8660918" y="1357842"/>
                  </a:lnTo>
                  <a:lnTo>
                    <a:pt x="8703534" y="1344611"/>
                  </a:lnTo>
                  <a:lnTo>
                    <a:pt x="8742105" y="1323675"/>
                  </a:lnTo>
                  <a:lnTo>
                    <a:pt x="8775715" y="1295947"/>
                  </a:lnTo>
                  <a:lnTo>
                    <a:pt x="8803450" y="1262341"/>
                  </a:lnTo>
                  <a:lnTo>
                    <a:pt x="8824394" y="1223769"/>
                  </a:lnTo>
                  <a:lnTo>
                    <a:pt x="8837632" y="1181144"/>
                  </a:lnTo>
                  <a:lnTo>
                    <a:pt x="8842248" y="1135380"/>
                  </a:lnTo>
                  <a:lnTo>
                    <a:pt x="8842248" y="227075"/>
                  </a:lnTo>
                  <a:lnTo>
                    <a:pt x="8837632" y="181329"/>
                  </a:lnTo>
                  <a:lnTo>
                    <a:pt x="8824394" y="138713"/>
                  </a:lnTo>
                  <a:lnTo>
                    <a:pt x="8803450" y="100142"/>
                  </a:lnTo>
                  <a:lnTo>
                    <a:pt x="8775715" y="66532"/>
                  </a:lnTo>
                  <a:lnTo>
                    <a:pt x="8742105" y="38797"/>
                  </a:lnTo>
                  <a:lnTo>
                    <a:pt x="8703534" y="17853"/>
                  </a:lnTo>
                  <a:lnTo>
                    <a:pt x="8660918" y="4615"/>
                  </a:lnTo>
                  <a:lnTo>
                    <a:pt x="8615172" y="0"/>
                  </a:lnTo>
                  <a:close/>
                </a:path>
              </a:pathLst>
            </a:custGeom>
            <a:solidFill>
              <a:srgbClr val="E3CCCC">
                <a:alpha val="90194"/>
              </a:srgbClr>
            </a:solidFill>
          </p:spPr>
          <p:txBody>
            <a:bodyPr wrap="square" lIns="0" tIns="0" rIns="0" bIns="0" rtlCol="0"/>
            <a:lstStyle/>
            <a:p>
              <a:endParaRPr/>
            </a:p>
          </p:txBody>
        </p:sp>
        <p:sp>
          <p:nvSpPr>
            <p:cNvPr id="11" name="object 11"/>
            <p:cNvSpPr/>
            <p:nvPr/>
          </p:nvSpPr>
          <p:spPr>
            <a:xfrm>
              <a:off x="118109" y="4975098"/>
              <a:ext cx="8842375" cy="1362710"/>
            </a:xfrm>
            <a:custGeom>
              <a:avLst/>
              <a:gdLst/>
              <a:ahLst/>
              <a:cxnLst/>
              <a:rect l="l" t="t" r="r" b="b"/>
              <a:pathLst>
                <a:path w="8842375" h="1362710">
                  <a:moveTo>
                    <a:pt x="8842248" y="227075"/>
                  </a:moveTo>
                  <a:lnTo>
                    <a:pt x="8842248" y="1135380"/>
                  </a:lnTo>
                  <a:lnTo>
                    <a:pt x="8837632" y="1181144"/>
                  </a:lnTo>
                  <a:lnTo>
                    <a:pt x="8824394" y="1223769"/>
                  </a:lnTo>
                  <a:lnTo>
                    <a:pt x="8803450" y="1262341"/>
                  </a:lnTo>
                  <a:lnTo>
                    <a:pt x="8775715" y="1295947"/>
                  </a:lnTo>
                  <a:lnTo>
                    <a:pt x="8742105" y="1323675"/>
                  </a:lnTo>
                  <a:lnTo>
                    <a:pt x="8703534" y="1344611"/>
                  </a:lnTo>
                  <a:lnTo>
                    <a:pt x="8660918" y="1357842"/>
                  </a:lnTo>
                  <a:lnTo>
                    <a:pt x="8615172" y="1362456"/>
                  </a:lnTo>
                  <a:lnTo>
                    <a:pt x="0" y="1362456"/>
                  </a:lnTo>
                  <a:lnTo>
                    <a:pt x="0" y="0"/>
                  </a:lnTo>
                  <a:lnTo>
                    <a:pt x="8615172" y="0"/>
                  </a:lnTo>
                  <a:lnTo>
                    <a:pt x="8660918" y="4615"/>
                  </a:lnTo>
                  <a:lnTo>
                    <a:pt x="8703534" y="17853"/>
                  </a:lnTo>
                  <a:lnTo>
                    <a:pt x="8742105" y="38797"/>
                  </a:lnTo>
                  <a:lnTo>
                    <a:pt x="8775715" y="66532"/>
                  </a:lnTo>
                  <a:lnTo>
                    <a:pt x="8803450" y="100142"/>
                  </a:lnTo>
                  <a:lnTo>
                    <a:pt x="8824394" y="138713"/>
                  </a:lnTo>
                  <a:lnTo>
                    <a:pt x="8837632" y="181329"/>
                  </a:lnTo>
                  <a:lnTo>
                    <a:pt x="8842248" y="227075"/>
                  </a:lnTo>
                  <a:close/>
                </a:path>
              </a:pathLst>
            </a:custGeom>
            <a:ln w="19050">
              <a:solidFill>
                <a:srgbClr val="E3CCCC"/>
              </a:solidFill>
            </a:ln>
          </p:spPr>
          <p:txBody>
            <a:bodyPr wrap="square" lIns="0" tIns="0" rIns="0" bIns="0" rtlCol="0"/>
            <a:lstStyle/>
            <a:p>
              <a:endParaRPr/>
            </a:p>
          </p:txBody>
        </p:sp>
        <p:sp>
          <p:nvSpPr>
            <p:cNvPr id="12" name="object 12"/>
            <p:cNvSpPr/>
            <p:nvPr/>
          </p:nvSpPr>
          <p:spPr>
            <a:xfrm>
              <a:off x="90677" y="3495294"/>
              <a:ext cx="8869680" cy="1362710"/>
            </a:xfrm>
            <a:custGeom>
              <a:avLst/>
              <a:gdLst/>
              <a:ahLst/>
              <a:cxnLst/>
              <a:rect l="l" t="t" r="r" b="b"/>
              <a:pathLst>
                <a:path w="8869680" h="1362710">
                  <a:moveTo>
                    <a:pt x="8642604" y="0"/>
                  </a:moveTo>
                  <a:lnTo>
                    <a:pt x="0" y="0"/>
                  </a:lnTo>
                  <a:lnTo>
                    <a:pt x="0" y="1362455"/>
                  </a:lnTo>
                  <a:lnTo>
                    <a:pt x="8642604" y="1362455"/>
                  </a:lnTo>
                  <a:lnTo>
                    <a:pt x="8688350" y="1357840"/>
                  </a:lnTo>
                  <a:lnTo>
                    <a:pt x="8730966" y="1344602"/>
                  </a:lnTo>
                  <a:lnTo>
                    <a:pt x="8769537" y="1323658"/>
                  </a:lnTo>
                  <a:lnTo>
                    <a:pt x="8803147" y="1295923"/>
                  </a:lnTo>
                  <a:lnTo>
                    <a:pt x="8830882" y="1262313"/>
                  </a:lnTo>
                  <a:lnTo>
                    <a:pt x="8851826" y="1223742"/>
                  </a:lnTo>
                  <a:lnTo>
                    <a:pt x="8865064" y="1181126"/>
                  </a:lnTo>
                  <a:lnTo>
                    <a:pt x="8869680" y="1135379"/>
                  </a:lnTo>
                  <a:lnTo>
                    <a:pt x="8869680" y="227075"/>
                  </a:lnTo>
                  <a:lnTo>
                    <a:pt x="8865064" y="181329"/>
                  </a:lnTo>
                  <a:lnTo>
                    <a:pt x="8851826" y="138713"/>
                  </a:lnTo>
                  <a:lnTo>
                    <a:pt x="8830882" y="100142"/>
                  </a:lnTo>
                  <a:lnTo>
                    <a:pt x="8803147" y="66532"/>
                  </a:lnTo>
                  <a:lnTo>
                    <a:pt x="8769537" y="38797"/>
                  </a:lnTo>
                  <a:lnTo>
                    <a:pt x="8730966" y="17853"/>
                  </a:lnTo>
                  <a:lnTo>
                    <a:pt x="8688350" y="4615"/>
                  </a:lnTo>
                  <a:lnTo>
                    <a:pt x="8642604" y="0"/>
                  </a:lnTo>
                  <a:close/>
                </a:path>
              </a:pathLst>
            </a:custGeom>
            <a:solidFill>
              <a:srgbClr val="E3CCCC">
                <a:alpha val="90194"/>
              </a:srgbClr>
            </a:solidFill>
          </p:spPr>
          <p:txBody>
            <a:bodyPr wrap="square" lIns="0" tIns="0" rIns="0" bIns="0" rtlCol="0"/>
            <a:lstStyle/>
            <a:p>
              <a:endParaRPr/>
            </a:p>
          </p:txBody>
        </p:sp>
        <p:sp>
          <p:nvSpPr>
            <p:cNvPr id="13" name="object 13"/>
            <p:cNvSpPr/>
            <p:nvPr/>
          </p:nvSpPr>
          <p:spPr>
            <a:xfrm>
              <a:off x="90677" y="3495294"/>
              <a:ext cx="8869680" cy="1362710"/>
            </a:xfrm>
            <a:custGeom>
              <a:avLst/>
              <a:gdLst/>
              <a:ahLst/>
              <a:cxnLst/>
              <a:rect l="l" t="t" r="r" b="b"/>
              <a:pathLst>
                <a:path w="8869680" h="1362710">
                  <a:moveTo>
                    <a:pt x="8869680" y="227075"/>
                  </a:moveTo>
                  <a:lnTo>
                    <a:pt x="8869680" y="1135379"/>
                  </a:lnTo>
                  <a:lnTo>
                    <a:pt x="8865064" y="1181126"/>
                  </a:lnTo>
                  <a:lnTo>
                    <a:pt x="8851826" y="1223742"/>
                  </a:lnTo>
                  <a:lnTo>
                    <a:pt x="8830882" y="1262313"/>
                  </a:lnTo>
                  <a:lnTo>
                    <a:pt x="8803147" y="1295923"/>
                  </a:lnTo>
                  <a:lnTo>
                    <a:pt x="8769537" y="1323658"/>
                  </a:lnTo>
                  <a:lnTo>
                    <a:pt x="8730966" y="1344602"/>
                  </a:lnTo>
                  <a:lnTo>
                    <a:pt x="8688350" y="1357840"/>
                  </a:lnTo>
                  <a:lnTo>
                    <a:pt x="8642604" y="1362455"/>
                  </a:lnTo>
                  <a:lnTo>
                    <a:pt x="0" y="1362455"/>
                  </a:lnTo>
                  <a:lnTo>
                    <a:pt x="0" y="0"/>
                  </a:lnTo>
                  <a:lnTo>
                    <a:pt x="8642604" y="0"/>
                  </a:lnTo>
                  <a:lnTo>
                    <a:pt x="8688350" y="4615"/>
                  </a:lnTo>
                  <a:lnTo>
                    <a:pt x="8730966" y="17853"/>
                  </a:lnTo>
                  <a:lnTo>
                    <a:pt x="8769537" y="38797"/>
                  </a:lnTo>
                  <a:lnTo>
                    <a:pt x="8803147" y="66532"/>
                  </a:lnTo>
                  <a:lnTo>
                    <a:pt x="8830882" y="100142"/>
                  </a:lnTo>
                  <a:lnTo>
                    <a:pt x="8851826" y="138713"/>
                  </a:lnTo>
                  <a:lnTo>
                    <a:pt x="8865064" y="181329"/>
                  </a:lnTo>
                  <a:lnTo>
                    <a:pt x="8869680" y="227075"/>
                  </a:lnTo>
                  <a:close/>
                </a:path>
              </a:pathLst>
            </a:custGeom>
            <a:ln w="19050">
              <a:solidFill>
                <a:srgbClr val="E3CCCC"/>
              </a:solidFill>
            </a:ln>
          </p:spPr>
          <p:txBody>
            <a:bodyPr wrap="square" lIns="0" tIns="0" rIns="0" bIns="0" rtlCol="0"/>
            <a:lstStyle/>
            <a:p>
              <a:endParaRPr/>
            </a:p>
          </p:txBody>
        </p:sp>
      </p:grpSp>
      <p:sp>
        <p:nvSpPr>
          <p:cNvPr id="14" name="object 14"/>
          <p:cNvSpPr txBox="1"/>
          <p:nvPr/>
        </p:nvSpPr>
        <p:spPr>
          <a:xfrm>
            <a:off x="1848408" y="2914014"/>
            <a:ext cx="7937500" cy="3150870"/>
          </a:xfrm>
          <a:prstGeom prst="rect">
            <a:avLst/>
          </a:prstGeom>
        </p:spPr>
        <p:txBody>
          <a:bodyPr vert="horz" wrap="square" lIns="0" tIns="12065" rIns="0" bIns="0" rtlCol="0">
            <a:spAutoFit/>
          </a:bodyPr>
          <a:lstStyle/>
          <a:p>
            <a:pPr marL="228600" indent="-215900">
              <a:spcBef>
                <a:spcPts val="95"/>
              </a:spcBef>
              <a:buClr>
                <a:srgbClr val="C00000"/>
              </a:buClr>
              <a:buFont typeface="Wingdings"/>
              <a:buChar char=""/>
              <a:tabLst>
                <a:tab pos="228600" algn="l"/>
              </a:tabLst>
            </a:pPr>
            <a:r>
              <a:rPr sz="1600" dirty="0">
                <a:latin typeface="Century Gothic"/>
                <a:cs typeface="Century Gothic"/>
              </a:rPr>
              <a:t>La</a:t>
            </a:r>
            <a:r>
              <a:rPr sz="1600" spc="-55" dirty="0">
                <a:latin typeface="Century Gothic"/>
                <a:cs typeface="Century Gothic"/>
              </a:rPr>
              <a:t> </a:t>
            </a:r>
            <a:r>
              <a:rPr sz="1600" dirty="0">
                <a:latin typeface="Century Gothic"/>
                <a:cs typeface="Century Gothic"/>
              </a:rPr>
              <a:t>mejor</a:t>
            </a:r>
            <a:r>
              <a:rPr sz="1600" spc="-40" dirty="0">
                <a:latin typeface="Century Gothic"/>
                <a:cs typeface="Century Gothic"/>
              </a:rPr>
              <a:t> </a:t>
            </a:r>
            <a:r>
              <a:rPr sz="1600" dirty="0">
                <a:latin typeface="Century Gothic"/>
                <a:cs typeface="Century Gothic"/>
              </a:rPr>
              <a:t>práctica</a:t>
            </a:r>
            <a:r>
              <a:rPr sz="1600" spc="-35" dirty="0">
                <a:latin typeface="Century Gothic"/>
                <a:cs typeface="Century Gothic"/>
              </a:rPr>
              <a:t> </a:t>
            </a:r>
            <a:r>
              <a:rPr sz="1600" dirty="0">
                <a:latin typeface="Century Gothic"/>
                <a:cs typeface="Century Gothic"/>
              </a:rPr>
              <a:t>según</a:t>
            </a:r>
            <a:r>
              <a:rPr sz="1600" spc="-40" dirty="0">
                <a:latin typeface="Century Gothic"/>
                <a:cs typeface="Century Gothic"/>
              </a:rPr>
              <a:t> </a:t>
            </a:r>
            <a:r>
              <a:rPr sz="1600" dirty="0">
                <a:latin typeface="Century Gothic"/>
                <a:cs typeface="Century Gothic"/>
              </a:rPr>
              <a:t>la</a:t>
            </a:r>
            <a:r>
              <a:rPr sz="1600" spc="-70" dirty="0">
                <a:latin typeface="Century Gothic"/>
                <a:cs typeface="Century Gothic"/>
              </a:rPr>
              <a:t> </a:t>
            </a:r>
            <a:r>
              <a:rPr sz="1600" dirty="0">
                <a:latin typeface="Century Gothic"/>
                <a:cs typeface="Century Gothic"/>
              </a:rPr>
              <a:t>industria</a:t>
            </a:r>
            <a:r>
              <a:rPr sz="1600" spc="-25" dirty="0">
                <a:latin typeface="Century Gothic"/>
                <a:cs typeface="Century Gothic"/>
              </a:rPr>
              <a:t> </a:t>
            </a:r>
            <a:r>
              <a:rPr sz="1600" dirty="0">
                <a:latin typeface="Century Gothic"/>
                <a:cs typeface="Century Gothic"/>
              </a:rPr>
              <a:t>del</a:t>
            </a:r>
            <a:r>
              <a:rPr sz="1600" spc="-40" dirty="0">
                <a:latin typeface="Century Gothic"/>
                <a:cs typeface="Century Gothic"/>
              </a:rPr>
              <a:t> </a:t>
            </a:r>
            <a:r>
              <a:rPr sz="1600" spc="-10" dirty="0">
                <a:latin typeface="Century Gothic"/>
                <a:cs typeface="Century Gothic"/>
              </a:rPr>
              <a:t>software</a:t>
            </a:r>
            <a:endParaRPr sz="1600">
              <a:latin typeface="Century Gothic"/>
              <a:cs typeface="Century Gothic"/>
            </a:endParaRPr>
          </a:p>
          <a:p>
            <a:pPr>
              <a:spcBef>
                <a:spcPts val="1055"/>
              </a:spcBef>
              <a:buClr>
                <a:srgbClr val="C00000"/>
              </a:buClr>
              <a:buFont typeface="Wingdings"/>
              <a:buChar char=""/>
            </a:pPr>
            <a:endParaRPr sz="1600">
              <a:latin typeface="Century Gothic"/>
              <a:cs typeface="Century Gothic"/>
            </a:endParaRPr>
          </a:p>
          <a:p>
            <a:pPr marL="228600" indent="-215900">
              <a:buClr>
                <a:srgbClr val="C00000"/>
              </a:buClr>
              <a:buFont typeface="Wingdings"/>
              <a:buChar char=""/>
              <a:tabLst>
                <a:tab pos="228600" algn="l"/>
              </a:tabLst>
            </a:pPr>
            <a:r>
              <a:rPr sz="1600" dirty="0">
                <a:latin typeface="Century Gothic"/>
                <a:cs typeface="Century Gothic"/>
              </a:rPr>
              <a:t>Todos</a:t>
            </a:r>
            <a:r>
              <a:rPr sz="1600" spc="-25" dirty="0">
                <a:latin typeface="Century Gothic"/>
                <a:cs typeface="Century Gothic"/>
              </a:rPr>
              <a:t> </a:t>
            </a:r>
            <a:r>
              <a:rPr sz="1600" dirty="0">
                <a:latin typeface="Century Gothic"/>
                <a:cs typeface="Century Gothic"/>
              </a:rPr>
              <a:t>los</a:t>
            </a:r>
            <a:r>
              <a:rPr sz="1600" spc="-70" dirty="0">
                <a:latin typeface="Century Gothic"/>
                <a:cs typeface="Century Gothic"/>
              </a:rPr>
              <a:t> </a:t>
            </a:r>
            <a:r>
              <a:rPr sz="1600" dirty="0">
                <a:latin typeface="Century Gothic"/>
                <a:cs typeface="Century Gothic"/>
              </a:rPr>
              <a:t>productos</a:t>
            </a:r>
            <a:r>
              <a:rPr sz="1600" spc="-30" dirty="0">
                <a:latin typeface="Century Gothic"/>
                <a:cs typeface="Century Gothic"/>
              </a:rPr>
              <a:t> </a:t>
            </a:r>
            <a:r>
              <a:rPr sz="1600" dirty="0">
                <a:latin typeface="Century Gothic"/>
                <a:cs typeface="Century Gothic"/>
              </a:rPr>
              <a:t>de</a:t>
            </a:r>
            <a:r>
              <a:rPr sz="1600" spc="-60" dirty="0">
                <a:latin typeface="Century Gothic"/>
                <a:cs typeface="Century Gothic"/>
              </a:rPr>
              <a:t> </a:t>
            </a:r>
            <a:r>
              <a:rPr sz="1600" dirty="0">
                <a:latin typeface="Century Gothic"/>
                <a:cs typeface="Century Gothic"/>
              </a:rPr>
              <a:t>software</a:t>
            </a:r>
            <a:r>
              <a:rPr sz="1600" spc="-40" dirty="0">
                <a:latin typeface="Century Gothic"/>
                <a:cs typeface="Century Gothic"/>
              </a:rPr>
              <a:t> </a:t>
            </a:r>
            <a:r>
              <a:rPr sz="1600" dirty="0">
                <a:latin typeface="Century Gothic"/>
                <a:cs typeface="Century Gothic"/>
              </a:rPr>
              <a:t>pueden</a:t>
            </a:r>
            <a:r>
              <a:rPr sz="1600" spc="-55" dirty="0">
                <a:latin typeface="Century Gothic"/>
                <a:cs typeface="Century Gothic"/>
              </a:rPr>
              <a:t> </a:t>
            </a:r>
            <a:r>
              <a:rPr sz="1600" dirty="0">
                <a:latin typeface="Century Gothic"/>
                <a:cs typeface="Century Gothic"/>
              </a:rPr>
              <a:t>ser</a:t>
            </a:r>
            <a:r>
              <a:rPr sz="1600" spc="-55" dirty="0">
                <a:latin typeface="Century Gothic"/>
                <a:cs typeface="Century Gothic"/>
              </a:rPr>
              <a:t> </a:t>
            </a:r>
            <a:r>
              <a:rPr sz="1600" spc="-10" dirty="0">
                <a:latin typeface="Century Gothic"/>
                <a:cs typeface="Century Gothic"/>
              </a:rPr>
              <a:t>inspeccionados:</a:t>
            </a:r>
            <a:endParaRPr sz="1600">
              <a:latin typeface="Century Gothic"/>
              <a:cs typeface="Century Gothic"/>
            </a:endParaRPr>
          </a:p>
          <a:p>
            <a:pPr marL="1049020" lvl="1" indent="-121920">
              <a:spcBef>
                <a:spcPts val="5"/>
              </a:spcBef>
              <a:buChar char="-"/>
              <a:tabLst>
                <a:tab pos="1049020" algn="l"/>
              </a:tabLst>
            </a:pPr>
            <a:r>
              <a:rPr sz="1600" dirty="0">
                <a:latin typeface="Century Gothic"/>
                <a:cs typeface="Century Gothic"/>
              </a:rPr>
              <a:t>Documentos</a:t>
            </a:r>
            <a:r>
              <a:rPr sz="1600" spc="-45" dirty="0">
                <a:latin typeface="Century Gothic"/>
                <a:cs typeface="Century Gothic"/>
              </a:rPr>
              <a:t> </a:t>
            </a:r>
            <a:r>
              <a:rPr sz="1600" dirty="0">
                <a:latin typeface="Century Gothic"/>
                <a:cs typeface="Century Gothic"/>
              </a:rPr>
              <a:t>de</a:t>
            </a:r>
            <a:r>
              <a:rPr sz="1600" spc="-65" dirty="0">
                <a:latin typeface="Century Gothic"/>
                <a:cs typeface="Century Gothic"/>
              </a:rPr>
              <a:t> </a:t>
            </a:r>
            <a:r>
              <a:rPr sz="1600" spc="-10" dirty="0">
                <a:latin typeface="Century Gothic"/>
                <a:cs typeface="Century Gothic"/>
              </a:rPr>
              <a:t>requerimientos,</a:t>
            </a:r>
            <a:endParaRPr sz="1600">
              <a:latin typeface="Century Gothic"/>
              <a:cs typeface="Century Gothic"/>
            </a:endParaRPr>
          </a:p>
          <a:p>
            <a:pPr marL="1049020" lvl="1" indent="-121920">
              <a:buChar char="-"/>
              <a:tabLst>
                <a:tab pos="1049020" algn="l"/>
              </a:tabLst>
            </a:pPr>
            <a:r>
              <a:rPr sz="1600" dirty="0">
                <a:latin typeface="Century Gothic"/>
                <a:cs typeface="Century Gothic"/>
              </a:rPr>
              <a:t>Documentos</a:t>
            </a:r>
            <a:r>
              <a:rPr sz="1600" spc="-45" dirty="0">
                <a:latin typeface="Century Gothic"/>
                <a:cs typeface="Century Gothic"/>
              </a:rPr>
              <a:t> </a:t>
            </a:r>
            <a:r>
              <a:rPr sz="1600" dirty="0">
                <a:latin typeface="Century Gothic"/>
                <a:cs typeface="Century Gothic"/>
              </a:rPr>
              <a:t>de</a:t>
            </a:r>
            <a:r>
              <a:rPr sz="1600" spc="-65" dirty="0">
                <a:latin typeface="Century Gothic"/>
                <a:cs typeface="Century Gothic"/>
              </a:rPr>
              <a:t> </a:t>
            </a:r>
            <a:r>
              <a:rPr sz="1600" spc="-10" dirty="0">
                <a:latin typeface="Century Gothic"/>
                <a:cs typeface="Century Gothic"/>
              </a:rPr>
              <a:t>análisis,</a:t>
            </a:r>
            <a:endParaRPr sz="1600">
              <a:latin typeface="Century Gothic"/>
              <a:cs typeface="Century Gothic"/>
            </a:endParaRPr>
          </a:p>
          <a:p>
            <a:pPr marL="1049020" lvl="1" indent="-121920">
              <a:buChar char="-"/>
              <a:tabLst>
                <a:tab pos="1049020" algn="l"/>
              </a:tabLst>
            </a:pPr>
            <a:r>
              <a:rPr sz="1600" spc="-10" dirty="0">
                <a:latin typeface="Century Gothic"/>
                <a:cs typeface="Century Gothic"/>
              </a:rPr>
              <a:t>Código,</a:t>
            </a:r>
            <a:endParaRPr sz="1600">
              <a:latin typeface="Century Gothic"/>
              <a:cs typeface="Century Gothic"/>
            </a:endParaRPr>
          </a:p>
          <a:p>
            <a:pPr marL="1049020" lvl="1" indent="-121920">
              <a:buChar char="-"/>
              <a:tabLst>
                <a:tab pos="1049020" algn="l"/>
              </a:tabLst>
            </a:pPr>
            <a:r>
              <a:rPr sz="1600" dirty="0">
                <a:latin typeface="Century Gothic"/>
                <a:cs typeface="Century Gothic"/>
              </a:rPr>
              <a:t>Planes</a:t>
            </a:r>
            <a:r>
              <a:rPr sz="1600" spc="-40" dirty="0">
                <a:latin typeface="Century Gothic"/>
                <a:cs typeface="Century Gothic"/>
              </a:rPr>
              <a:t> </a:t>
            </a:r>
            <a:r>
              <a:rPr sz="1600" dirty="0">
                <a:latin typeface="Century Gothic"/>
                <a:cs typeface="Century Gothic"/>
              </a:rPr>
              <a:t>del</a:t>
            </a:r>
            <a:r>
              <a:rPr sz="1600" spc="-15" dirty="0">
                <a:latin typeface="Century Gothic"/>
                <a:cs typeface="Century Gothic"/>
              </a:rPr>
              <a:t> </a:t>
            </a:r>
            <a:r>
              <a:rPr sz="1600" spc="-10" dirty="0">
                <a:latin typeface="Century Gothic"/>
                <a:cs typeface="Century Gothic"/>
              </a:rPr>
              <a:t>proyecto.</a:t>
            </a:r>
            <a:endParaRPr sz="1600">
              <a:latin typeface="Century Gothic"/>
              <a:cs typeface="Century Gothic"/>
            </a:endParaRPr>
          </a:p>
          <a:p>
            <a:pPr lvl="1">
              <a:spcBef>
                <a:spcPts val="425"/>
              </a:spcBef>
              <a:buFont typeface="Century Gothic"/>
              <a:buChar char="-"/>
            </a:pPr>
            <a:endParaRPr sz="1600">
              <a:latin typeface="Century Gothic"/>
              <a:cs typeface="Century Gothic"/>
            </a:endParaRPr>
          </a:p>
          <a:p>
            <a:pPr marL="246379" indent="-215900">
              <a:buClr>
                <a:srgbClr val="C00000"/>
              </a:buClr>
              <a:buFont typeface="Wingdings"/>
              <a:buChar char=""/>
              <a:tabLst>
                <a:tab pos="246379" algn="l"/>
              </a:tabLst>
            </a:pPr>
            <a:r>
              <a:rPr sz="1600" dirty="0">
                <a:latin typeface="Century Gothic"/>
                <a:cs typeface="Century Gothic"/>
              </a:rPr>
              <a:t>Cantidad</a:t>
            </a:r>
            <a:r>
              <a:rPr sz="1600" spc="-30" dirty="0">
                <a:latin typeface="Century Gothic"/>
                <a:cs typeface="Century Gothic"/>
              </a:rPr>
              <a:t> </a:t>
            </a:r>
            <a:r>
              <a:rPr sz="1600" dirty="0">
                <a:latin typeface="Century Gothic"/>
                <a:cs typeface="Century Gothic"/>
              </a:rPr>
              <a:t>máxima</a:t>
            </a:r>
            <a:r>
              <a:rPr sz="1600" spc="-70" dirty="0">
                <a:latin typeface="Century Gothic"/>
                <a:cs typeface="Century Gothic"/>
              </a:rPr>
              <a:t> </a:t>
            </a:r>
            <a:r>
              <a:rPr sz="1600" dirty="0">
                <a:latin typeface="Century Gothic"/>
                <a:cs typeface="Century Gothic"/>
              </a:rPr>
              <a:t>de</a:t>
            </a:r>
            <a:r>
              <a:rPr sz="1600" spc="-40" dirty="0">
                <a:latin typeface="Century Gothic"/>
                <a:cs typeface="Century Gothic"/>
              </a:rPr>
              <a:t> </a:t>
            </a:r>
            <a:r>
              <a:rPr sz="1600" dirty="0">
                <a:latin typeface="Century Gothic"/>
                <a:cs typeface="Century Gothic"/>
              </a:rPr>
              <a:t>Participantes</a:t>
            </a:r>
            <a:r>
              <a:rPr sz="1600" spc="360" dirty="0">
                <a:latin typeface="Century Gothic"/>
                <a:cs typeface="Century Gothic"/>
              </a:rPr>
              <a:t> </a:t>
            </a:r>
            <a:r>
              <a:rPr sz="1600" dirty="0">
                <a:latin typeface="Century Gothic"/>
                <a:cs typeface="Century Gothic"/>
              </a:rPr>
              <a:t>6</a:t>
            </a:r>
            <a:r>
              <a:rPr sz="1600" spc="-45" dirty="0">
                <a:latin typeface="Century Gothic"/>
                <a:cs typeface="Century Gothic"/>
              </a:rPr>
              <a:t> </a:t>
            </a:r>
            <a:r>
              <a:rPr sz="1600" spc="-10" dirty="0">
                <a:latin typeface="Century Gothic"/>
                <a:cs typeface="Century Gothic"/>
              </a:rPr>
              <a:t>(ideal)</a:t>
            </a:r>
            <a:endParaRPr sz="1600">
              <a:latin typeface="Century Gothic"/>
              <a:cs typeface="Century Gothic"/>
            </a:endParaRPr>
          </a:p>
          <a:p>
            <a:pPr marL="1066800" lvl="1" indent="-121920">
              <a:buChar char="-"/>
              <a:tabLst>
                <a:tab pos="1066800" algn="l"/>
              </a:tabLst>
            </a:pPr>
            <a:r>
              <a:rPr sz="1600" dirty="0">
                <a:latin typeface="Century Gothic"/>
                <a:cs typeface="Century Gothic"/>
              </a:rPr>
              <a:t>El</a:t>
            </a:r>
            <a:r>
              <a:rPr sz="1600" spc="-45" dirty="0">
                <a:latin typeface="Century Gothic"/>
                <a:cs typeface="Century Gothic"/>
              </a:rPr>
              <a:t> </a:t>
            </a:r>
            <a:r>
              <a:rPr sz="1600" dirty="0">
                <a:latin typeface="Century Gothic"/>
                <a:cs typeface="Century Gothic"/>
              </a:rPr>
              <a:t>autor</a:t>
            </a:r>
            <a:r>
              <a:rPr sz="1600" spc="-45" dirty="0">
                <a:latin typeface="Century Gothic"/>
                <a:cs typeface="Century Gothic"/>
              </a:rPr>
              <a:t> </a:t>
            </a:r>
            <a:r>
              <a:rPr sz="1600" dirty="0">
                <a:latin typeface="Century Gothic"/>
                <a:cs typeface="Century Gothic"/>
              </a:rPr>
              <a:t>del</a:t>
            </a:r>
            <a:r>
              <a:rPr sz="1600" spc="-40" dirty="0">
                <a:latin typeface="Century Gothic"/>
                <a:cs typeface="Century Gothic"/>
              </a:rPr>
              <a:t> </a:t>
            </a:r>
            <a:r>
              <a:rPr sz="1600" dirty="0">
                <a:latin typeface="Century Gothic"/>
                <a:cs typeface="Century Gothic"/>
              </a:rPr>
              <a:t>producto,</a:t>
            </a:r>
            <a:r>
              <a:rPr sz="1600" spc="-35" dirty="0">
                <a:latin typeface="Century Gothic"/>
                <a:cs typeface="Century Gothic"/>
              </a:rPr>
              <a:t> </a:t>
            </a:r>
            <a:r>
              <a:rPr sz="1600" dirty="0">
                <a:latin typeface="Century Gothic"/>
                <a:cs typeface="Century Gothic"/>
              </a:rPr>
              <a:t>u</a:t>
            </a:r>
            <a:r>
              <a:rPr sz="1600" spc="-60" dirty="0">
                <a:latin typeface="Century Gothic"/>
                <a:cs typeface="Century Gothic"/>
              </a:rPr>
              <a:t> </a:t>
            </a:r>
            <a:r>
              <a:rPr sz="1600" dirty="0">
                <a:latin typeface="Century Gothic"/>
                <a:cs typeface="Century Gothic"/>
              </a:rPr>
              <a:t>otro</a:t>
            </a:r>
            <a:r>
              <a:rPr sz="1600" spc="-35" dirty="0">
                <a:latin typeface="Century Gothic"/>
                <a:cs typeface="Century Gothic"/>
              </a:rPr>
              <a:t> </a:t>
            </a:r>
            <a:r>
              <a:rPr sz="1600" dirty="0">
                <a:latin typeface="Century Gothic"/>
                <a:cs typeface="Century Gothic"/>
              </a:rPr>
              <a:t>artefacto</a:t>
            </a:r>
            <a:r>
              <a:rPr sz="1600" spc="-30" dirty="0">
                <a:latin typeface="Century Gothic"/>
                <a:cs typeface="Century Gothic"/>
              </a:rPr>
              <a:t> </a:t>
            </a:r>
            <a:r>
              <a:rPr sz="1600" dirty="0">
                <a:latin typeface="Century Gothic"/>
                <a:cs typeface="Century Gothic"/>
              </a:rPr>
              <a:t>(un</a:t>
            </a:r>
            <a:r>
              <a:rPr sz="1600" spc="-35" dirty="0">
                <a:latin typeface="Century Gothic"/>
                <a:cs typeface="Century Gothic"/>
              </a:rPr>
              <a:t> </a:t>
            </a:r>
            <a:r>
              <a:rPr sz="1600" dirty="0">
                <a:latin typeface="Century Gothic"/>
                <a:cs typeface="Century Gothic"/>
              </a:rPr>
              <a:t>arquitecto,</a:t>
            </a:r>
            <a:r>
              <a:rPr sz="1600" spc="-25" dirty="0">
                <a:latin typeface="Century Gothic"/>
                <a:cs typeface="Century Gothic"/>
              </a:rPr>
              <a:t> </a:t>
            </a:r>
            <a:r>
              <a:rPr sz="1600" dirty="0">
                <a:latin typeface="Century Gothic"/>
                <a:cs typeface="Century Gothic"/>
              </a:rPr>
              <a:t>un</a:t>
            </a:r>
            <a:r>
              <a:rPr sz="1600" spc="-55" dirty="0">
                <a:latin typeface="Century Gothic"/>
                <a:cs typeface="Century Gothic"/>
              </a:rPr>
              <a:t> </a:t>
            </a:r>
            <a:r>
              <a:rPr sz="1600" spc="-10" dirty="0">
                <a:latin typeface="Century Gothic"/>
                <a:cs typeface="Century Gothic"/>
              </a:rPr>
              <a:t>cliente)</a:t>
            </a:r>
            <a:endParaRPr sz="1600">
              <a:latin typeface="Century Gothic"/>
              <a:cs typeface="Century Gothic"/>
            </a:endParaRPr>
          </a:p>
          <a:p>
            <a:pPr marL="1066800" lvl="1" indent="-121920">
              <a:buChar char="-"/>
              <a:tabLst>
                <a:tab pos="1066800" algn="l"/>
              </a:tabLst>
            </a:pPr>
            <a:r>
              <a:rPr sz="1600" dirty="0">
                <a:latin typeface="Century Gothic"/>
                <a:cs typeface="Century Gothic"/>
              </a:rPr>
              <a:t>Alguien</a:t>
            </a:r>
            <a:r>
              <a:rPr sz="1600" spc="-55" dirty="0">
                <a:latin typeface="Century Gothic"/>
                <a:cs typeface="Century Gothic"/>
              </a:rPr>
              <a:t> </a:t>
            </a:r>
            <a:r>
              <a:rPr sz="1600" dirty="0">
                <a:latin typeface="Century Gothic"/>
                <a:cs typeface="Century Gothic"/>
              </a:rPr>
              <a:t>que</a:t>
            </a:r>
            <a:r>
              <a:rPr sz="1600" spc="-40" dirty="0">
                <a:latin typeface="Century Gothic"/>
                <a:cs typeface="Century Gothic"/>
              </a:rPr>
              <a:t> </a:t>
            </a:r>
            <a:r>
              <a:rPr sz="1600" dirty="0">
                <a:latin typeface="Century Gothic"/>
                <a:cs typeface="Century Gothic"/>
              </a:rPr>
              <a:t>tiene</a:t>
            </a:r>
            <a:r>
              <a:rPr sz="1600" spc="-20" dirty="0">
                <a:latin typeface="Century Gothic"/>
                <a:cs typeface="Century Gothic"/>
              </a:rPr>
              <a:t> </a:t>
            </a:r>
            <a:r>
              <a:rPr sz="1600" dirty="0">
                <a:latin typeface="Century Gothic"/>
                <a:cs typeface="Century Gothic"/>
              </a:rPr>
              <a:t>que</a:t>
            </a:r>
            <a:r>
              <a:rPr sz="1600" spc="-55" dirty="0">
                <a:latin typeface="Century Gothic"/>
                <a:cs typeface="Century Gothic"/>
              </a:rPr>
              <a:t> </a:t>
            </a:r>
            <a:r>
              <a:rPr sz="1600" dirty="0">
                <a:latin typeface="Century Gothic"/>
                <a:cs typeface="Century Gothic"/>
              </a:rPr>
              <a:t>trabajar</a:t>
            </a:r>
            <a:r>
              <a:rPr sz="1600" spc="-25" dirty="0">
                <a:latin typeface="Century Gothic"/>
                <a:cs typeface="Century Gothic"/>
              </a:rPr>
              <a:t> </a:t>
            </a:r>
            <a:r>
              <a:rPr sz="1600" dirty="0">
                <a:latin typeface="Century Gothic"/>
                <a:cs typeface="Century Gothic"/>
              </a:rPr>
              <a:t>con</a:t>
            </a:r>
            <a:r>
              <a:rPr sz="1600" spc="-35" dirty="0">
                <a:latin typeface="Century Gothic"/>
                <a:cs typeface="Century Gothic"/>
              </a:rPr>
              <a:t> </a:t>
            </a:r>
            <a:r>
              <a:rPr sz="1600" dirty="0">
                <a:latin typeface="Century Gothic"/>
                <a:cs typeface="Century Gothic"/>
              </a:rPr>
              <a:t>el</a:t>
            </a:r>
            <a:r>
              <a:rPr sz="1600" spc="-35" dirty="0">
                <a:latin typeface="Century Gothic"/>
                <a:cs typeface="Century Gothic"/>
              </a:rPr>
              <a:t> </a:t>
            </a:r>
            <a:r>
              <a:rPr sz="1600" dirty="0">
                <a:latin typeface="Century Gothic"/>
                <a:cs typeface="Century Gothic"/>
              </a:rPr>
              <a:t>producto</a:t>
            </a:r>
            <a:r>
              <a:rPr sz="1600" spc="-10" dirty="0">
                <a:latin typeface="Century Gothic"/>
                <a:cs typeface="Century Gothic"/>
              </a:rPr>
              <a:t> </a:t>
            </a:r>
            <a:r>
              <a:rPr sz="1600" dirty="0">
                <a:latin typeface="Century Gothic"/>
                <a:cs typeface="Century Gothic"/>
              </a:rPr>
              <a:t>(tester,</a:t>
            </a:r>
            <a:r>
              <a:rPr sz="1600" spc="-5" dirty="0">
                <a:latin typeface="Century Gothic"/>
                <a:cs typeface="Century Gothic"/>
              </a:rPr>
              <a:t> </a:t>
            </a:r>
            <a:r>
              <a:rPr sz="1600" spc="-10" dirty="0">
                <a:latin typeface="Century Gothic"/>
                <a:cs typeface="Century Gothic"/>
              </a:rPr>
              <a:t>developer)</a:t>
            </a:r>
            <a:endParaRPr sz="1600">
              <a:latin typeface="Century Gothic"/>
              <a:cs typeface="Century Gothic"/>
            </a:endParaRPr>
          </a:p>
          <a:p>
            <a:pPr marL="1066800" lvl="1" indent="-121920">
              <a:spcBef>
                <a:spcPts val="5"/>
              </a:spcBef>
              <a:buChar char="-"/>
              <a:tabLst>
                <a:tab pos="1066800" algn="l"/>
              </a:tabLst>
            </a:pPr>
            <a:r>
              <a:rPr sz="1600" dirty="0">
                <a:latin typeface="Century Gothic"/>
                <a:cs typeface="Century Gothic"/>
              </a:rPr>
              <a:t>Un</a:t>
            </a:r>
            <a:r>
              <a:rPr sz="1600" spc="-40" dirty="0">
                <a:latin typeface="Century Gothic"/>
                <a:cs typeface="Century Gothic"/>
              </a:rPr>
              <a:t> </a:t>
            </a:r>
            <a:r>
              <a:rPr sz="1600" spc="-10" dirty="0">
                <a:latin typeface="Century Gothic"/>
                <a:cs typeface="Century Gothic"/>
              </a:rPr>
              <a:t>responsable</a:t>
            </a:r>
            <a:r>
              <a:rPr sz="1600" spc="-60" dirty="0">
                <a:latin typeface="Century Gothic"/>
                <a:cs typeface="Century Gothic"/>
              </a:rPr>
              <a:t> </a:t>
            </a:r>
            <a:r>
              <a:rPr sz="1600" dirty="0">
                <a:latin typeface="Century Gothic"/>
                <a:cs typeface="Century Gothic"/>
              </a:rPr>
              <a:t>de</a:t>
            </a:r>
            <a:r>
              <a:rPr sz="1600" spc="-45" dirty="0">
                <a:latin typeface="Century Gothic"/>
                <a:cs typeface="Century Gothic"/>
              </a:rPr>
              <a:t> </a:t>
            </a:r>
            <a:r>
              <a:rPr sz="1600" dirty="0">
                <a:latin typeface="Century Gothic"/>
                <a:cs typeface="Century Gothic"/>
              </a:rPr>
              <a:t>otro</a:t>
            </a:r>
            <a:r>
              <a:rPr sz="1600" spc="-30" dirty="0">
                <a:latin typeface="Century Gothic"/>
                <a:cs typeface="Century Gothic"/>
              </a:rPr>
              <a:t> </a:t>
            </a:r>
            <a:r>
              <a:rPr sz="1600" dirty="0">
                <a:latin typeface="Century Gothic"/>
                <a:cs typeface="Century Gothic"/>
              </a:rPr>
              <a:t>producto</a:t>
            </a:r>
            <a:r>
              <a:rPr sz="1600" spc="-20" dirty="0">
                <a:latin typeface="Century Gothic"/>
                <a:cs typeface="Century Gothic"/>
              </a:rPr>
              <a:t> </a:t>
            </a:r>
            <a:r>
              <a:rPr sz="1600" dirty="0">
                <a:latin typeface="Century Gothic"/>
                <a:cs typeface="Century Gothic"/>
              </a:rPr>
              <a:t>relacionado</a:t>
            </a:r>
            <a:r>
              <a:rPr sz="1600" spc="-40" dirty="0">
                <a:latin typeface="Century Gothic"/>
                <a:cs typeface="Century Gothic"/>
              </a:rPr>
              <a:t> </a:t>
            </a:r>
            <a:r>
              <a:rPr sz="1600" dirty="0">
                <a:latin typeface="Century Gothic"/>
                <a:cs typeface="Century Gothic"/>
              </a:rPr>
              <a:t>al</a:t>
            </a:r>
            <a:r>
              <a:rPr sz="1600" spc="-60" dirty="0">
                <a:latin typeface="Century Gothic"/>
                <a:cs typeface="Century Gothic"/>
              </a:rPr>
              <a:t> </a:t>
            </a:r>
            <a:r>
              <a:rPr sz="1600" dirty="0">
                <a:latin typeface="Century Gothic"/>
                <a:cs typeface="Century Gothic"/>
              </a:rPr>
              <a:t>producto</a:t>
            </a:r>
            <a:r>
              <a:rPr sz="1600" spc="-20" dirty="0">
                <a:latin typeface="Century Gothic"/>
                <a:cs typeface="Century Gothic"/>
              </a:rPr>
              <a:t> </a:t>
            </a:r>
            <a:r>
              <a:rPr sz="1600" dirty="0">
                <a:latin typeface="Century Gothic"/>
                <a:cs typeface="Century Gothic"/>
              </a:rPr>
              <a:t>en</a:t>
            </a:r>
            <a:r>
              <a:rPr sz="1600" spc="-50" dirty="0">
                <a:latin typeface="Century Gothic"/>
                <a:cs typeface="Century Gothic"/>
              </a:rPr>
              <a:t> </a:t>
            </a:r>
            <a:r>
              <a:rPr sz="1600" spc="-10" dirty="0">
                <a:latin typeface="Century Gothic"/>
                <a:cs typeface="Century Gothic"/>
              </a:rPr>
              <a:t>revisión</a:t>
            </a:r>
            <a:endParaRPr sz="1600">
              <a:latin typeface="Century Gothic"/>
              <a:cs typeface="Century Gothic"/>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94952" y="570992"/>
            <a:ext cx="419100" cy="452120"/>
          </a:xfrm>
          <a:prstGeom prst="rect">
            <a:avLst/>
          </a:prstGeom>
        </p:spPr>
        <p:txBody>
          <a:bodyPr vert="horz" wrap="square" lIns="0" tIns="12065" rIns="0" bIns="0" rtlCol="0">
            <a:spAutoFit/>
          </a:bodyPr>
          <a:lstStyle/>
          <a:p>
            <a:pPr marL="12700">
              <a:spcBef>
                <a:spcPts val="95"/>
              </a:spcBef>
            </a:pPr>
            <a:r>
              <a:rPr sz="2800" spc="-25" dirty="0">
                <a:solidFill>
                  <a:srgbClr val="FFFFFF"/>
                </a:solidFill>
                <a:latin typeface="Century Gothic"/>
                <a:cs typeface="Century Gothic"/>
              </a:rPr>
              <a:t>19</a:t>
            </a:r>
            <a:endParaRPr sz="2800">
              <a:latin typeface="Century Gothic"/>
              <a:cs typeface="Century Gothic"/>
            </a:endParaRPr>
          </a:p>
        </p:txBody>
      </p:sp>
      <p:sp>
        <p:nvSpPr>
          <p:cNvPr id="4" name="object 4"/>
          <p:cNvSpPr txBox="1"/>
          <p:nvPr/>
        </p:nvSpPr>
        <p:spPr>
          <a:xfrm>
            <a:off x="4831841" y="2320068"/>
            <a:ext cx="2103881" cy="413575"/>
          </a:xfrm>
          <a:prstGeom prst="rect">
            <a:avLst/>
          </a:prstGeom>
        </p:spPr>
        <p:txBody>
          <a:bodyPr vert="horz" wrap="square" lIns="0" tIns="13335" rIns="0" bIns="0" rtlCol="0">
            <a:spAutoFit/>
          </a:bodyPr>
          <a:lstStyle/>
          <a:p>
            <a:pPr marL="12700">
              <a:spcBef>
                <a:spcPts val="105"/>
              </a:spcBef>
            </a:pPr>
            <a:r>
              <a:rPr sz="2600" b="1" spc="-10" dirty="0" err="1">
                <a:solidFill>
                  <a:srgbClr val="AF1512"/>
                </a:solidFill>
                <a:latin typeface="Century Gothic"/>
                <a:cs typeface="Century Gothic"/>
              </a:rPr>
              <a:t>Inspe</a:t>
            </a:r>
            <a:r>
              <a:rPr lang="es-MX" sz="2600" b="1" spc="-10" dirty="0" err="1">
                <a:solidFill>
                  <a:srgbClr val="AF1512"/>
                </a:solidFill>
                <a:latin typeface="Century Gothic"/>
                <a:cs typeface="Century Gothic"/>
              </a:rPr>
              <a:t>cc</a:t>
            </a:r>
            <a:r>
              <a:rPr sz="2600" b="1" spc="-10" dirty="0" err="1">
                <a:solidFill>
                  <a:srgbClr val="AF1512"/>
                </a:solidFill>
                <a:latin typeface="Century Gothic"/>
                <a:cs typeface="Century Gothic"/>
              </a:rPr>
              <a:t>i</a:t>
            </a:r>
            <a:r>
              <a:rPr lang="es-MX" sz="2600" b="1" spc="-10" dirty="0" err="1">
                <a:solidFill>
                  <a:srgbClr val="AF1512"/>
                </a:solidFill>
                <a:latin typeface="Century Gothic"/>
                <a:cs typeface="Century Gothic"/>
              </a:rPr>
              <a:t>ó</a:t>
            </a:r>
            <a:r>
              <a:rPr sz="2600" b="1" spc="-10" dirty="0">
                <a:solidFill>
                  <a:srgbClr val="AF1512"/>
                </a:solidFill>
                <a:latin typeface="Century Gothic"/>
                <a:cs typeface="Century Gothic"/>
              </a:rPr>
              <a:t>n</a:t>
            </a:r>
            <a:endParaRPr sz="2600" dirty="0">
              <a:latin typeface="Century Gothic"/>
              <a:cs typeface="Century Gothic"/>
            </a:endParaRPr>
          </a:p>
        </p:txBody>
      </p:sp>
      <p:sp>
        <p:nvSpPr>
          <p:cNvPr id="5" name="object 5"/>
          <p:cNvSpPr txBox="1">
            <a:spLocks noGrp="1"/>
          </p:cNvSpPr>
          <p:nvPr>
            <p:ph type="title"/>
          </p:nvPr>
        </p:nvSpPr>
        <p:spPr>
          <a:xfrm>
            <a:off x="2031125" y="467602"/>
            <a:ext cx="8518635" cy="689932"/>
          </a:xfrm>
          <a:prstGeom prst="rect">
            <a:avLst/>
          </a:prstGeom>
        </p:spPr>
        <p:txBody>
          <a:bodyPr vert="horz" wrap="square" lIns="0" tIns="12700" rIns="0" bIns="0" rtlCol="0">
            <a:spAutoFit/>
          </a:bodyPr>
          <a:lstStyle/>
          <a:p>
            <a:pPr marL="12700">
              <a:lnSpc>
                <a:spcPct val="100000"/>
              </a:lnSpc>
              <a:spcBef>
                <a:spcPts val="100"/>
              </a:spcBef>
            </a:pPr>
            <a:r>
              <a:rPr dirty="0"/>
              <a:t>Proceso</a:t>
            </a:r>
            <a:r>
              <a:rPr spc="-35" dirty="0"/>
              <a:t> </a:t>
            </a:r>
            <a:r>
              <a:rPr dirty="0"/>
              <a:t>de</a:t>
            </a:r>
            <a:r>
              <a:rPr spc="-50" dirty="0"/>
              <a:t> </a:t>
            </a:r>
            <a:r>
              <a:rPr spc="-10" dirty="0"/>
              <a:t>Validación</a:t>
            </a:r>
          </a:p>
        </p:txBody>
      </p:sp>
      <p:sp>
        <p:nvSpPr>
          <p:cNvPr id="6" name="object 6"/>
          <p:cNvSpPr txBox="1"/>
          <p:nvPr/>
        </p:nvSpPr>
        <p:spPr>
          <a:xfrm>
            <a:off x="738505" y="1498727"/>
            <a:ext cx="5357495" cy="452120"/>
          </a:xfrm>
          <a:prstGeom prst="rect">
            <a:avLst/>
          </a:prstGeom>
        </p:spPr>
        <p:txBody>
          <a:bodyPr vert="horz" wrap="square" lIns="0" tIns="12065" rIns="0" bIns="0" rtlCol="0">
            <a:spAutoFit/>
          </a:bodyPr>
          <a:lstStyle/>
          <a:p>
            <a:pPr marL="12700">
              <a:spcBef>
                <a:spcPts val="95"/>
              </a:spcBef>
            </a:pPr>
            <a:r>
              <a:rPr sz="2800" b="1" dirty="0">
                <a:solidFill>
                  <a:srgbClr val="AF1512"/>
                </a:solidFill>
                <a:latin typeface="Century Gothic"/>
                <a:cs typeface="Century Gothic"/>
              </a:rPr>
              <a:t>Técnicas</a:t>
            </a:r>
            <a:r>
              <a:rPr sz="2800" b="1" spc="-75" dirty="0">
                <a:solidFill>
                  <a:srgbClr val="AF1512"/>
                </a:solidFill>
                <a:latin typeface="Century Gothic"/>
                <a:cs typeface="Century Gothic"/>
              </a:rPr>
              <a:t> </a:t>
            </a:r>
            <a:r>
              <a:rPr sz="2800" b="1" dirty="0">
                <a:solidFill>
                  <a:srgbClr val="AF1512"/>
                </a:solidFill>
                <a:latin typeface="Century Gothic"/>
                <a:cs typeface="Century Gothic"/>
              </a:rPr>
              <a:t>–</a:t>
            </a:r>
            <a:r>
              <a:rPr sz="2800" b="1" spc="-80" dirty="0">
                <a:solidFill>
                  <a:srgbClr val="AF1512"/>
                </a:solidFill>
                <a:latin typeface="Century Gothic"/>
                <a:cs typeface="Century Gothic"/>
              </a:rPr>
              <a:t> </a:t>
            </a:r>
            <a:r>
              <a:rPr sz="2800" b="1" dirty="0">
                <a:solidFill>
                  <a:srgbClr val="002060"/>
                </a:solidFill>
                <a:latin typeface="Century Gothic"/>
                <a:cs typeface="Century Gothic"/>
              </a:rPr>
              <a:t>Revisiones</a:t>
            </a:r>
            <a:r>
              <a:rPr sz="2800" b="1" spc="-75" dirty="0">
                <a:solidFill>
                  <a:srgbClr val="002060"/>
                </a:solidFill>
                <a:latin typeface="Century Gothic"/>
                <a:cs typeface="Century Gothic"/>
              </a:rPr>
              <a:t> </a:t>
            </a:r>
            <a:r>
              <a:rPr sz="2800" b="1" spc="-10" dirty="0">
                <a:solidFill>
                  <a:srgbClr val="002060"/>
                </a:solidFill>
                <a:latin typeface="Century Gothic"/>
                <a:cs typeface="Century Gothic"/>
              </a:rPr>
              <a:t>Formales</a:t>
            </a:r>
            <a:endParaRPr sz="2800" dirty="0">
              <a:solidFill>
                <a:srgbClr val="002060"/>
              </a:solidFill>
              <a:latin typeface="Century Gothic"/>
              <a:cs typeface="Century Gothic"/>
            </a:endParaRPr>
          </a:p>
        </p:txBody>
      </p:sp>
      <p:grpSp>
        <p:nvGrpSpPr>
          <p:cNvPr id="7" name="object 7"/>
          <p:cNvGrpSpPr/>
          <p:nvPr/>
        </p:nvGrpSpPr>
        <p:grpSpPr>
          <a:xfrm>
            <a:off x="4612004" y="2917317"/>
            <a:ext cx="2387600" cy="2896870"/>
            <a:chOff x="3088004" y="2917317"/>
            <a:chExt cx="2387600" cy="2896870"/>
          </a:xfrm>
        </p:grpSpPr>
        <p:sp>
          <p:nvSpPr>
            <p:cNvPr id="8" name="object 8"/>
            <p:cNvSpPr/>
            <p:nvPr/>
          </p:nvSpPr>
          <p:spPr>
            <a:xfrm>
              <a:off x="3151631" y="4448556"/>
              <a:ext cx="2283460" cy="568960"/>
            </a:xfrm>
            <a:custGeom>
              <a:avLst/>
              <a:gdLst/>
              <a:ahLst/>
              <a:cxnLst/>
              <a:rect l="l" t="t" r="r" b="b"/>
              <a:pathLst>
                <a:path w="2283460" h="568960">
                  <a:moveTo>
                    <a:pt x="0" y="568452"/>
                  </a:moveTo>
                  <a:lnTo>
                    <a:pt x="2282951" y="568452"/>
                  </a:lnTo>
                  <a:lnTo>
                    <a:pt x="2282951" y="0"/>
                  </a:lnTo>
                  <a:lnTo>
                    <a:pt x="0" y="0"/>
                  </a:lnTo>
                  <a:lnTo>
                    <a:pt x="0" y="568452"/>
                  </a:lnTo>
                  <a:close/>
                </a:path>
              </a:pathLst>
            </a:custGeom>
            <a:ln w="9525">
              <a:solidFill>
                <a:srgbClr val="AF1512"/>
              </a:solidFill>
            </a:ln>
          </p:spPr>
          <p:txBody>
            <a:bodyPr wrap="square" lIns="0" tIns="0" rIns="0" bIns="0" rtlCol="0"/>
            <a:lstStyle/>
            <a:p>
              <a:endParaRPr/>
            </a:p>
          </p:txBody>
        </p:sp>
        <p:sp>
          <p:nvSpPr>
            <p:cNvPr id="9" name="object 9"/>
            <p:cNvSpPr/>
            <p:nvPr/>
          </p:nvSpPr>
          <p:spPr>
            <a:xfrm>
              <a:off x="3097529" y="3638550"/>
              <a:ext cx="2362200" cy="631190"/>
            </a:xfrm>
            <a:custGeom>
              <a:avLst/>
              <a:gdLst/>
              <a:ahLst/>
              <a:cxnLst/>
              <a:rect l="l" t="t" r="r" b="b"/>
              <a:pathLst>
                <a:path w="2362200" h="631189">
                  <a:moveTo>
                    <a:pt x="2257044" y="0"/>
                  </a:moveTo>
                  <a:lnTo>
                    <a:pt x="105156" y="0"/>
                  </a:lnTo>
                  <a:lnTo>
                    <a:pt x="64240" y="8268"/>
                  </a:lnTo>
                  <a:lnTo>
                    <a:pt x="30813" y="30813"/>
                  </a:lnTo>
                  <a:lnTo>
                    <a:pt x="8268" y="64240"/>
                  </a:lnTo>
                  <a:lnTo>
                    <a:pt x="0" y="105156"/>
                  </a:lnTo>
                  <a:lnTo>
                    <a:pt x="0" y="525780"/>
                  </a:lnTo>
                  <a:lnTo>
                    <a:pt x="8268" y="566695"/>
                  </a:lnTo>
                  <a:lnTo>
                    <a:pt x="30813" y="600122"/>
                  </a:lnTo>
                  <a:lnTo>
                    <a:pt x="64240" y="622667"/>
                  </a:lnTo>
                  <a:lnTo>
                    <a:pt x="105156" y="630936"/>
                  </a:lnTo>
                  <a:lnTo>
                    <a:pt x="2257044" y="630936"/>
                  </a:lnTo>
                  <a:lnTo>
                    <a:pt x="2297959" y="622667"/>
                  </a:lnTo>
                  <a:lnTo>
                    <a:pt x="2331386" y="600122"/>
                  </a:lnTo>
                  <a:lnTo>
                    <a:pt x="2353931" y="566695"/>
                  </a:lnTo>
                  <a:lnTo>
                    <a:pt x="2362199" y="525780"/>
                  </a:lnTo>
                  <a:lnTo>
                    <a:pt x="2362199" y="105156"/>
                  </a:lnTo>
                  <a:lnTo>
                    <a:pt x="2353931" y="64240"/>
                  </a:lnTo>
                  <a:lnTo>
                    <a:pt x="2331386" y="30813"/>
                  </a:lnTo>
                  <a:lnTo>
                    <a:pt x="2297959" y="8268"/>
                  </a:lnTo>
                  <a:lnTo>
                    <a:pt x="2257044" y="0"/>
                  </a:lnTo>
                  <a:close/>
                </a:path>
              </a:pathLst>
            </a:custGeom>
            <a:solidFill>
              <a:srgbClr val="AF1512"/>
            </a:solidFill>
          </p:spPr>
          <p:txBody>
            <a:bodyPr wrap="square" lIns="0" tIns="0" rIns="0" bIns="0" rtlCol="0"/>
            <a:lstStyle/>
            <a:p>
              <a:endParaRPr/>
            </a:p>
          </p:txBody>
        </p:sp>
        <p:sp>
          <p:nvSpPr>
            <p:cNvPr id="10" name="object 10"/>
            <p:cNvSpPr/>
            <p:nvPr/>
          </p:nvSpPr>
          <p:spPr>
            <a:xfrm>
              <a:off x="3097529" y="3638550"/>
              <a:ext cx="2362200" cy="631190"/>
            </a:xfrm>
            <a:custGeom>
              <a:avLst/>
              <a:gdLst/>
              <a:ahLst/>
              <a:cxnLst/>
              <a:rect l="l" t="t" r="r" b="b"/>
              <a:pathLst>
                <a:path w="2362200" h="631189">
                  <a:moveTo>
                    <a:pt x="0" y="105156"/>
                  </a:moveTo>
                  <a:lnTo>
                    <a:pt x="8268" y="64240"/>
                  </a:lnTo>
                  <a:lnTo>
                    <a:pt x="30813" y="30813"/>
                  </a:lnTo>
                  <a:lnTo>
                    <a:pt x="64240" y="8268"/>
                  </a:lnTo>
                  <a:lnTo>
                    <a:pt x="105156" y="0"/>
                  </a:lnTo>
                  <a:lnTo>
                    <a:pt x="2257044" y="0"/>
                  </a:lnTo>
                  <a:lnTo>
                    <a:pt x="2297959" y="8268"/>
                  </a:lnTo>
                  <a:lnTo>
                    <a:pt x="2331386" y="30813"/>
                  </a:lnTo>
                  <a:lnTo>
                    <a:pt x="2353931" y="64240"/>
                  </a:lnTo>
                  <a:lnTo>
                    <a:pt x="2362199" y="105156"/>
                  </a:lnTo>
                  <a:lnTo>
                    <a:pt x="2362199" y="525780"/>
                  </a:lnTo>
                  <a:lnTo>
                    <a:pt x="2353931" y="566695"/>
                  </a:lnTo>
                  <a:lnTo>
                    <a:pt x="2331386" y="600122"/>
                  </a:lnTo>
                  <a:lnTo>
                    <a:pt x="2297959" y="622667"/>
                  </a:lnTo>
                  <a:lnTo>
                    <a:pt x="2257044" y="630936"/>
                  </a:lnTo>
                  <a:lnTo>
                    <a:pt x="105156" y="630936"/>
                  </a:lnTo>
                  <a:lnTo>
                    <a:pt x="64240" y="622667"/>
                  </a:lnTo>
                  <a:lnTo>
                    <a:pt x="30813" y="600122"/>
                  </a:lnTo>
                  <a:lnTo>
                    <a:pt x="8268" y="566695"/>
                  </a:lnTo>
                  <a:lnTo>
                    <a:pt x="0" y="525780"/>
                  </a:lnTo>
                  <a:lnTo>
                    <a:pt x="0" y="105156"/>
                  </a:lnTo>
                  <a:close/>
                </a:path>
              </a:pathLst>
            </a:custGeom>
            <a:ln w="19049">
              <a:solidFill>
                <a:srgbClr val="AF1512"/>
              </a:solidFill>
            </a:ln>
          </p:spPr>
          <p:txBody>
            <a:bodyPr wrap="square" lIns="0" tIns="0" rIns="0" bIns="0" rtlCol="0"/>
            <a:lstStyle/>
            <a:p>
              <a:endParaRPr/>
            </a:p>
          </p:txBody>
        </p:sp>
        <p:sp>
          <p:nvSpPr>
            <p:cNvPr id="11" name="object 11"/>
            <p:cNvSpPr/>
            <p:nvPr/>
          </p:nvSpPr>
          <p:spPr>
            <a:xfrm>
              <a:off x="3145535" y="3668268"/>
              <a:ext cx="2281555" cy="570230"/>
            </a:xfrm>
            <a:custGeom>
              <a:avLst/>
              <a:gdLst/>
              <a:ahLst/>
              <a:cxnLst/>
              <a:rect l="l" t="t" r="r" b="b"/>
              <a:pathLst>
                <a:path w="2281554" h="570229">
                  <a:moveTo>
                    <a:pt x="0" y="569975"/>
                  </a:moveTo>
                  <a:lnTo>
                    <a:pt x="2281428" y="569975"/>
                  </a:lnTo>
                  <a:lnTo>
                    <a:pt x="2281428" y="0"/>
                  </a:lnTo>
                  <a:lnTo>
                    <a:pt x="0" y="0"/>
                  </a:lnTo>
                  <a:lnTo>
                    <a:pt x="0" y="569975"/>
                  </a:lnTo>
                  <a:close/>
                </a:path>
              </a:pathLst>
            </a:custGeom>
            <a:ln w="9525">
              <a:solidFill>
                <a:srgbClr val="AF1512"/>
              </a:solidFill>
            </a:ln>
          </p:spPr>
          <p:txBody>
            <a:bodyPr wrap="square" lIns="0" tIns="0" rIns="0" bIns="0" rtlCol="0"/>
            <a:lstStyle/>
            <a:p>
              <a:endParaRPr/>
            </a:p>
          </p:txBody>
        </p:sp>
        <p:sp>
          <p:nvSpPr>
            <p:cNvPr id="12" name="object 12"/>
            <p:cNvSpPr/>
            <p:nvPr/>
          </p:nvSpPr>
          <p:spPr>
            <a:xfrm>
              <a:off x="3103625" y="5173218"/>
              <a:ext cx="2362200" cy="631190"/>
            </a:xfrm>
            <a:custGeom>
              <a:avLst/>
              <a:gdLst/>
              <a:ahLst/>
              <a:cxnLst/>
              <a:rect l="l" t="t" r="r" b="b"/>
              <a:pathLst>
                <a:path w="2362200" h="631189">
                  <a:moveTo>
                    <a:pt x="2257044" y="0"/>
                  </a:moveTo>
                  <a:lnTo>
                    <a:pt x="105156" y="0"/>
                  </a:lnTo>
                  <a:lnTo>
                    <a:pt x="64240" y="8268"/>
                  </a:lnTo>
                  <a:lnTo>
                    <a:pt x="30813" y="30813"/>
                  </a:lnTo>
                  <a:lnTo>
                    <a:pt x="8268" y="64240"/>
                  </a:lnTo>
                  <a:lnTo>
                    <a:pt x="0" y="105155"/>
                  </a:lnTo>
                  <a:lnTo>
                    <a:pt x="0" y="525779"/>
                  </a:lnTo>
                  <a:lnTo>
                    <a:pt x="8268" y="566711"/>
                  </a:lnTo>
                  <a:lnTo>
                    <a:pt x="30813" y="600136"/>
                  </a:lnTo>
                  <a:lnTo>
                    <a:pt x="64240" y="622672"/>
                  </a:lnTo>
                  <a:lnTo>
                    <a:pt x="105156" y="630935"/>
                  </a:lnTo>
                  <a:lnTo>
                    <a:pt x="2257044" y="630935"/>
                  </a:lnTo>
                  <a:lnTo>
                    <a:pt x="2297959" y="622672"/>
                  </a:lnTo>
                  <a:lnTo>
                    <a:pt x="2331386" y="600136"/>
                  </a:lnTo>
                  <a:lnTo>
                    <a:pt x="2353931" y="566711"/>
                  </a:lnTo>
                  <a:lnTo>
                    <a:pt x="2362200" y="525779"/>
                  </a:lnTo>
                  <a:lnTo>
                    <a:pt x="2362200" y="105155"/>
                  </a:lnTo>
                  <a:lnTo>
                    <a:pt x="2353931" y="64240"/>
                  </a:lnTo>
                  <a:lnTo>
                    <a:pt x="2331386" y="30813"/>
                  </a:lnTo>
                  <a:lnTo>
                    <a:pt x="2297959" y="8268"/>
                  </a:lnTo>
                  <a:lnTo>
                    <a:pt x="2257044" y="0"/>
                  </a:lnTo>
                  <a:close/>
                </a:path>
              </a:pathLst>
            </a:custGeom>
            <a:solidFill>
              <a:srgbClr val="AF1512"/>
            </a:solidFill>
          </p:spPr>
          <p:txBody>
            <a:bodyPr wrap="square" lIns="0" tIns="0" rIns="0" bIns="0" rtlCol="0"/>
            <a:lstStyle/>
            <a:p>
              <a:endParaRPr/>
            </a:p>
          </p:txBody>
        </p:sp>
        <p:sp>
          <p:nvSpPr>
            <p:cNvPr id="13" name="object 13"/>
            <p:cNvSpPr/>
            <p:nvPr/>
          </p:nvSpPr>
          <p:spPr>
            <a:xfrm>
              <a:off x="3103625" y="5173218"/>
              <a:ext cx="2362200" cy="631190"/>
            </a:xfrm>
            <a:custGeom>
              <a:avLst/>
              <a:gdLst/>
              <a:ahLst/>
              <a:cxnLst/>
              <a:rect l="l" t="t" r="r" b="b"/>
              <a:pathLst>
                <a:path w="2362200" h="631189">
                  <a:moveTo>
                    <a:pt x="0" y="105155"/>
                  </a:moveTo>
                  <a:lnTo>
                    <a:pt x="8268" y="64240"/>
                  </a:lnTo>
                  <a:lnTo>
                    <a:pt x="30813" y="30813"/>
                  </a:lnTo>
                  <a:lnTo>
                    <a:pt x="64240" y="8268"/>
                  </a:lnTo>
                  <a:lnTo>
                    <a:pt x="105156" y="0"/>
                  </a:lnTo>
                  <a:lnTo>
                    <a:pt x="2257044" y="0"/>
                  </a:lnTo>
                  <a:lnTo>
                    <a:pt x="2297959" y="8268"/>
                  </a:lnTo>
                  <a:lnTo>
                    <a:pt x="2331386" y="30813"/>
                  </a:lnTo>
                  <a:lnTo>
                    <a:pt x="2353931" y="64240"/>
                  </a:lnTo>
                  <a:lnTo>
                    <a:pt x="2362200" y="105155"/>
                  </a:lnTo>
                  <a:lnTo>
                    <a:pt x="2362200" y="525779"/>
                  </a:lnTo>
                  <a:lnTo>
                    <a:pt x="2353931" y="566711"/>
                  </a:lnTo>
                  <a:lnTo>
                    <a:pt x="2331386" y="600136"/>
                  </a:lnTo>
                  <a:lnTo>
                    <a:pt x="2297959" y="622672"/>
                  </a:lnTo>
                  <a:lnTo>
                    <a:pt x="2257044" y="630935"/>
                  </a:lnTo>
                  <a:lnTo>
                    <a:pt x="105156" y="630935"/>
                  </a:lnTo>
                  <a:lnTo>
                    <a:pt x="64240" y="622672"/>
                  </a:lnTo>
                  <a:lnTo>
                    <a:pt x="30813" y="600136"/>
                  </a:lnTo>
                  <a:lnTo>
                    <a:pt x="8268" y="566711"/>
                  </a:lnTo>
                  <a:lnTo>
                    <a:pt x="0" y="525779"/>
                  </a:lnTo>
                  <a:lnTo>
                    <a:pt x="0" y="105155"/>
                  </a:lnTo>
                  <a:close/>
                </a:path>
              </a:pathLst>
            </a:custGeom>
            <a:ln w="19050">
              <a:solidFill>
                <a:srgbClr val="AF1512"/>
              </a:solidFill>
            </a:ln>
          </p:spPr>
          <p:txBody>
            <a:bodyPr wrap="square" lIns="0" tIns="0" rIns="0" bIns="0" rtlCol="0"/>
            <a:lstStyle/>
            <a:p>
              <a:endParaRPr/>
            </a:p>
          </p:txBody>
        </p:sp>
        <p:sp>
          <p:nvSpPr>
            <p:cNvPr id="14" name="object 14"/>
            <p:cNvSpPr/>
            <p:nvPr/>
          </p:nvSpPr>
          <p:spPr>
            <a:xfrm>
              <a:off x="3151631" y="5202936"/>
              <a:ext cx="2283460" cy="570230"/>
            </a:xfrm>
            <a:custGeom>
              <a:avLst/>
              <a:gdLst/>
              <a:ahLst/>
              <a:cxnLst/>
              <a:rect l="l" t="t" r="r" b="b"/>
              <a:pathLst>
                <a:path w="2283460" h="570229">
                  <a:moveTo>
                    <a:pt x="0" y="569976"/>
                  </a:moveTo>
                  <a:lnTo>
                    <a:pt x="2282951" y="569976"/>
                  </a:lnTo>
                  <a:lnTo>
                    <a:pt x="2282951" y="0"/>
                  </a:lnTo>
                  <a:lnTo>
                    <a:pt x="0" y="0"/>
                  </a:lnTo>
                  <a:lnTo>
                    <a:pt x="0" y="569976"/>
                  </a:lnTo>
                  <a:close/>
                </a:path>
              </a:pathLst>
            </a:custGeom>
            <a:ln w="9525">
              <a:solidFill>
                <a:srgbClr val="AF1512"/>
              </a:solidFill>
            </a:ln>
          </p:spPr>
          <p:txBody>
            <a:bodyPr wrap="square" lIns="0" tIns="0" rIns="0" bIns="0" rtlCol="0"/>
            <a:lstStyle/>
            <a:p>
              <a:endParaRPr/>
            </a:p>
          </p:txBody>
        </p:sp>
        <p:sp>
          <p:nvSpPr>
            <p:cNvPr id="15" name="object 15"/>
            <p:cNvSpPr/>
            <p:nvPr/>
          </p:nvSpPr>
          <p:spPr>
            <a:xfrm>
              <a:off x="3097529" y="2926842"/>
              <a:ext cx="2362200" cy="631190"/>
            </a:xfrm>
            <a:custGeom>
              <a:avLst/>
              <a:gdLst/>
              <a:ahLst/>
              <a:cxnLst/>
              <a:rect l="l" t="t" r="r" b="b"/>
              <a:pathLst>
                <a:path w="2362200" h="631189">
                  <a:moveTo>
                    <a:pt x="2257044" y="0"/>
                  </a:moveTo>
                  <a:lnTo>
                    <a:pt x="105156" y="0"/>
                  </a:lnTo>
                  <a:lnTo>
                    <a:pt x="64240" y="8268"/>
                  </a:lnTo>
                  <a:lnTo>
                    <a:pt x="30813" y="30813"/>
                  </a:lnTo>
                  <a:lnTo>
                    <a:pt x="8268" y="64240"/>
                  </a:lnTo>
                  <a:lnTo>
                    <a:pt x="0" y="105156"/>
                  </a:lnTo>
                  <a:lnTo>
                    <a:pt x="0" y="525780"/>
                  </a:lnTo>
                  <a:lnTo>
                    <a:pt x="8268" y="566695"/>
                  </a:lnTo>
                  <a:lnTo>
                    <a:pt x="30813" y="600122"/>
                  </a:lnTo>
                  <a:lnTo>
                    <a:pt x="64240" y="622667"/>
                  </a:lnTo>
                  <a:lnTo>
                    <a:pt x="105156" y="630936"/>
                  </a:lnTo>
                  <a:lnTo>
                    <a:pt x="2257044" y="630936"/>
                  </a:lnTo>
                  <a:lnTo>
                    <a:pt x="2297959" y="622667"/>
                  </a:lnTo>
                  <a:lnTo>
                    <a:pt x="2331386" y="600122"/>
                  </a:lnTo>
                  <a:lnTo>
                    <a:pt x="2353931" y="566695"/>
                  </a:lnTo>
                  <a:lnTo>
                    <a:pt x="2362199" y="525780"/>
                  </a:lnTo>
                  <a:lnTo>
                    <a:pt x="2362199" y="105156"/>
                  </a:lnTo>
                  <a:lnTo>
                    <a:pt x="2353931" y="64240"/>
                  </a:lnTo>
                  <a:lnTo>
                    <a:pt x="2331386" y="30813"/>
                  </a:lnTo>
                  <a:lnTo>
                    <a:pt x="2297959" y="8268"/>
                  </a:lnTo>
                  <a:lnTo>
                    <a:pt x="2257044" y="0"/>
                  </a:lnTo>
                  <a:close/>
                </a:path>
              </a:pathLst>
            </a:custGeom>
            <a:solidFill>
              <a:srgbClr val="AF1512"/>
            </a:solidFill>
          </p:spPr>
          <p:txBody>
            <a:bodyPr wrap="square" lIns="0" tIns="0" rIns="0" bIns="0" rtlCol="0"/>
            <a:lstStyle/>
            <a:p>
              <a:endParaRPr/>
            </a:p>
          </p:txBody>
        </p:sp>
        <p:sp>
          <p:nvSpPr>
            <p:cNvPr id="16" name="object 16"/>
            <p:cNvSpPr/>
            <p:nvPr/>
          </p:nvSpPr>
          <p:spPr>
            <a:xfrm>
              <a:off x="3097529" y="2926842"/>
              <a:ext cx="2362200" cy="631190"/>
            </a:xfrm>
            <a:custGeom>
              <a:avLst/>
              <a:gdLst/>
              <a:ahLst/>
              <a:cxnLst/>
              <a:rect l="l" t="t" r="r" b="b"/>
              <a:pathLst>
                <a:path w="2362200" h="631189">
                  <a:moveTo>
                    <a:pt x="0" y="105156"/>
                  </a:moveTo>
                  <a:lnTo>
                    <a:pt x="8268" y="64240"/>
                  </a:lnTo>
                  <a:lnTo>
                    <a:pt x="30813" y="30813"/>
                  </a:lnTo>
                  <a:lnTo>
                    <a:pt x="64240" y="8268"/>
                  </a:lnTo>
                  <a:lnTo>
                    <a:pt x="105156" y="0"/>
                  </a:lnTo>
                  <a:lnTo>
                    <a:pt x="2257044" y="0"/>
                  </a:lnTo>
                  <a:lnTo>
                    <a:pt x="2297959" y="8268"/>
                  </a:lnTo>
                  <a:lnTo>
                    <a:pt x="2331386" y="30813"/>
                  </a:lnTo>
                  <a:lnTo>
                    <a:pt x="2353931" y="64240"/>
                  </a:lnTo>
                  <a:lnTo>
                    <a:pt x="2362199" y="105156"/>
                  </a:lnTo>
                  <a:lnTo>
                    <a:pt x="2362199" y="525780"/>
                  </a:lnTo>
                  <a:lnTo>
                    <a:pt x="2353931" y="566695"/>
                  </a:lnTo>
                  <a:lnTo>
                    <a:pt x="2331386" y="600122"/>
                  </a:lnTo>
                  <a:lnTo>
                    <a:pt x="2297959" y="622667"/>
                  </a:lnTo>
                  <a:lnTo>
                    <a:pt x="2257044" y="630936"/>
                  </a:lnTo>
                  <a:lnTo>
                    <a:pt x="105156" y="630936"/>
                  </a:lnTo>
                  <a:lnTo>
                    <a:pt x="64240" y="622667"/>
                  </a:lnTo>
                  <a:lnTo>
                    <a:pt x="30813" y="600122"/>
                  </a:lnTo>
                  <a:lnTo>
                    <a:pt x="8268" y="566695"/>
                  </a:lnTo>
                  <a:lnTo>
                    <a:pt x="0" y="525780"/>
                  </a:lnTo>
                  <a:lnTo>
                    <a:pt x="0" y="105156"/>
                  </a:lnTo>
                  <a:close/>
                </a:path>
              </a:pathLst>
            </a:custGeom>
            <a:ln w="19049">
              <a:solidFill>
                <a:srgbClr val="AF1512"/>
              </a:solidFill>
            </a:ln>
          </p:spPr>
          <p:txBody>
            <a:bodyPr wrap="square" lIns="0" tIns="0" rIns="0" bIns="0" rtlCol="0"/>
            <a:lstStyle/>
            <a:p>
              <a:endParaRPr/>
            </a:p>
          </p:txBody>
        </p:sp>
        <p:sp>
          <p:nvSpPr>
            <p:cNvPr id="17" name="object 17"/>
            <p:cNvSpPr/>
            <p:nvPr/>
          </p:nvSpPr>
          <p:spPr>
            <a:xfrm>
              <a:off x="3145535" y="2956560"/>
              <a:ext cx="2281555" cy="568960"/>
            </a:xfrm>
            <a:custGeom>
              <a:avLst/>
              <a:gdLst/>
              <a:ahLst/>
              <a:cxnLst/>
              <a:rect l="l" t="t" r="r" b="b"/>
              <a:pathLst>
                <a:path w="2281554" h="568960">
                  <a:moveTo>
                    <a:pt x="0" y="568451"/>
                  </a:moveTo>
                  <a:lnTo>
                    <a:pt x="2281428" y="568451"/>
                  </a:lnTo>
                  <a:lnTo>
                    <a:pt x="2281428" y="0"/>
                  </a:lnTo>
                  <a:lnTo>
                    <a:pt x="0" y="0"/>
                  </a:lnTo>
                  <a:lnTo>
                    <a:pt x="0" y="568451"/>
                  </a:lnTo>
                  <a:close/>
                </a:path>
              </a:pathLst>
            </a:custGeom>
            <a:ln w="9525">
              <a:solidFill>
                <a:srgbClr val="AF1512"/>
              </a:solidFill>
            </a:ln>
          </p:spPr>
          <p:txBody>
            <a:bodyPr wrap="square" lIns="0" tIns="0" rIns="0" bIns="0" rtlCol="0"/>
            <a:lstStyle/>
            <a:p>
              <a:endParaRPr/>
            </a:p>
          </p:txBody>
        </p:sp>
      </p:grpSp>
      <p:sp>
        <p:nvSpPr>
          <p:cNvPr id="18" name="object 18"/>
          <p:cNvSpPr txBox="1"/>
          <p:nvPr/>
        </p:nvSpPr>
        <p:spPr>
          <a:xfrm>
            <a:off x="4831841" y="3091687"/>
            <a:ext cx="1957070" cy="2375650"/>
          </a:xfrm>
          <a:prstGeom prst="rect">
            <a:avLst/>
          </a:prstGeom>
        </p:spPr>
        <p:txBody>
          <a:bodyPr vert="horz" wrap="square" lIns="0" tIns="12065" rIns="0" bIns="0" rtlCol="0">
            <a:spAutoFit/>
          </a:bodyPr>
          <a:lstStyle/>
          <a:p>
            <a:pPr marL="635" algn="ctr">
              <a:spcBef>
                <a:spcPts val="95"/>
              </a:spcBef>
            </a:pPr>
            <a:r>
              <a:rPr sz="1600" b="1" spc="-10" dirty="0">
                <a:solidFill>
                  <a:srgbClr val="FFFFFF"/>
                </a:solidFill>
                <a:latin typeface="Century Gothic"/>
                <a:cs typeface="Century Gothic"/>
              </a:rPr>
              <a:t>Roles</a:t>
            </a:r>
            <a:endParaRPr sz="1600" dirty="0">
              <a:latin typeface="Century Gothic"/>
              <a:cs typeface="Century Gothic"/>
            </a:endParaRPr>
          </a:p>
          <a:p>
            <a:pPr>
              <a:spcBef>
                <a:spcPts val="1725"/>
              </a:spcBef>
            </a:pPr>
            <a:endParaRPr sz="1600" dirty="0">
              <a:latin typeface="Century Gothic"/>
              <a:cs typeface="Century Gothic"/>
            </a:endParaRPr>
          </a:p>
          <a:p>
            <a:pPr algn="ctr">
              <a:lnSpc>
                <a:spcPct val="100000"/>
              </a:lnSpc>
            </a:pPr>
            <a:r>
              <a:rPr sz="1600" b="1" dirty="0">
                <a:solidFill>
                  <a:srgbClr val="FFFFFF"/>
                </a:solidFill>
                <a:latin typeface="Century Gothic"/>
                <a:cs typeface="Century Gothic"/>
              </a:rPr>
              <a:t>Crit</a:t>
            </a:r>
            <a:r>
              <a:rPr lang="es-AR" sz="1600" b="1" dirty="0">
                <a:solidFill>
                  <a:srgbClr val="FFFFFF"/>
                </a:solidFill>
                <a:latin typeface="Century Gothic"/>
                <a:cs typeface="Century Gothic"/>
              </a:rPr>
              <a:t>e</a:t>
            </a:r>
            <a:r>
              <a:rPr sz="1600" b="1" dirty="0" err="1">
                <a:solidFill>
                  <a:srgbClr val="FFFFFF"/>
                </a:solidFill>
                <a:latin typeface="Century Gothic"/>
                <a:cs typeface="Century Gothic"/>
              </a:rPr>
              <a:t>rios</a:t>
            </a:r>
            <a:r>
              <a:rPr sz="1600" b="1" spc="-45" dirty="0">
                <a:solidFill>
                  <a:srgbClr val="FFFFFF"/>
                </a:solidFill>
                <a:latin typeface="Century Gothic"/>
                <a:cs typeface="Century Gothic"/>
              </a:rPr>
              <a:t> </a:t>
            </a:r>
            <a:r>
              <a:rPr sz="1600" b="1" dirty="0">
                <a:solidFill>
                  <a:srgbClr val="FFFFFF"/>
                </a:solidFill>
                <a:latin typeface="Century Gothic"/>
                <a:cs typeface="Century Gothic"/>
              </a:rPr>
              <a:t>de</a:t>
            </a:r>
            <a:r>
              <a:rPr sz="1600" b="1" spc="-25" dirty="0">
                <a:solidFill>
                  <a:srgbClr val="FFFFFF"/>
                </a:solidFill>
                <a:latin typeface="Century Gothic"/>
                <a:cs typeface="Century Gothic"/>
              </a:rPr>
              <a:t> </a:t>
            </a:r>
            <a:r>
              <a:rPr sz="1600" b="1" spc="-10" dirty="0">
                <a:solidFill>
                  <a:srgbClr val="FFFFFF"/>
                </a:solidFill>
                <a:latin typeface="Century Gothic"/>
                <a:cs typeface="Century Gothic"/>
              </a:rPr>
              <a:t>Entrada</a:t>
            </a:r>
            <a:endParaRPr sz="1600" dirty="0">
              <a:latin typeface="Century Gothic"/>
              <a:cs typeface="Century Gothic"/>
            </a:endParaRPr>
          </a:p>
          <a:p>
            <a:pPr marL="93980" marR="74930" indent="498475">
              <a:lnSpc>
                <a:spcPct val="309800"/>
              </a:lnSpc>
              <a:spcBef>
                <a:spcPts val="195"/>
              </a:spcBef>
            </a:pPr>
            <a:r>
              <a:rPr sz="1600" b="1" spc="-10" dirty="0" err="1">
                <a:solidFill>
                  <a:srgbClr val="FFFFFF"/>
                </a:solidFill>
                <a:latin typeface="Century Gothic"/>
                <a:cs typeface="Century Gothic"/>
              </a:rPr>
              <a:t>Proceso</a:t>
            </a:r>
            <a:r>
              <a:rPr sz="1600" b="1" spc="-10" dirty="0">
                <a:solidFill>
                  <a:srgbClr val="FFFFFF"/>
                </a:solidFill>
                <a:latin typeface="Century Gothic"/>
                <a:cs typeface="Century Gothic"/>
              </a:rPr>
              <a:t> </a:t>
            </a:r>
            <a:r>
              <a:rPr sz="1600" b="1" dirty="0">
                <a:solidFill>
                  <a:srgbClr val="FFFFFF"/>
                </a:solidFill>
                <a:latin typeface="Century Gothic"/>
                <a:cs typeface="Century Gothic"/>
              </a:rPr>
              <a:t>Criterios</a:t>
            </a:r>
            <a:r>
              <a:rPr sz="1600" b="1" spc="-40" dirty="0">
                <a:solidFill>
                  <a:srgbClr val="FFFFFF"/>
                </a:solidFill>
                <a:latin typeface="Century Gothic"/>
                <a:cs typeface="Century Gothic"/>
              </a:rPr>
              <a:t> </a:t>
            </a:r>
            <a:r>
              <a:rPr sz="1600" b="1" dirty="0">
                <a:solidFill>
                  <a:srgbClr val="FFFFFF"/>
                </a:solidFill>
                <a:latin typeface="Century Gothic"/>
                <a:cs typeface="Century Gothic"/>
              </a:rPr>
              <a:t>de</a:t>
            </a:r>
            <a:r>
              <a:rPr sz="1600" b="1" spc="-25" dirty="0">
                <a:solidFill>
                  <a:srgbClr val="FFFFFF"/>
                </a:solidFill>
                <a:latin typeface="Century Gothic"/>
                <a:cs typeface="Century Gothic"/>
              </a:rPr>
              <a:t> </a:t>
            </a:r>
            <a:r>
              <a:rPr sz="1600" b="1" spc="-10" dirty="0">
                <a:solidFill>
                  <a:srgbClr val="FFFFFF"/>
                </a:solidFill>
                <a:latin typeface="Century Gothic"/>
                <a:cs typeface="Century Gothic"/>
              </a:rPr>
              <a:t>Salida</a:t>
            </a:r>
            <a:endParaRPr sz="1600" dirty="0">
              <a:latin typeface="Century Gothic"/>
              <a:cs typeface="Century Gothic"/>
            </a:endParaRPr>
          </a:p>
        </p:txBody>
      </p:sp>
      <p:sp>
        <p:nvSpPr>
          <p:cNvPr id="30" name="object 15">
            <a:extLst>
              <a:ext uri="{FF2B5EF4-FFF2-40B4-BE49-F238E27FC236}">
                <a16:creationId xmlns:a16="http://schemas.microsoft.com/office/drawing/2014/main" id="{603A172F-F0BF-7A0B-26B2-B0B1720B1288}"/>
              </a:ext>
            </a:extLst>
          </p:cNvPr>
          <p:cNvSpPr/>
          <p:nvPr/>
        </p:nvSpPr>
        <p:spPr>
          <a:xfrm>
            <a:off x="4629212" y="4417441"/>
            <a:ext cx="2362200" cy="631190"/>
          </a:xfrm>
          <a:custGeom>
            <a:avLst/>
            <a:gdLst/>
            <a:ahLst/>
            <a:cxnLst/>
            <a:rect l="l" t="t" r="r" b="b"/>
            <a:pathLst>
              <a:path w="2362200" h="631189">
                <a:moveTo>
                  <a:pt x="2257044" y="0"/>
                </a:moveTo>
                <a:lnTo>
                  <a:pt x="105156" y="0"/>
                </a:lnTo>
                <a:lnTo>
                  <a:pt x="64240" y="8268"/>
                </a:lnTo>
                <a:lnTo>
                  <a:pt x="30813" y="30813"/>
                </a:lnTo>
                <a:lnTo>
                  <a:pt x="8268" y="64240"/>
                </a:lnTo>
                <a:lnTo>
                  <a:pt x="0" y="105156"/>
                </a:lnTo>
                <a:lnTo>
                  <a:pt x="0" y="525780"/>
                </a:lnTo>
                <a:lnTo>
                  <a:pt x="8268" y="566695"/>
                </a:lnTo>
                <a:lnTo>
                  <a:pt x="30813" y="600122"/>
                </a:lnTo>
                <a:lnTo>
                  <a:pt x="64240" y="622667"/>
                </a:lnTo>
                <a:lnTo>
                  <a:pt x="105156" y="630936"/>
                </a:lnTo>
                <a:lnTo>
                  <a:pt x="2257044" y="630936"/>
                </a:lnTo>
                <a:lnTo>
                  <a:pt x="2297959" y="622667"/>
                </a:lnTo>
                <a:lnTo>
                  <a:pt x="2331386" y="600122"/>
                </a:lnTo>
                <a:lnTo>
                  <a:pt x="2353931" y="566695"/>
                </a:lnTo>
                <a:lnTo>
                  <a:pt x="2362199" y="525780"/>
                </a:lnTo>
                <a:lnTo>
                  <a:pt x="2362199" y="105156"/>
                </a:lnTo>
                <a:lnTo>
                  <a:pt x="2353931" y="64240"/>
                </a:lnTo>
                <a:lnTo>
                  <a:pt x="2331386" y="30813"/>
                </a:lnTo>
                <a:lnTo>
                  <a:pt x="2297959" y="8268"/>
                </a:lnTo>
                <a:lnTo>
                  <a:pt x="2257044" y="0"/>
                </a:lnTo>
                <a:close/>
              </a:path>
            </a:pathLst>
          </a:custGeom>
          <a:solidFill>
            <a:srgbClr val="AF1512"/>
          </a:solidFill>
        </p:spPr>
        <p:txBody>
          <a:bodyPr wrap="square" lIns="0" tIns="0" rIns="0" bIns="0" rtlCol="0"/>
          <a:lstStyle/>
          <a:p>
            <a:r>
              <a:rPr lang="es-MX" sz="1600" b="1" spc="-10" dirty="0">
                <a:solidFill>
                  <a:srgbClr val="FFFFFF"/>
                </a:solidFill>
                <a:latin typeface="Century Gothic"/>
              </a:rPr>
              <a:t>         </a:t>
            </a:r>
          </a:p>
          <a:p>
            <a:r>
              <a:rPr lang="es-MX" sz="1600" b="1" spc="-10" dirty="0">
                <a:solidFill>
                  <a:srgbClr val="FFFFFF"/>
                </a:solidFill>
                <a:latin typeface="Century Gothic"/>
              </a:rPr>
              <a:t>             Proceso</a:t>
            </a:r>
            <a:endParaRPr sz="1600" b="1" spc="-10" dirty="0">
              <a:solidFill>
                <a:srgbClr val="FFFFFF"/>
              </a:solidFill>
              <a:latin typeface="Century Gothic"/>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94952" y="570992"/>
            <a:ext cx="419100" cy="452120"/>
          </a:xfrm>
          <a:prstGeom prst="rect">
            <a:avLst/>
          </a:prstGeom>
        </p:spPr>
        <p:txBody>
          <a:bodyPr vert="horz" wrap="square" lIns="0" tIns="12065" rIns="0" bIns="0" rtlCol="0">
            <a:spAutoFit/>
          </a:bodyPr>
          <a:lstStyle/>
          <a:p>
            <a:pPr marL="12700">
              <a:spcBef>
                <a:spcPts val="95"/>
              </a:spcBef>
            </a:pPr>
            <a:r>
              <a:rPr sz="2800" spc="-25" dirty="0">
                <a:solidFill>
                  <a:srgbClr val="FFFFFF"/>
                </a:solidFill>
                <a:latin typeface="Century Gothic"/>
                <a:cs typeface="Century Gothic"/>
              </a:rPr>
              <a:t>20</a:t>
            </a:r>
            <a:endParaRPr sz="2800">
              <a:latin typeface="Century Gothic"/>
              <a:cs typeface="Century Gothic"/>
            </a:endParaRPr>
          </a:p>
        </p:txBody>
      </p:sp>
      <p:sp>
        <p:nvSpPr>
          <p:cNvPr id="4" name="object 4"/>
          <p:cNvSpPr txBox="1"/>
          <p:nvPr/>
        </p:nvSpPr>
        <p:spPr>
          <a:xfrm>
            <a:off x="3683130" y="2207513"/>
            <a:ext cx="2851785" cy="422275"/>
          </a:xfrm>
          <a:prstGeom prst="rect">
            <a:avLst/>
          </a:prstGeom>
        </p:spPr>
        <p:txBody>
          <a:bodyPr vert="horz" wrap="square" lIns="0" tIns="13335" rIns="0" bIns="0" rtlCol="0">
            <a:spAutoFit/>
          </a:bodyPr>
          <a:lstStyle/>
          <a:p>
            <a:pPr marL="12700">
              <a:spcBef>
                <a:spcPts val="105"/>
              </a:spcBef>
            </a:pPr>
            <a:r>
              <a:rPr sz="2600" b="1" dirty="0">
                <a:solidFill>
                  <a:srgbClr val="AF1512"/>
                </a:solidFill>
                <a:latin typeface="Century Gothic"/>
                <a:cs typeface="Century Gothic"/>
              </a:rPr>
              <a:t>Inspection</a:t>
            </a:r>
            <a:r>
              <a:rPr sz="2600" b="1" spc="-40" dirty="0">
                <a:solidFill>
                  <a:srgbClr val="AF1512"/>
                </a:solidFill>
                <a:latin typeface="Century Gothic"/>
                <a:cs typeface="Century Gothic"/>
              </a:rPr>
              <a:t> </a:t>
            </a:r>
            <a:r>
              <a:rPr sz="2600" b="1" dirty="0">
                <a:solidFill>
                  <a:srgbClr val="AF1512"/>
                </a:solidFill>
                <a:latin typeface="Century Gothic"/>
                <a:cs typeface="Century Gothic"/>
              </a:rPr>
              <a:t>-</a:t>
            </a:r>
            <a:r>
              <a:rPr sz="2600" b="1" spc="-35" dirty="0">
                <a:solidFill>
                  <a:srgbClr val="AF1512"/>
                </a:solidFill>
                <a:latin typeface="Century Gothic"/>
                <a:cs typeface="Century Gothic"/>
              </a:rPr>
              <a:t> </a:t>
            </a:r>
            <a:r>
              <a:rPr sz="2600" b="1" spc="-10" dirty="0">
                <a:solidFill>
                  <a:srgbClr val="AF1512"/>
                </a:solidFill>
                <a:latin typeface="Century Gothic"/>
                <a:cs typeface="Century Gothic"/>
              </a:rPr>
              <a:t>Roles</a:t>
            </a:r>
            <a:endParaRPr sz="2600" dirty="0">
              <a:latin typeface="Century Gothic"/>
              <a:cs typeface="Century Gothic"/>
            </a:endParaRPr>
          </a:p>
        </p:txBody>
      </p:sp>
      <p:sp>
        <p:nvSpPr>
          <p:cNvPr id="5" name="object 5"/>
          <p:cNvSpPr txBox="1">
            <a:spLocks noGrp="1"/>
          </p:cNvSpPr>
          <p:nvPr>
            <p:ph type="title"/>
          </p:nvPr>
        </p:nvSpPr>
        <p:spPr>
          <a:xfrm>
            <a:off x="2031125" y="467602"/>
            <a:ext cx="8518635" cy="689932"/>
          </a:xfrm>
          <a:prstGeom prst="rect">
            <a:avLst/>
          </a:prstGeom>
        </p:spPr>
        <p:txBody>
          <a:bodyPr vert="horz" wrap="square" lIns="0" tIns="12700" rIns="0" bIns="0" rtlCol="0">
            <a:spAutoFit/>
          </a:bodyPr>
          <a:lstStyle/>
          <a:p>
            <a:pPr marL="12700">
              <a:lnSpc>
                <a:spcPct val="100000"/>
              </a:lnSpc>
              <a:spcBef>
                <a:spcPts val="100"/>
              </a:spcBef>
            </a:pPr>
            <a:r>
              <a:rPr dirty="0"/>
              <a:t>Proceso</a:t>
            </a:r>
            <a:r>
              <a:rPr spc="-35" dirty="0"/>
              <a:t> </a:t>
            </a:r>
            <a:r>
              <a:rPr dirty="0"/>
              <a:t>de</a:t>
            </a:r>
            <a:r>
              <a:rPr spc="-50" dirty="0"/>
              <a:t> </a:t>
            </a:r>
            <a:r>
              <a:rPr spc="-10" dirty="0"/>
              <a:t>Validación</a:t>
            </a:r>
          </a:p>
        </p:txBody>
      </p:sp>
      <p:sp>
        <p:nvSpPr>
          <p:cNvPr id="6" name="object 6"/>
          <p:cNvSpPr txBox="1"/>
          <p:nvPr/>
        </p:nvSpPr>
        <p:spPr>
          <a:xfrm>
            <a:off x="503365" y="1384427"/>
            <a:ext cx="5357495" cy="452120"/>
          </a:xfrm>
          <a:prstGeom prst="rect">
            <a:avLst/>
          </a:prstGeom>
        </p:spPr>
        <p:txBody>
          <a:bodyPr vert="horz" wrap="square" lIns="0" tIns="12065" rIns="0" bIns="0" rtlCol="0">
            <a:spAutoFit/>
          </a:bodyPr>
          <a:lstStyle/>
          <a:p>
            <a:pPr marL="12700">
              <a:spcBef>
                <a:spcPts val="95"/>
              </a:spcBef>
            </a:pPr>
            <a:r>
              <a:rPr sz="2800" b="1" dirty="0">
                <a:solidFill>
                  <a:srgbClr val="AF1512"/>
                </a:solidFill>
                <a:latin typeface="Century Gothic"/>
                <a:cs typeface="Century Gothic"/>
              </a:rPr>
              <a:t>Técnicas</a:t>
            </a:r>
            <a:r>
              <a:rPr sz="2800" b="1" spc="-75" dirty="0">
                <a:solidFill>
                  <a:srgbClr val="AF1512"/>
                </a:solidFill>
                <a:latin typeface="Century Gothic"/>
                <a:cs typeface="Century Gothic"/>
              </a:rPr>
              <a:t> </a:t>
            </a:r>
            <a:r>
              <a:rPr sz="2800" b="1" dirty="0">
                <a:solidFill>
                  <a:srgbClr val="AF1512"/>
                </a:solidFill>
                <a:latin typeface="Century Gothic"/>
                <a:cs typeface="Century Gothic"/>
              </a:rPr>
              <a:t>–</a:t>
            </a:r>
            <a:r>
              <a:rPr sz="2800" b="1" spc="-80" dirty="0">
                <a:solidFill>
                  <a:srgbClr val="AF1512"/>
                </a:solidFill>
                <a:latin typeface="Century Gothic"/>
                <a:cs typeface="Century Gothic"/>
              </a:rPr>
              <a:t> </a:t>
            </a:r>
            <a:r>
              <a:rPr sz="2800" b="1" dirty="0">
                <a:solidFill>
                  <a:srgbClr val="002060"/>
                </a:solidFill>
                <a:latin typeface="Century Gothic"/>
                <a:cs typeface="Century Gothic"/>
              </a:rPr>
              <a:t>Revisiones</a:t>
            </a:r>
            <a:r>
              <a:rPr sz="2800" b="1" spc="-75" dirty="0">
                <a:solidFill>
                  <a:srgbClr val="002060"/>
                </a:solidFill>
                <a:latin typeface="Century Gothic"/>
                <a:cs typeface="Century Gothic"/>
              </a:rPr>
              <a:t> </a:t>
            </a:r>
            <a:r>
              <a:rPr sz="2800" b="1" spc="-10" dirty="0">
                <a:solidFill>
                  <a:srgbClr val="002060"/>
                </a:solidFill>
                <a:latin typeface="Century Gothic"/>
                <a:cs typeface="Century Gothic"/>
              </a:rPr>
              <a:t>Formales</a:t>
            </a:r>
            <a:endParaRPr sz="2800" dirty="0">
              <a:solidFill>
                <a:srgbClr val="002060"/>
              </a:solidFill>
              <a:latin typeface="Century Gothic"/>
              <a:cs typeface="Century Gothic"/>
            </a:endParaRPr>
          </a:p>
        </p:txBody>
      </p:sp>
      <p:grpSp>
        <p:nvGrpSpPr>
          <p:cNvPr id="7" name="object 7"/>
          <p:cNvGrpSpPr/>
          <p:nvPr/>
        </p:nvGrpSpPr>
        <p:grpSpPr>
          <a:xfrm>
            <a:off x="1292524" y="2960553"/>
            <a:ext cx="7680325" cy="709930"/>
            <a:chOff x="626363" y="2979407"/>
            <a:chExt cx="7680325" cy="709930"/>
          </a:xfrm>
        </p:grpSpPr>
        <p:pic>
          <p:nvPicPr>
            <p:cNvPr id="8" name="object 8"/>
            <p:cNvPicPr/>
            <p:nvPr/>
          </p:nvPicPr>
          <p:blipFill>
            <a:blip r:embed="rId2" cstate="print"/>
            <a:stretch>
              <a:fillRect/>
            </a:stretch>
          </p:blipFill>
          <p:spPr>
            <a:xfrm>
              <a:off x="626363" y="3000755"/>
              <a:ext cx="672846" cy="672846"/>
            </a:xfrm>
            <a:prstGeom prst="rect">
              <a:avLst/>
            </a:prstGeom>
          </p:spPr>
        </p:pic>
        <p:pic>
          <p:nvPicPr>
            <p:cNvPr id="9" name="object 9"/>
            <p:cNvPicPr/>
            <p:nvPr/>
          </p:nvPicPr>
          <p:blipFill>
            <a:blip r:embed="rId3" cstate="print"/>
            <a:stretch>
              <a:fillRect/>
            </a:stretch>
          </p:blipFill>
          <p:spPr>
            <a:xfrm>
              <a:off x="5276087" y="3015970"/>
              <a:ext cx="674370" cy="672871"/>
            </a:xfrm>
            <a:prstGeom prst="rect">
              <a:avLst/>
            </a:prstGeom>
          </p:spPr>
        </p:pic>
        <p:pic>
          <p:nvPicPr>
            <p:cNvPr id="10" name="object 10"/>
            <p:cNvPicPr/>
            <p:nvPr/>
          </p:nvPicPr>
          <p:blipFill>
            <a:blip r:embed="rId4" cstate="print"/>
            <a:stretch>
              <a:fillRect/>
            </a:stretch>
          </p:blipFill>
          <p:spPr>
            <a:xfrm>
              <a:off x="2781299" y="2979407"/>
              <a:ext cx="672846" cy="674382"/>
            </a:xfrm>
            <a:prstGeom prst="rect">
              <a:avLst/>
            </a:prstGeom>
          </p:spPr>
        </p:pic>
        <p:pic>
          <p:nvPicPr>
            <p:cNvPr id="11" name="object 11"/>
            <p:cNvPicPr/>
            <p:nvPr/>
          </p:nvPicPr>
          <p:blipFill>
            <a:blip r:embed="rId5" cstate="print"/>
            <a:stretch>
              <a:fillRect/>
            </a:stretch>
          </p:blipFill>
          <p:spPr>
            <a:xfrm>
              <a:off x="7632192" y="2990087"/>
              <a:ext cx="674382" cy="672845"/>
            </a:xfrm>
            <a:prstGeom prst="rect">
              <a:avLst/>
            </a:prstGeom>
          </p:spPr>
        </p:pic>
      </p:grpSp>
      <p:sp>
        <p:nvSpPr>
          <p:cNvPr id="12" name="object 12"/>
          <p:cNvSpPr txBox="1"/>
          <p:nvPr/>
        </p:nvSpPr>
        <p:spPr>
          <a:xfrm>
            <a:off x="936009" y="3647381"/>
            <a:ext cx="1407160" cy="2169160"/>
          </a:xfrm>
          <a:prstGeom prst="rect">
            <a:avLst/>
          </a:prstGeom>
        </p:spPr>
        <p:txBody>
          <a:bodyPr vert="horz" wrap="square" lIns="0" tIns="12700" rIns="0" bIns="0" rtlCol="0">
            <a:spAutoFit/>
          </a:bodyPr>
          <a:lstStyle/>
          <a:p>
            <a:pPr marL="278765">
              <a:spcBef>
                <a:spcPts val="100"/>
              </a:spcBef>
            </a:pPr>
            <a:r>
              <a:rPr b="1" spc="-10" dirty="0">
                <a:solidFill>
                  <a:srgbClr val="AF1512"/>
                </a:solidFill>
                <a:latin typeface="Century Gothic"/>
                <a:cs typeface="Century Gothic"/>
              </a:rPr>
              <a:t>Autor</a:t>
            </a:r>
            <a:endParaRPr>
              <a:latin typeface="Century Gothic"/>
              <a:cs typeface="Century Gothic"/>
            </a:endParaRPr>
          </a:p>
          <a:p>
            <a:pPr marL="12065" marR="5080" indent="-2540" algn="ctr">
              <a:lnSpc>
                <a:spcPct val="102299"/>
              </a:lnSpc>
              <a:spcBef>
                <a:spcPts val="969"/>
              </a:spcBef>
            </a:pPr>
            <a:r>
              <a:rPr sz="1400" dirty="0">
                <a:latin typeface="Century Gothic"/>
                <a:cs typeface="Century Gothic"/>
              </a:rPr>
              <a:t>Toma</a:t>
            </a:r>
            <a:r>
              <a:rPr sz="1400" spc="-30" dirty="0">
                <a:latin typeface="Century Gothic"/>
                <a:cs typeface="Century Gothic"/>
              </a:rPr>
              <a:t> </a:t>
            </a:r>
            <a:r>
              <a:rPr sz="1400" dirty="0">
                <a:latin typeface="Century Gothic"/>
                <a:cs typeface="Century Gothic"/>
              </a:rPr>
              <a:t>un </a:t>
            </a:r>
            <a:r>
              <a:rPr sz="1400" spc="-25" dirty="0">
                <a:latin typeface="Century Gothic"/>
                <a:cs typeface="Century Gothic"/>
              </a:rPr>
              <a:t>rol </a:t>
            </a:r>
            <a:r>
              <a:rPr sz="1400" dirty="0">
                <a:latin typeface="Century Gothic"/>
                <a:cs typeface="Century Gothic"/>
              </a:rPr>
              <a:t>pasivo</a:t>
            </a:r>
            <a:r>
              <a:rPr sz="1400" spc="-40" dirty="0">
                <a:latin typeface="Century Gothic"/>
                <a:cs typeface="Century Gothic"/>
              </a:rPr>
              <a:t> </a:t>
            </a:r>
            <a:r>
              <a:rPr sz="1400" spc="-10" dirty="0">
                <a:latin typeface="Century Gothic"/>
                <a:cs typeface="Century Gothic"/>
              </a:rPr>
              <a:t>durante </a:t>
            </a:r>
            <a:r>
              <a:rPr sz="1400" dirty="0">
                <a:latin typeface="Century Gothic"/>
                <a:cs typeface="Century Gothic"/>
              </a:rPr>
              <a:t>la</a:t>
            </a:r>
            <a:r>
              <a:rPr sz="1400" spc="-20" dirty="0">
                <a:latin typeface="Century Gothic"/>
                <a:cs typeface="Century Gothic"/>
              </a:rPr>
              <a:t> </a:t>
            </a:r>
            <a:r>
              <a:rPr sz="1400" spc="-10" dirty="0">
                <a:latin typeface="Century Gothic"/>
                <a:cs typeface="Century Gothic"/>
              </a:rPr>
              <a:t>inspección, puede </a:t>
            </a:r>
            <a:r>
              <a:rPr sz="1400" dirty="0">
                <a:latin typeface="Century Gothic"/>
                <a:cs typeface="Century Gothic"/>
              </a:rPr>
              <a:t>responder,</a:t>
            </a:r>
            <a:r>
              <a:rPr sz="1400" spc="-65" dirty="0">
                <a:latin typeface="Century Gothic"/>
                <a:cs typeface="Century Gothic"/>
              </a:rPr>
              <a:t> </a:t>
            </a:r>
            <a:r>
              <a:rPr sz="1400" spc="-20" dirty="0">
                <a:latin typeface="Century Gothic"/>
                <a:cs typeface="Century Gothic"/>
              </a:rPr>
              <a:t>pero </a:t>
            </a:r>
            <a:r>
              <a:rPr sz="1400" dirty="0">
                <a:latin typeface="Century Gothic"/>
                <a:cs typeface="Century Gothic"/>
              </a:rPr>
              <a:t>no debatir</a:t>
            </a:r>
            <a:r>
              <a:rPr sz="1400" spc="-30" dirty="0">
                <a:latin typeface="Century Gothic"/>
                <a:cs typeface="Century Gothic"/>
              </a:rPr>
              <a:t> </a:t>
            </a:r>
            <a:r>
              <a:rPr sz="1400" spc="-25" dirty="0">
                <a:latin typeface="Century Gothic"/>
                <a:cs typeface="Century Gothic"/>
              </a:rPr>
              <a:t>las </a:t>
            </a:r>
            <a:r>
              <a:rPr sz="1400" dirty="0">
                <a:latin typeface="Century Gothic"/>
                <a:cs typeface="Century Gothic"/>
              </a:rPr>
              <a:t>preguntas</a:t>
            </a:r>
            <a:r>
              <a:rPr sz="1400" spc="-30" dirty="0">
                <a:latin typeface="Century Gothic"/>
                <a:cs typeface="Century Gothic"/>
              </a:rPr>
              <a:t> </a:t>
            </a:r>
            <a:r>
              <a:rPr sz="1400" spc="-25" dirty="0">
                <a:latin typeface="Century Gothic"/>
                <a:cs typeface="Century Gothic"/>
              </a:rPr>
              <a:t>del </a:t>
            </a:r>
            <a:r>
              <a:rPr sz="1400" spc="-10" dirty="0">
                <a:latin typeface="Century Gothic"/>
                <a:cs typeface="Century Gothic"/>
              </a:rPr>
              <a:t>equipo.</a:t>
            </a:r>
            <a:endParaRPr sz="1400">
              <a:latin typeface="Century Gothic"/>
              <a:cs typeface="Century Gothic"/>
            </a:endParaRPr>
          </a:p>
        </p:txBody>
      </p:sp>
      <p:sp>
        <p:nvSpPr>
          <p:cNvPr id="13" name="object 13"/>
          <p:cNvSpPr txBox="1"/>
          <p:nvPr/>
        </p:nvSpPr>
        <p:spPr>
          <a:xfrm>
            <a:off x="2670602" y="3647382"/>
            <a:ext cx="2473325" cy="2027555"/>
          </a:xfrm>
          <a:prstGeom prst="rect">
            <a:avLst/>
          </a:prstGeom>
        </p:spPr>
        <p:txBody>
          <a:bodyPr vert="horz" wrap="square" lIns="0" tIns="12700" rIns="0" bIns="0" rtlCol="0">
            <a:spAutoFit/>
          </a:bodyPr>
          <a:lstStyle/>
          <a:p>
            <a:pPr marL="530225">
              <a:spcBef>
                <a:spcPts val="100"/>
              </a:spcBef>
            </a:pPr>
            <a:r>
              <a:rPr b="1" spc="-10" dirty="0">
                <a:solidFill>
                  <a:srgbClr val="AF1512"/>
                </a:solidFill>
                <a:latin typeface="Century Gothic"/>
                <a:cs typeface="Century Gothic"/>
              </a:rPr>
              <a:t>Moderador</a:t>
            </a:r>
            <a:endParaRPr dirty="0">
              <a:latin typeface="Century Gothic"/>
              <a:cs typeface="Century Gothic"/>
            </a:endParaRPr>
          </a:p>
          <a:p>
            <a:pPr marL="99060" marR="92075" indent="2540" algn="ctr">
              <a:lnSpc>
                <a:spcPct val="102099"/>
              </a:lnSpc>
              <a:spcBef>
                <a:spcPts val="975"/>
              </a:spcBef>
            </a:pPr>
            <a:r>
              <a:rPr sz="1400" dirty="0">
                <a:latin typeface="Century Gothic"/>
                <a:cs typeface="Century Gothic"/>
              </a:rPr>
              <a:t>Planifica</a:t>
            </a:r>
            <a:r>
              <a:rPr sz="1400" spc="-40" dirty="0">
                <a:latin typeface="Century Gothic"/>
                <a:cs typeface="Century Gothic"/>
              </a:rPr>
              <a:t> </a:t>
            </a:r>
            <a:r>
              <a:rPr sz="1400" dirty="0">
                <a:latin typeface="Century Gothic"/>
                <a:cs typeface="Century Gothic"/>
              </a:rPr>
              <a:t>la</a:t>
            </a:r>
            <a:r>
              <a:rPr sz="1400" spc="-10" dirty="0">
                <a:latin typeface="Century Gothic"/>
                <a:cs typeface="Century Gothic"/>
              </a:rPr>
              <a:t> inspección, </a:t>
            </a:r>
            <a:r>
              <a:rPr sz="1400" dirty="0">
                <a:latin typeface="Century Gothic"/>
                <a:cs typeface="Century Gothic"/>
              </a:rPr>
              <a:t>coordina</a:t>
            </a:r>
            <a:r>
              <a:rPr sz="1400" spc="-25" dirty="0">
                <a:latin typeface="Century Gothic"/>
                <a:cs typeface="Century Gothic"/>
              </a:rPr>
              <a:t> </a:t>
            </a:r>
            <a:r>
              <a:rPr sz="1400" dirty="0">
                <a:latin typeface="Century Gothic"/>
                <a:cs typeface="Century Gothic"/>
              </a:rPr>
              <a:t>las</a:t>
            </a:r>
            <a:r>
              <a:rPr sz="1400" spc="-55" dirty="0">
                <a:latin typeface="Century Gothic"/>
                <a:cs typeface="Century Gothic"/>
              </a:rPr>
              <a:t> </a:t>
            </a:r>
            <a:r>
              <a:rPr sz="1400" dirty="0">
                <a:latin typeface="Century Gothic"/>
                <a:cs typeface="Century Gothic"/>
              </a:rPr>
              <a:t>actividades</a:t>
            </a:r>
            <a:r>
              <a:rPr sz="1400" spc="-50" dirty="0">
                <a:latin typeface="Century Gothic"/>
                <a:cs typeface="Century Gothic"/>
              </a:rPr>
              <a:t> y </a:t>
            </a:r>
            <a:r>
              <a:rPr sz="1400" dirty="0">
                <a:latin typeface="Century Gothic"/>
                <a:cs typeface="Century Gothic"/>
              </a:rPr>
              <a:t>ayuda</a:t>
            </a:r>
            <a:r>
              <a:rPr sz="1400" spc="-40" dirty="0">
                <a:latin typeface="Century Gothic"/>
                <a:cs typeface="Century Gothic"/>
              </a:rPr>
              <a:t> </a:t>
            </a:r>
            <a:r>
              <a:rPr sz="1400" dirty="0">
                <a:latin typeface="Century Gothic"/>
                <a:cs typeface="Century Gothic"/>
              </a:rPr>
              <a:t>en</a:t>
            </a:r>
            <a:r>
              <a:rPr sz="1400" spc="-25" dirty="0">
                <a:latin typeface="Century Gothic"/>
                <a:cs typeface="Century Gothic"/>
              </a:rPr>
              <a:t> </a:t>
            </a:r>
            <a:r>
              <a:rPr sz="1400" dirty="0">
                <a:latin typeface="Century Gothic"/>
                <a:cs typeface="Century Gothic"/>
              </a:rPr>
              <a:t>la</a:t>
            </a:r>
            <a:r>
              <a:rPr sz="1400" spc="-30" dirty="0">
                <a:latin typeface="Century Gothic"/>
                <a:cs typeface="Century Gothic"/>
              </a:rPr>
              <a:t> </a:t>
            </a:r>
            <a:r>
              <a:rPr sz="1400" spc="-10" dirty="0">
                <a:latin typeface="Century Gothic"/>
                <a:cs typeface="Century Gothic"/>
              </a:rPr>
              <a:t>inspección.</a:t>
            </a:r>
            <a:endParaRPr sz="1400" dirty="0">
              <a:latin typeface="Century Gothic"/>
              <a:cs typeface="Century Gothic"/>
            </a:endParaRPr>
          </a:p>
          <a:p>
            <a:pPr marL="12065" marR="5080" indent="635" algn="ctr">
              <a:lnSpc>
                <a:spcPct val="102099"/>
              </a:lnSpc>
              <a:spcBef>
                <a:spcPts val="615"/>
              </a:spcBef>
            </a:pPr>
            <a:r>
              <a:rPr sz="1400" dirty="0">
                <a:latin typeface="Century Gothic"/>
                <a:cs typeface="Century Gothic"/>
              </a:rPr>
              <a:t>Entrega</a:t>
            </a:r>
            <a:r>
              <a:rPr sz="1400" spc="-20" dirty="0">
                <a:latin typeface="Century Gothic"/>
                <a:cs typeface="Century Gothic"/>
              </a:rPr>
              <a:t> </a:t>
            </a:r>
            <a:r>
              <a:rPr sz="1400" dirty="0">
                <a:latin typeface="Century Gothic"/>
                <a:cs typeface="Century Gothic"/>
              </a:rPr>
              <a:t>el</a:t>
            </a:r>
            <a:r>
              <a:rPr sz="1400" spc="-35" dirty="0">
                <a:latin typeface="Century Gothic"/>
                <a:cs typeface="Century Gothic"/>
              </a:rPr>
              <a:t> </a:t>
            </a:r>
            <a:r>
              <a:rPr sz="1400" dirty="0">
                <a:latin typeface="Century Gothic"/>
                <a:cs typeface="Century Gothic"/>
              </a:rPr>
              <a:t>material</a:t>
            </a:r>
            <a:r>
              <a:rPr sz="1400" spc="-15" dirty="0">
                <a:latin typeface="Century Gothic"/>
                <a:cs typeface="Century Gothic"/>
              </a:rPr>
              <a:t> </a:t>
            </a:r>
            <a:r>
              <a:rPr sz="1400" spc="-50" dirty="0">
                <a:latin typeface="Century Gothic"/>
                <a:cs typeface="Century Gothic"/>
              </a:rPr>
              <a:t>a </a:t>
            </a:r>
            <a:r>
              <a:rPr sz="1400" dirty="0">
                <a:latin typeface="Century Gothic"/>
                <a:cs typeface="Century Gothic"/>
              </a:rPr>
              <a:t>inspeccionar,</a:t>
            </a:r>
            <a:r>
              <a:rPr sz="1400" spc="-40" dirty="0">
                <a:latin typeface="Century Gothic"/>
                <a:cs typeface="Century Gothic"/>
              </a:rPr>
              <a:t> </a:t>
            </a:r>
            <a:r>
              <a:rPr sz="1400" dirty="0">
                <a:latin typeface="Century Gothic"/>
                <a:cs typeface="Century Gothic"/>
              </a:rPr>
              <a:t>y</a:t>
            </a:r>
            <a:r>
              <a:rPr sz="1400" spc="-20" dirty="0">
                <a:latin typeface="Century Gothic"/>
                <a:cs typeface="Century Gothic"/>
              </a:rPr>
              <a:t> </a:t>
            </a:r>
            <a:r>
              <a:rPr sz="1400" dirty="0">
                <a:latin typeface="Century Gothic"/>
                <a:cs typeface="Century Gothic"/>
              </a:rPr>
              <a:t>hace</a:t>
            </a:r>
            <a:r>
              <a:rPr sz="1400" spc="-15" dirty="0">
                <a:latin typeface="Century Gothic"/>
                <a:cs typeface="Century Gothic"/>
              </a:rPr>
              <a:t> </a:t>
            </a:r>
            <a:r>
              <a:rPr sz="1400" dirty="0">
                <a:latin typeface="Century Gothic"/>
                <a:cs typeface="Century Gothic"/>
              </a:rPr>
              <a:t>que</a:t>
            </a:r>
            <a:r>
              <a:rPr sz="1400" spc="-10" dirty="0">
                <a:latin typeface="Century Gothic"/>
                <a:cs typeface="Century Gothic"/>
              </a:rPr>
              <a:t> </a:t>
            </a:r>
            <a:r>
              <a:rPr sz="1400" spc="-25" dirty="0">
                <a:latin typeface="Century Gothic"/>
                <a:cs typeface="Century Gothic"/>
              </a:rPr>
              <a:t>se </a:t>
            </a:r>
            <a:r>
              <a:rPr sz="1400" dirty="0">
                <a:latin typeface="Century Gothic"/>
                <a:cs typeface="Century Gothic"/>
              </a:rPr>
              <a:t>mantenga</a:t>
            </a:r>
            <a:r>
              <a:rPr sz="1400" spc="-25" dirty="0">
                <a:latin typeface="Century Gothic"/>
                <a:cs typeface="Century Gothic"/>
              </a:rPr>
              <a:t> </a:t>
            </a:r>
            <a:r>
              <a:rPr sz="1400" dirty="0">
                <a:latin typeface="Century Gothic"/>
                <a:cs typeface="Century Gothic"/>
              </a:rPr>
              <a:t>el</a:t>
            </a:r>
            <a:r>
              <a:rPr sz="1400" spc="-5" dirty="0">
                <a:latin typeface="Century Gothic"/>
                <a:cs typeface="Century Gothic"/>
              </a:rPr>
              <a:t> </a:t>
            </a:r>
            <a:r>
              <a:rPr sz="1400" dirty="0">
                <a:latin typeface="Century Gothic"/>
                <a:cs typeface="Century Gothic"/>
              </a:rPr>
              <a:t>foco</a:t>
            </a:r>
            <a:r>
              <a:rPr sz="1400" spc="-30" dirty="0">
                <a:latin typeface="Century Gothic"/>
                <a:cs typeface="Century Gothic"/>
              </a:rPr>
              <a:t> </a:t>
            </a:r>
            <a:r>
              <a:rPr sz="1400" dirty="0">
                <a:latin typeface="Century Gothic"/>
                <a:cs typeface="Century Gothic"/>
              </a:rPr>
              <a:t>en</a:t>
            </a:r>
            <a:r>
              <a:rPr sz="1400" spc="-15" dirty="0">
                <a:latin typeface="Century Gothic"/>
                <a:cs typeface="Century Gothic"/>
              </a:rPr>
              <a:t> </a:t>
            </a:r>
            <a:r>
              <a:rPr sz="1400" spc="-25" dirty="0">
                <a:latin typeface="Century Gothic"/>
                <a:cs typeface="Century Gothic"/>
              </a:rPr>
              <a:t>los </a:t>
            </a:r>
            <a:r>
              <a:rPr sz="1400" dirty="0">
                <a:latin typeface="Century Gothic"/>
                <a:cs typeface="Century Gothic"/>
              </a:rPr>
              <a:t>puntos</a:t>
            </a:r>
            <a:r>
              <a:rPr sz="1400" spc="-20" dirty="0">
                <a:latin typeface="Century Gothic"/>
                <a:cs typeface="Century Gothic"/>
              </a:rPr>
              <a:t> </a:t>
            </a:r>
            <a:r>
              <a:rPr sz="1400" dirty="0">
                <a:latin typeface="Century Gothic"/>
                <a:cs typeface="Century Gothic"/>
              </a:rPr>
              <a:t>que</a:t>
            </a:r>
            <a:r>
              <a:rPr sz="1400" spc="-10" dirty="0">
                <a:latin typeface="Century Gothic"/>
                <a:cs typeface="Century Gothic"/>
              </a:rPr>
              <a:t> </a:t>
            </a:r>
            <a:r>
              <a:rPr sz="1400" dirty="0">
                <a:latin typeface="Century Gothic"/>
                <a:cs typeface="Century Gothic"/>
              </a:rPr>
              <a:t>se</a:t>
            </a:r>
            <a:r>
              <a:rPr sz="1400" spc="-15" dirty="0">
                <a:latin typeface="Century Gothic"/>
                <a:cs typeface="Century Gothic"/>
              </a:rPr>
              <a:t> </a:t>
            </a:r>
            <a:r>
              <a:rPr sz="1400" spc="-10" dirty="0">
                <a:latin typeface="Century Gothic"/>
                <a:cs typeface="Century Gothic"/>
              </a:rPr>
              <a:t>revisan.</a:t>
            </a:r>
            <a:endParaRPr sz="1400" dirty="0">
              <a:latin typeface="Century Gothic"/>
              <a:cs typeface="Century Gothic"/>
            </a:endParaRPr>
          </a:p>
        </p:txBody>
      </p:sp>
      <p:sp>
        <p:nvSpPr>
          <p:cNvPr id="14" name="object 14"/>
          <p:cNvSpPr txBox="1"/>
          <p:nvPr/>
        </p:nvSpPr>
        <p:spPr>
          <a:xfrm>
            <a:off x="5373543" y="3505260"/>
            <a:ext cx="2028825" cy="2051685"/>
          </a:xfrm>
          <a:prstGeom prst="rect">
            <a:avLst/>
          </a:prstGeom>
        </p:spPr>
        <p:txBody>
          <a:bodyPr vert="horz" wrap="square" lIns="0" tIns="97790" rIns="0" bIns="0" rtlCol="0">
            <a:spAutoFit/>
          </a:bodyPr>
          <a:lstStyle/>
          <a:p>
            <a:pPr marL="629920">
              <a:spcBef>
                <a:spcPts val="770"/>
              </a:spcBef>
            </a:pPr>
            <a:r>
              <a:rPr b="1" spc="-10" dirty="0">
                <a:solidFill>
                  <a:srgbClr val="AF1512"/>
                </a:solidFill>
                <a:latin typeface="Century Gothic"/>
                <a:cs typeface="Century Gothic"/>
              </a:rPr>
              <a:t>Lector</a:t>
            </a:r>
            <a:endParaRPr>
              <a:latin typeface="Century Gothic"/>
              <a:cs typeface="Century Gothic"/>
            </a:endParaRPr>
          </a:p>
          <a:p>
            <a:pPr marL="93345" marR="88265" algn="ctr">
              <a:lnSpc>
                <a:spcPct val="102200"/>
              </a:lnSpc>
              <a:spcBef>
                <a:spcPts val="495"/>
              </a:spcBef>
            </a:pPr>
            <a:r>
              <a:rPr sz="1400" dirty="0">
                <a:latin typeface="Century Gothic"/>
                <a:cs typeface="Century Gothic"/>
              </a:rPr>
              <a:t>Lee</a:t>
            </a:r>
            <a:r>
              <a:rPr sz="1400" spc="-25" dirty="0">
                <a:latin typeface="Century Gothic"/>
                <a:cs typeface="Century Gothic"/>
              </a:rPr>
              <a:t> </a:t>
            </a:r>
            <a:r>
              <a:rPr sz="1400" dirty="0">
                <a:latin typeface="Century Gothic"/>
                <a:cs typeface="Century Gothic"/>
              </a:rPr>
              <a:t>un</a:t>
            </a:r>
            <a:r>
              <a:rPr sz="1400" spc="-20" dirty="0">
                <a:latin typeface="Century Gothic"/>
                <a:cs typeface="Century Gothic"/>
              </a:rPr>
              <a:t> </a:t>
            </a:r>
            <a:r>
              <a:rPr sz="1400" spc="-10" dirty="0">
                <a:latin typeface="Century Gothic"/>
                <a:cs typeface="Century Gothic"/>
              </a:rPr>
              <a:t>requerimiento </a:t>
            </a:r>
            <a:r>
              <a:rPr sz="1400" dirty="0">
                <a:latin typeface="Century Gothic"/>
                <a:cs typeface="Century Gothic"/>
              </a:rPr>
              <a:t>por</a:t>
            </a:r>
            <a:r>
              <a:rPr sz="1400" spc="-20" dirty="0">
                <a:latin typeface="Century Gothic"/>
                <a:cs typeface="Century Gothic"/>
              </a:rPr>
              <a:t> </a:t>
            </a:r>
            <a:r>
              <a:rPr sz="1400" dirty="0">
                <a:latin typeface="Century Gothic"/>
                <a:cs typeface="Century Gothic"/>
              </a:rPr>
              <a:t>vez,</a:t>
            </a:r>
            <a:r>
              <a:rPr sz="1400" spc="-30" dirty="0">
                <a:latin typeface="Century Gothic"/>
                <a:cs typeface="Century Gothic"/>
              </a:rPr>
              <a:t> </a:t>
            </a:r>
            <a:r>
              <a:rPr sz="1400" dirty="0">
                <a:latin typeface="Century Gothic"/>
                <a:cs typeface="Century Gothic"/>
              </a:rPr>
              <a:t>da</a:t>
            </a:r>
            <a:r>
              <a:rPr sz="1400" spc="-15" dirty="0">
                <a:latin typeface="Century Gothic"/>
                <a:cs typeface="Century Gothic"/>
              </a:rPr>
              <a:t> </a:t>
            </a:r>
            <a:r>
              <a:rPr sz="1400" spc="-25" dirty="0">
                <a:latin typeface="Century Gothic"/>
                <a:cs typeface="Century Gothic"/>
              </a:rPr>
              <a:t>su </a:t>
            </a:r>
            <a:r>
              <a:rPr sz="1400" spc="-10" dirty="0">
                <a:latin typeface="Century Gothic"/>
                <a:cs typeface="Century Gothic"/>
              </a:rPr>
              <a:t>interpretación.</a:t>
            </a:r>
            <a:endParaRPr sz="1400">
              <a:latin typeface="Century Gothic"/>
              <a:cs typeface="Century Gothic"/>
            </a:endParaRPr>
          </a:p>
          <a:p>
            <a:pPr marL="12065" marR="5080" indent="-2540" algn="ctr">
              <a:lnSpc>
                <a:spcPct val="102099"/>
              </a:lnSpc>
              <a:spcBef>
                <a:spcPts val="610"/>
              </a:spcBef>
            </a:pPr>
            <a:r>
              <a:rPr sz="1400" dirty="0">
                <a:latin typeface="Century Gothic"/>
                <a:cs typeface="Century Gothic"/>
              </a:rPr>
              <a:t>Esto</a:t>
            </a:r>
            <a:r>
              <a:rPr sz="1400" spc="-20" dirty="0">
                <a:latin typeface="Century Gothic"/>
                <a:cs typeface="Century Gothic"/>
              </a:rPr>
              <a:t> </a:t>
            </a:r>
            <a:r>
              <a:rPr sz="1400" dirty="0">
                <a:latin typeface="Century Gothic"/>
                <a:cs typeface="Century Gothic"/>
              </a:rPr>
              <a:t>sirve</a:t>
            </a:r>
            <a:r>
              <a:rPr sz="1400" spc="-45" dirty="0">
                <a:latin typeface="Century Gothic"/>
                <a:cs typeface="Century Gothic"/>
              </a:rPr>
              <a:t> </a:t>
            </a:r>
            <a:r>
              <a:rPr sz="1400" dirty="0">
                <a:latin typeface="Century Gothic"/>
                <a:cs typeface="Century Gothic"/>
              </a:rPr>
              <a:t>para</a:t>
            </a:r>
            <a:r>
              <a:rPr sz="1400" spc="-35" dirty="0">
                <a:latin typeface="Century Gothic"/>
                <a:cs typeface="Century Gothic"/>
              </a:rPr>
              <a:t> </a:t>
            </a:r>
            <a:r>
              <a:rPr sz="1400" spc="-10" dirty="0">
                <a:latin typeface="Century Gothic"/>
                <a:cs typeface="Century Gothic"/>
              </a:rPr>
              <a:t>intentar </a:t>
            </a:r>
            <a:r>
              <a:rPr sz="1400" dirty="0">
                <a:latin typeface="Century Gothic"/>
                <a:cs typeface="Century Gothic"/>
              </a:rPr>
              <a:t>evitar</a:t>
            </a:r>
            <a:r>
              <a:rPr sz="1400" spc="-55" dirty="0">
                <a:latin typeface="Century Gothic"/>
                <a:cs typeface="Century Gothic"/>
              </a:rPr>
              <a:t> </a:t>
            </a:r>
            <a:r>
              <a:rPr sz="1400" dirty="0">
                <a:latin typeface="Century Gothic"/>
                <a:cs typeface="Century Gothic"/>
              </a:rPr>
              <a:t>ambigüedad,</a:t>
            </a:r>
            <a:r>
              <a:rPr sz="1400" spc="-45" dirty="0">
                <a:latin typeface="Century Gothic"/>
                <a:cs typeface="Century Gothic"/>
              </a:rPr>
              <a:t> </a:t>
            </a:r>
            <a:r>
              <a:rPr sz="1400" spc="-25" dirty="0">
                <a:latin typeface="Century Gothic"/>
                <a:cs typeface="Century Gothic"/>
              </a:rPr>
              <a:t>un </a:t>
            </a:r>
            <a:r>
              <a:rPr sz="1400" dirty="0">
                <a:latin typeface="Century Gothic"/>
                <a:cs typeface="Century Gothic"/>
              </a:rPr>
              <a:t>posible</a:t>
            </a:r>
            <a:r>
              <a:rPr sz="1400" spc="-30" dirty="0">
                <a:latin typeface="Century Gothic"/>
                <a:cs typeface="Century Gothic"/>
              </a:rPr>
              <a:t> </a:t>
            </a:r>
            <a:r>
              <a:rPr sz="1400" dirty="0">
                <a:latin typeface="Century Gothic"/>
                <a:cs typeface="Century Gothic"/>
              </a:rPr>
              <a:t>error</a:t>
            </a:r>
            <a:r>
              <a:rPr sz="1400" spc="-45" dirty="0">
                <a:latin typeface="Century Gothic"/>
                <a:cs typeface="Century Gothic"/>
              </a:rPr>
              <a:t> </a:t>
            </a:r>
            <a:r>
              <a:rPr sz="1400" dirty="0">
                <a:latin typeface="Century Gothic"/>
                <a:cs typeface="Century Gothic"/>
              </a:rPr>
              <a:t>o </a:t>
            </a:r>
            <a:r>
              <a:rPr sz="1400" spc="-25" dirty="0">
                <a:latin typeface="Century Gothic"/>
                <a:cs typeface="Century Gothic"/>
              </a:rPr>
              <a:t>un </a:t>
            </a:r>
            <a:r>
              <a:rPr sz="1400" spc="-10" dirty="0">
                <a:latin typeface="Century Gothic"/>
                <a:cs typeface="Century Gothic"/>
              </a:rPr>
              <a:t>supuesto</a:t>
            </a:r>
            <a:r>
              <a:rPr sz="1200" spc="-10" dirty="0">
                <a:latin typeface="Century Gothic"/>
                <a:cs typeface="Century Gothic"/>
              </a:rPr>
              <a:t>.</a:t>
            </a:r>
            <a:endParaRPr sz="1200">
              <a:latin typeface="Century Gothic"/>
              <a:cs typeface="Century Gothic"/>
            </a:endParaRPr>
          </a:p>
        </p:txBody>
      </p:sp>
      <p:sp>
        <p:nvSpPr>
          <p:cNvPr id="15" name="object 15"/>
          <p:cNvSpPr txBox="1"/>
          <p:nvPr/>
        </p:nvSpPr>
        <p:spPr>
          <a:xfrm>
            <a:off x="7742218" y="3530985"/>
            <a:ext cx="1823720" cy="2441575"/>
          </a:xfrm>
          <a:prstGeom prst="rect">
            <a:avLst/>
          </a:prstGeom>
        </p:spPr>
        <p:txBody>
          <a:bodyPr vert="horz" wrap="square" lIns="0" tIns="72390" rIns="0" bIns="0" rtlCol="0">
            <a:spAutoFit/>
          </a:bodyPr>
          <a:lstStyle/>
          <a:p>
            <a:pPr marL="361315">
              <a:spcBef>
                <a:spcPts val="570"/>
              </a:spcBef>
            </a:pPr>
            <a:r>
              <a:rPr b="1" spc="-10" dirty="0">
                <a:solidFill>
                  <a:srgbClr val="AF1512"/>
                </a:solidFill>
                <a:latin typeface="Century Gothic"/>
                <a:cs typeface="Century Gothic"/>
              </a:rPr>
              <a:t>Escriba</a:t>
            </a:r>
            <a:endParaRPr>
              <a:latin typeface="Century Gothic"/>
              <a:cs typeface="Century Gothic"/>
            </a:endParaRPr>
          </a:p>
          <a:p>
            <a:pPr marL="15240" marR="6350" algn="ctr">
              <a:lnSpc>
                <a:spcPct val="102299"/>
              </a:lnSpc>
              <a:spcBef>
                <a:spcPts val="330"/>
              </a:spcBef>
            </a:pPr>
            <a:r>
              <a:rPr sz="1400" dirty="0">
                <a:latin typeface="Century Gothic"/>
                <a:cs typeface="Century Gothic"/>
              </a:rPr>
              <a:t>Se</a:t>
            </a:r>
            <a:r>
              <a:rPr sz="1400" spc="-35" dirty="0">
                <a:latin typeface="Century Gothic"/>
                <a:cs typeface="Century Gothic"/>
              </a:rPr>
              <a:t> </a:t>
            </a:r>
            <a:r>
              <a:rPr sz="1400" dirty="0">
                <a:latin typeface="Century Gothic"/>
                <a:cs typeface="Century Gothic"/>
              </a:rPr>
              <a:t>encarga</a:t>
            </a:r>
            <a:r>
              <a:rPr sz="1400" spc="-35" dirty="0">
                <a:latin typeface="Century Gothic"/>
                <a:cs typeface="Century Gothic"/>
              </a:rPr>
              <a:t> </a:t>
            </a:r>
            <a:r>
              <a:rPr sz="1400" dirty="0">
                <a:latin typeface="Century Gothic"/>
                <a:cs typeface="Century Gothic"/>
              </a:rPr>
              <a:t>de</a:t>
            </a:r>
            <a:r>
              <a:rPr sz="1400" spc="-30" dirty="0">
                <a:latin typeface="Century Gothic"/>
                <a:cs typeface="Century Gothic"/>
              </a:rPr>
              <a:t> </a:t>
            </a:r>
            <a:r>
              <a:rPr sz="1400" spc="-10" dirty="0">
                <a:latin typeface="Century Gothic"/>
                <a:cs typeface="Century Gothic"/>
              </a:rPr>
              <a:t>dejar </a:t>
            </a:r>
            <a:r>
              <a:rPr sz="1400" dirty="0">
                <a:latin typeface="Century Gothic"/>
                <a:cs typeface="Century Gothic"/>
              </a:rPr>
              <a:t>asentados</a:t>
            </a:r>
            <a:r>
              <a:rPr sz="1400" spc="-35" dirty="0">
                <a:latin typeface="Century Gothic"/>
                <a:cs typeface="Century Gothic"/>
              </a:rPr>
              <a:t> </a:t>
            </a:r>
            <a:r>
              <a:rPr sz="1400" dirty="0">
                <a:latin typeface="Century Gothic"/>
                <a:cs typeface="Century Gothic"/>
              </a:rPr>
              <a:t>todos</a:t>
            </a:r>
            <a:r>
              <a:rPr sz="1400" spc="-35" dirty="0">
                <a:latin typeface="Century Gothic"/>
                <a:cs typeface="Century Gothic"/>
              </a:rPr>
              <a:t> </a:t>
            </a:r>
            <a:r>
              <a:rPr sz="1400" spc="-25" dirty="0">
                <a:latin typeface="Century Gothic"/>
                <a:cs typeface="Century Gothic"/>
              </a:rPr>
              <a:t>los </a:t>
            </a:r>
            <a:r>
              <a:rPr sz="1400" dirty="0">
                <a:latin typeface="Century Gothic"/>
                <a:cs typeface="Century Gothic"/>
              </a:rPr>
              <a:t>issues</a:t>
            </a:r>
            <a:r>
              <a:rPr sz="1400" spc="-20" dirty="0">
                <a:latin typeface="Century Gothic"/>
                <a:cs typeface="Century Gothic"/>
              </a:rPr>
              <a:t> </a:t>
            </a:r>
            <a:r>
              <a:rPr sz="1400" dirty="0">
                <a:latin typeface="Century Gothic"/>
                <a:cs typeface="Century Gothic"/>
              </a:rPr>
              <a:t>que </a:t>
            </a:r>
            <a:r>
              <a:rPr sz="1400" spc="-20" dirty="0">
                <a:latin typeface="Century Gothic"/>
                <a:cs typeface="Century Gothic"/>
              </a:rPr>
              <a:t>hayan </a:t>
            </a:r>
            <a:r>
              <a:rPr sz="1400" dirty="0">
                <a:latin typeface="Century Gothic"/>
                <a:cs typeface="Century Gothic"/>
              </a:rPr>
              <a:t>surgido</a:t>
            </a:r>
            <a:r>
              <a:rPr sz="1400" spc="-20" dirty="0">
                <a:latin typeface="Century Gothic"/>
                <a:cs typeface="Century Gothic"/>
              </a:rPr>
              <a:t> </a:t>
            </a:r>
            <a:r>
              <a:rPr sz="1400" dirty="0">
                <a:latin typeface="Century Gothic"/>
                <a:cs typeface="Century Gothic"/>
              </a:rPr>
              <a:t>en </a:t>
            </a:r>
            <a:r>
              <a:rPr sz="1400" spc="-25" dirty="0">
                <a:latin typeface="Century Gothic"/>
                <a:cs typeface="Century Gothic"/>
              </a:rPr>
              <a:t>la </a:t>
            </a:r>
            <a:r>
              <a:rPr sz="1400" spc="-10" dirty="0">
                <a:latin typeface="Century Gothic"/>
                <a:cs typeface="Century Gothic"/>
              </a:rPr>
              <a:t>inspección.</a:t>
            </a:r>
            <a:endParaRPr sz="1400">
              <a:latin typeface="Century Gothic"/>
              <a:cs typeface="Century Gothic"/>
            </a:endParaRPr>
          </a:p>
          <a:p>
            <a:pPr marL="12065" marR="5080" indent="1905" algn="ctr">
              <a:lnSpc>
                <a:spcPct val="102099"/>
              </a:lnSpc>
              <a:spcBef>
                <a:spcPts val="605"/>
              </a:spcBef>
            </a:pPr>
            <a:r>
              <a:rPr sz="1400" dirty="0">
                <a:latin typeface="Century Gothic"/>
                <a:cs typeface="Century Gothic"/>
              </a:rPr>
              <a:t>Luego</a:t>
            </a:r>
            <a:r>
              <a:rPr sz="1400" spc="-15" dirty="0">
                <a:latin typeface="Century Gothic"/>
                <a:cs typeface="Century Gothic"/>
              </a:rPr>
              <a:t> </a:t>
            </a:r>
            <a:r>
              <a:rPr sz="1400" dirty="0">
                <a:latin typeface="Century Gothic"/>
                <a:cs typeface="Century Gothic"/>
              </a:rPr>
              <a:t>debe</a:t>
            </a:r>
            <a:r>
              <a:rPr sz="1400" spc="-20" dirty="0">
                <a:latin typeface="Century Gothic"/>
                <a:cs typeface="Century Gothic"/>
              </a:rPr>
              <a:t> </a:t>
            </a:r>
            <a:r>
              <a:rPr sz="1400" spc="-10" dirty="0">
                <a:latin typeface="Century Gothic"/>
                <a:cs typeface="Century Gothic"/>
              </a:rPr>
              <a:t>leerlos </a:t>
            </a:r>
            <a:r>
              <a:rPr sz="1400" dirty="0">
                <a:latin typeface="Century Gothic"/>
                <a:cs typeface="Century Gothic"/>
              </a:rPr>
              <a:t>para</a:t>
            </a:r>
            <a:r>
              <a:rPr sz="1400" spc="-40" dirty="0">
                <a:latin typeface="Century Gothic"/>
                <a:cs typeface="Century Gothic"/>
              </a:rPr>
              <a:t> </a:t>
            </a:r>
            <a:r>
              <a:rPr sz="1400" dirty="0">
                <a:latin typeface="Century Gothic"/>
                <a:cs typeface="Century Gothic"/>
              </a:rPr>
              <a:t>que</a:t>
            </a:r>
            <a:r>
              <a:rPr sz="1400" spc="-25" dirty="0">
                <a:latin typeface="Century Gothic"/>
                <a:cs typeface="Century Gothic"/>
              </a:rPr>
              <a:t> </a:t>
            </a:r>
            <a:r>
              <a:rPr sz="1400" dirty="0">
                <a:latin typeface="Century Gothic"/>
                <a:cs typeface="Century Gothic"/>
              </a:rPr>
              <a:t>el</a:t>
            </a:r>
            <a:r>
              <a:rPr sz="1400" spc="-35" dirty="0">
                <a:latin typeface="Century Gothic"/>
                <a:cs typeface="Century Gothic"/>
              </a:rPr>
              <a:t> </a:t>
            </a:r>
            <a:r>
              <a:rPr sz="1400" dirty="0">
                <a:latin typeface="Century Gothic"/>
                <a:cs typeface="Century Gothic"/>
              </a:rPr>
              <a:t>resto</a:t>
            </a:r>
            <a:r>
              <a:rPr sz="1400" spc="-10" dirty="0">
                <a:latin typeface="Century Gothic"/>
                <a:cs typeface="Century Gothic"/>
              </a:rPr>
              <a:t> </a:t>
            </a:r>
            <a:r>
              <a:rPr sz="1400" spc="-25" dirty="0">
                <a:latin typeface="Century Gothic"/>
                <a:cs typeface="Century Gothic"/>
              </a:rPr>
              <a:t>del </a:t>
            </a:r>
            <a:r>
              <a:rPr sz="1400" dirty="0">
                <a:latin typeface="Century Gothic"/>
                <a:cs typeface="Century Gothic"/>
              </a:rPr>
              <a:t>equipo</a:t>
            </a:r>
            <a:r>
              <a:rPr sz="1400" spc="-40" dirty="0">
                <a:latin typeface="Century Gothic"/>
                <a:cs typeface="Century Gothic"/>
              </a:rPr>
              <a:t> </a:t>
            </a:r>
            <a:r>
              <a:rPr sz="1400" dirty="0">
                <a:latin typeface="Century Gothic"/>
                <a:cs typeface="Century Gothic"/>
              </a:rPr>
              <a:t>confirme</a:t>
            </a:r>
            <a:r>
              <a:rPr sz="1400" spc="-35" dirty="0">
                <a:latin typeface="Century Gothic"/>
                <a:cs typeface="Century Gothic"/>
              </a:rPr>
              <a:t> lo </a:t>
            </a:r>
            <a:r>
              <a:rPr sz="1400" spc="-10" dirty="0">
                <a:latin typeface="Century Gothic"/>
                <a:cs typeface="Century Gothic"/>
              </a:rPr>
              <a:t>escrito.</a:t>
            </a:r>
            <a:endParaRPr sz="1400">
              <a:latin typeface="Century Gothic"/>
              <a:cs typeface="Century Gothic"/>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94952" y="570992"/>
            <a:ext cx="419100" cy="452120"/>
          </a:xfrm>
          <a:prstGeom prst="rect">
            <a:avLst/>
          </a:prstGeom>
        </p:spPr>
        <p:txBody>
          <a:bodyPr vert="horz" wrap="square" lIns="0" tIns="12065" rIns="0" bIns="0" rtlCol="0">
            <a:spAutoFit/>
          </a:bodyPr>
          <a:lstStyle/>
          <a:p>
            <a:pPr marL="12700">
              <a:spcBef>
                <a:spcPts val="95"/>
              </a:spcBef>
            </a:pPr>
            <a:r>
              <a:rPr sz="2800" spc="-25" dirty="0">
                <a:solidFill>
                  <a:srgbClr val="FFFFFF"/>
                </a:solidFill>
                <a:latin typeface="Century Gothic"/>
                <a:cs typeface="Century Gothic"/>
              </a:rPr>
              <a:t>21</a:t>
            </a:r>
            <a:endParaRPr sz="2800">
              <a:latin typeface="Century Gothic"/>
              <a:cs typeface="Century Gothic"/>
            </a:endParaRPr>
          </a:p>
        </p:txBody>
      </p:sp>
      <p:sp>
        <p:nvSpPr>
          <p:cNvPr id="4" name="object 4"/>
          <p:cNvSpPr txBox="1">
            <a:spLocks noGrp="1"/>
          </p:cNvSpPr>
          <p:nvPr>
            <p:ph type="title"/>
          </p:nvPr>
        </p:nvSpPr>
        <p:spPr>
          <a:xfrm>
            <a:off x="2031125" y="467602"/>
            <a:ext cx="8518635" cy="689932"/>
          </a:xfrm>
          <a:prstGeom prst="rect">
            <a:avLst/>
          </a:prstGeom>
        </p:spPr>
        <p:txBody>
          <a:bodyPr vert="horz" wrap="square" lIns="0" tIns="12700" rIns="0" bIns="0" rtlCol="0">
            <a:spAutoFit/>
          </a:bodyPr>
          <a:lstStyle/>
          <a:p>
            <a:pPr marL="12700">
              <a:lnSpc>
                <a:spcPct val="100000"/>
              </a:lnSpc>
              <a:spcBef>
                <a:spcPts val="100"/>
              </a:spcBef>
            </a:pPr>
            <a:r>
              <a:rPr dirty="0"/>
              <a:t>Proceso</a:t>
            </a:r>
            <a:r>
              <a:rPr spc="-35" dirty="0"/>
              <a:t> </a:t>
            </a:r>
            <a:r>
              <a:rPr dirty="0"/>
              <a:t>de</a:t>
            </a:r>
            <a:r>
              <a:rPr spc="-50" dirty="0"/>
              <a:t> </a:t>
            </a:r>
            <a:r>
              <a:rPr spc="-10" dirty="0"/>
              <a:t>Validación</a:t>
            </a:r>
          </a:p>
        </p:txBody>
      </p:sp>
      <p:sp>
        <p:nvSpPr>
          <p:cNvPr id="5" name="object 5"/>
          <p:cNvSpPr txBox="1"/>
          <p:nvPr/>
        </p:nvSpPr>
        <p:spPr>
          <a:xfrm>
            <a:off x="440443" y="1446276"/>
            <a:ext cx="5357495" cy="452120"/>
          </a:xfrm>
          <a:prstGeom prst="rect">
            <a:avLst/>
          </a:prstGeom>
        </p:spPr>
        <p:txBody>
          <a:bodyPr vert="horz" wrap="square" lIns="0" tIns="12065" rIns="0" bIns="0" rtlCol="0">
            <a:spAutoFit/>
          </a:bodyPr>
          <a:lstStyle/>
          <a:p>
            <a:pPr marL="12700">
              <a:spcBef>
                <a:spcPts val="95"/>
              </a:spcBef>
            </a:pPr>
            <a:r>
              <a:rPr sz="2800" b="1" dirty="0">
                <a:solidFill>
                  <a:srgbClr val="AF1512"/>
                </a:solidFill>
                <a:latin typeface="Century Gothic"/>
                <a:cs typeface="Century Gothic"/>
              </a:rPr>
              <a:t>Técnicas</a:t>
            </a:r>
            <a:r>
              <a:rPr sz="2800" b="1" spc="-75" dirty="0">
                <a:solidFill>
                  <a:srgbClr val="AF1512"/>
                </a:solidFill>
                <a:latin typeface="Century Gothic"/>
                <a:cs typeface="Century Gothic"/>
              </a:rPr>
              <a:t> </a:t>
            </a:r>
            <a:r>
              <a:rPr sz="2800" b="1" dirty="0">
                <a:solidFill>
                  <a:srgbClr val="AF1512"/>
                </a:solidFill>
                <a:latin typeface="Century Gothic"/>
                <a:cs typeface="Century Gothic"/>
              </a:rPr>
              <a:t>–</a:t>
            </a:r>
            <a:r>
              <a:rPr sz="2800" b="1" spc="-80" dirty="0">
                <a:solidFill>
                  <a:srgbClr val="AF1512"/>
                </a:solidFill>
                <a:latin typeface="Century Gothic"/>
                <a:cs typeface="Century Gothic"/>
              </a:rPr>
              <a:t> </a:t>
            </a:r>
            <a:r>
              <a:rPr sz="2800" b="1" dirty="0">
                <a:solidFill>
                  <a:srgbClr val="002060"/>
                </a:solidFill>
                <a:latin typeface="Century Gothic"/>
                <a:cs typeface="Century Gothic"/>
              </a:rPr>
              <a:t>Revisiones</a:t>
            </a:r>
            <a:r>
              <a:rPr sz="2800" b="1" spc="-75" dirty="0">
                <a:solidFill>
                  <a:srgbClr val="002060"/>
                </a:solidFill>
                <a:latin typeface="Century Gothic"/>
                <a:cs typeface="Century Gothic"/>
              </a:rPr>
              <a:t> </a:t>
            </a:r>
            <a:r>
              <a:rPr sz="2800" b="1" spc="-10" dirty="0">
                <a:solidFill>
                  <a:srgbClr val="002060"/>
                </a:solidFill>
                <a:latin typeface="Century Gothic"/>
                <a:cs typeface="Century Gothic"/>
              </a:rPr>
              <a:t>Formales</a:t>
            </a:r>
            <a:endParaRPr sz="2800" dirty="0">
              <a:solidFill>
                <a:srgbClr val="002060"/>
              </a:solidFill>
              <a:latin typeface="Century Gothic"/>
              <a:cs typeface="Century Gothic"/>
            </a:endParaRPr>
          </a:p>
        </p:txBody>
      </p:sp>
      <p:sp>
        <p:nvSpPr>
          <p:cNvPr id="6" name="object 6"/>
          <p:cNvSpPr txBox="1"/>
          <p:nvPr/>
        </p:nvSpPr>
        <p:spPr>
          <a:xfrm>
            <a:off x="547021" y="2597252"/>
            <a:ext cx="3603655" cy="259686"/>
          </a:xfrm>
          <a:prstGeom prst="rect">
            <a:avLst/>
          </a:prstGeom>
        </p:spPr>
        <p:txBody>
          <a:bodyPr vert="horz" wrap="square" lIns="0" tIns="13335" rIns="0" bIns="0" rtlCol="0">
            <a:spAutoFit/>
          </a:bodyPr>
          <a:lstStyle/>
          <a:p>
            <a:pPr marL="12700">
              <a:spcBef>
                <a:spcPts val="105"/>
              </a:spcBef>
            </a:pPr>
            <a:endParaRPr sz="1600" dirty="0">
              <a:latin typeface="Century Gothic"/>
              <a:cs typeface="Century Gothic"/>
            </a:endParaRPr>
          </a:p>
        </p:txBody>
      </p:sp>
      <p:sp>
        <p:nvSpPr>
          <p:cNvPr id="8" name="object 8"/>
          <p:cNvSpPr txBox="1"/>
          <p:nvPr/>
        </p:nvSpPr>
        <p:spPr>
          <a:xfrm>
            <a:off x="475392" y="2477322"/>
            <a:ext cx="2927683" cy="5365571"/>
          </a:xfrm>
          <a:prstGeom prst="rect">
            <a:avLst/>
          </a:prstGeom>
        </p:spPr>
        <p:txBody>
          <a:bodyPr vert="horz" wrap="square" lIns="0" tIns="12700" rIns="0" bIns="0" rtlCol="0">
            <a:spAutoFit/>
          </a:bodyPr>
          <a:lstStyle/>
          <a:p>
            <a:pPr marL="12700">
              <a:spcBef>
                <a:spcPts val="105"/>
              </a:spcBef>
            </a:pPr>
            <a:r>
              <a:rPr lang="es-MX" sz="1600" dirty="0">
                <a:latin typeface="Century Gothic"/>
                <a:cs typeface="Century Gothic"/>
              </a:rPr>
              <a:t>Los</a:t>
            </a:r>
            <a:r>
              <a:rPr lang="es-MX" sz="1600" spc="-35" dirty="0">
                <a:latin typeface="Century Gothic"/>
                <a:cs typeface="Century Gothic"/>
              </a:rPr>
              <a:t> </a:t>
            </a:r>
            <a:r>
              <a:rPr lang="es-MX" sz="1600" dirty="0">
                <a:latin typeface="Century Gothic"/>
                <a:cs typeface="Century Gothic"/>
              </a:rPr>
              <a:t>criterios</a:t>
            </a:r>
            <a:r>
              <a:rPr lang="es-MX" sz="1600" spc="-35" dirty="0">
                <a:latin typeface="Century Gothic"/>
                <a:cs typeface="Century Gothic"/>
              </a:rPr>
              <a:t> </a:t>
            </a:r>
            <a:r>
              <a:rPr lang="es-MX" sz="1600" dirty="0">
                <a:latin typeface="Century Gothic"/>
                <a:cs typeface="Century Gothic"/>
              </a:rPr>
              <a:t>de</a:t>
            </a:r>
            <a:r>
              <a:rPr lang="es-MX" sz="1600" spc="-30" dirty="0">
                <a:latin typeface="Century Gothic"/>
                <a:cs typeface="Century Gothic"/>
              </a:rPr>
              <a:t> </a:t>
            </a:r>
            <a:r>
              <a:rPr lang="es-MX" sz="1600" dirty="0">
                <a:latin typeface="Century Gothic"/>
                <a:cs typeface="Century Gothic"/>
              </a:rPr>
              <a:t>entrada</a:t>
            </a:r>
            <a:r>
              <a:rPr lang="es-MX" sz="1600" spc="-20" dirty="0">
                <a:latin typeface="Century Gothic"/>
                <a:cs typeface="Century Gothic"/>
              </a:rPr>
              <a:t> </a:t>
            </a:r>
            <a:r>
              <a:rPr lang="es-MX" sz="1600" spc="-10" dirty="0">
                <a:latin typeface="Century Gothic"/>
                <a:cs typeface="Century Gothic"/>
              </a:rPr>
              <a:t>sirven</a:t>
            </a:r>
          </a:p>
          <a:p>
            <a:pPr marL="12700">
              <a:spcBef>
                <a:spcPts val="105"/>
              </a:spcBef>
            </a:pPr>
            <a:r>
              <a:rPr lang="es-MX" sz="1600" spc="-10" dirty="0">
                <a:latin typeface="Century Gothic"/>
                <a:cs typeface="Century Gothic"/>
              </a:rPr>
              <a:t>para:</a:t>
            </a:r>
            <a:endParaRPr lang="es-MX" sz="1600" dirty="0">
              <a:latin typeface="Century Gothic"/>
              <a:cs typeface="Century Gothic"/>
            </a:endParaRPr>
          </a:p>
          <a:p>
            <a:pPr marL="12700">
              <a:spcBef>
                <a:spcPts val="100"/>
              </a:spcBef>
            </a:pPr>
            <a:endParaRPr lang="es-MX" sz="1600" dirty="0">
              <a:latin typeface="Century Gothic"/>
              <a:cs typeface="Century Gothic"/>
            </a:endParaRPr>
          </a:p>
          <a:p>
            <a:pPr marL="298450" indent="-285750">
              <a:spcBef>
                <a:spcPts val="100"/>
              </a:spcBef>
              <a:buFont typeface="Arial" panose="020B0604020202020204" pitchFamily="34" charset="0"/>
              <a:buChar char="•"/>
            </a:pPr>
            <a:r>
              <a:rPr sz="1600" dirty="0" err="1">
                <a:latin typeface="Century Gothic"/>
                <a:cs typeface="Century Gothic"/>
              </a:rPr>
              <a:t>Dejar</a:t>
            </a:r>
            <a:r>
              <a:rPr sz="1600" spc="-60" dirty="0">
                <a:latin typeface="Century Gothic"/>
                <a:cs typeface="Century Gothic"/>
              </a:rPr>
              <a:t> </a:t>
            </a:r>
            <a:r>
              <a:rPr sz="1600" dirty="0" err="1">
                <a:latin typeface="Century Gothic"/>
                <a:cs typeface="Century Gothic"/>
              </a:rPr>
              <a:t>claras</a:t>
            </a:r>
            <a:r>
              <a:rPr sz="1600" spc="-75" dirty="0">
                <a:latin typeface="Century Gothic"/>
                <a:cs typeface="Century Gothic"/>
              </a:rPr>
              <a:t> </a:t>
            </a:r>
            <a:r>
              <a:rPr sz="1600" spc="-10" dirty="0" err="1">
                <a:latin typeface="Century Gothic"/>
                <a:cs typeface="Century Gothic"/>
              </a:rPr>
              <a:t>algunas</a:t>
            </a:r>
            <a:r>
              <a:rPr lang="es-MX" sz="1600" spc="-10" dirty="0">
                <a:latin typeface="Century Gothic"/>
                <a:cs typeface="Century Gothic"/>
              </a:rPr>
              <a:t> </a:t>
            </a:r>
            <a:r>
              <a:rPr lang="es-AR" sz="1600" spc="-10" dirty="0">
                <a:latin typeface="Century Gothic"/>
                <a:cs typeface="Century Gothic"/>
              </a:rPr>
              <a:t>expectativas.</a:t>
            </a:r>
          </a:p>
          <a:p>
            <a:pPr marL="298450" indent="-285750">
              <a:spcBef>
                <a:spcPts val="100"/>
              </a:spcBef>
              <a:buFont typeface="Arial" panose="020B0604020202020204" pitchFamily="34" charset="0"/>
              <a:buChar char="•"/>
            </a:pPr>
            <a:r>
              <a:rPr lang="es-MX" sz="1600" dirty="0">
                <a:latin typeface="Century Gothic"/>
                <a:cs typeface="Century Gothic"/>
              </a:rPr>
              <a:t>Dejar</a:t>
            </a:r>
            <a:r>
              <a:rPr lang="es-MX" sz="1600" spc="-30" dirty="0">
                <a:latin typeface="Century Gothic"/>
                <a:cs typeface="Century Gothic"/>
              </a:rPr>
              <a:t> </a:t>
            </a:r>
            <a:r>
              <a:rPr lang="es-MX" sz="1600" dirty="0">
                <a:latin typeface="Century Gothic"/>
                <a:cs typeface="Century Gothic"/>
              </a:rPr>
              <a:t>de</a:t>
            </a:r>
            <a:r>
              <a:rPr lang="es-MX" sz="1600" spc="-25" dirty="0">
                <a:latin typeface="Century Gothic"/>
                <a:cs typeface="Century Gothic"/>
              </a:rPr>
              <a:t> </a:t>
            </a:r>
            <a:r>
              <a:rPr lang="es-MX" sz="1600" dirty="0">
                <a:latin typeface="Century Gothic"/>
                <a:cs typeface="Century Gothic"/>
              </a:rPr>
              <a:t>lado</a:t>
            </a:r>
            <a:r>
              <a:rPr lang="es-MX" sz="1600" spc="-45" dirty="0">
                <a:latin typeface="Century Gothic"/>
                <a:cs typeface="Century Gothic"/>
              </a:rPr>
              <a:t> </a:t>
            </a:r>
            <a:r>
              <a:rPr lang="es-MX" sz="1600" b="1" dirty="0">
                <a:latin typeface="Century Gothic"/>
                <a:cs typeface="Century Gothic"/>
              </a:rPr>
              <a:t>algunos</a:t>
            </a:r>
            <a:r>
              <a:rPr lang="es-MX" sz="1600" b="1" spc="-10" dirty="0">
                <a:latin typeface="Century Gothic"/>
                <a:cs typeface="Century Gothic"/>
              </a:rPr>
              <a:t> </a:t>
            </a:r>
            <a:r>
              <a:rPr lang="es-MX" sz="1600" b="1" spc="-10" dirty="0" err="1">
                <a:latin typeface="Century Gothic"/>
                <a:cs typeface="Century Gothic"/>
              </a:rPr>
              <a:t>issues</a:t>
            </a:r>
            <a:r>
              <a:rPr lang="es-MX" sz="1600" b="1" spc="-10" dirty="0">
                <a:latin typeface="Century Gothic"/>
                <a:cs typeface="Century Gothic"/>
              </a:rPr>
              <a:t> </a:t>
            </a:r>
            <a:r>
              <a:rPr lang="es-AR" sz="1600" b="1" dirty="0">
                <a:latin typeface="Century Gothic"/>
                <a:cs typeface="Century Gothic"/>
              </a:rPr>
              <a:t>que</a:t>
            </a:r>
            <a:r>
              <a:rPr lang="es-AR" sz="1600" b="1" spc="-25" dirty="0">
                <a:latin typeface="Century Gothic"/>
                <a:cs typeface="Century Gothic"/>
              </a:rPr>
              <a:t> </a:t>
            </a:r>
            <a:r>
              <a:rPr lang="es-AR" sz="1600" b="1" dirty="0">
                <a:latin typeface="Century Gothic"/>
                <a:cs typeface="Century Gothic"/>
              </a:rPr>
              <a:t>deben</a:t>
            </a:r>
            <a:r>
              <a:rPr lang="es-AR" sz="1600" b="1" spc="-20" dirty="0">
                <a:latin typeface="Century Gothic"/>
                <a:cs typeface="Century Gothic"/>
              </a:rPr>
              <a:t> </a:t>
            </a:r>
            <a:r>
              <a:rPr lang="es-AR" sz="1600" b="1" dirty="0">
                <a:latin typeface="Century Gothic"/>
                <a:cs typeface="Century Gothic"/>
              </a:rPr>
              <a:t>ser</a:t>
            </a:r>
            <a:r>
              <a:rPr lang="es-AR" sz="1600" b="1" spc="-10" dirty="0">
                <a:latin typeface="Century Gothic"/>
                <a:cs typeface="Century Gothic"/>
              </a:rPr>
              <a:t> resueltos </a:t>
            </a:r>
            <a:r>
              <a:rPr lang="es-AR" sz="1600" b="1" dirty="0">
                <a:latin typeface="Century Gothic"/>
                <a:cs typeface="Century Gothic"/>
              </a:rPr>
              <a:t>previos</a:t>
            </a:r>
            <a:r>
              <a:rPr lang="es-AR" sz="1600" b="1" spc="-35" dirty="0">
                <a:latin typeface="Century Gothic"/>
                <a:cs typeface="Century Gothic"/>
              </a:rPr>
              <a:t> </a:t>
            </a:r>
            <a:r>
              <a:rPr lang="es-AR" sz="1600" dirty="0">
                <a:latin typeface="Century Gothic"/>
                <a:cs typeface="Century Gothic"/>
              </a:rPr>
              <a:t>a la</a:t>
            </a:r>
            <a:r>
              <a:rPr lang="es-AR" sz="1600" spc="-35" dirty="0">
                <a:latin typeface="Century Gothic"/>
                <a:cs typeface="Century Gothic"/>
              </a:rPr>
              <a:t> </a:t>
            </a:r>
            <a:r>
              <a:rPr lang="es-AR" sz="1600" spc="-10" dirty="0">
                <a:latin typeface="Century Gothic"/>
                <a:cs typeface="Century Gothic"/>
              </a:rPr>
              <a:t>inspección.  </a:t>
            </a:r>
          </a:p>
          <a:p>
            <a:pPr marL="298450" indent="-285750">
              <a:spcBef>
                <a:spcPts val="100"/>
              </a:spcBef>
              <a:buFont typeface="Arial" panose="020B0604020202020204" pitchFamily="34" charset="0"/>
              <a:buChar char="•"/>
            </a:pPr>
            <a:r>
              <a:rPr lang="es-MX" sz="1600" dirty="0">
                <a:latin typeface="Century Gothic"/>
                <a:cs typeface="Century Gothic"/>
              </a:rPr>
              <a:t>El</a:t>
            </a:r>
            <a:r>
              <a:rPr lang="es-MX" sz="1600" spc="-20" dirty="0">
                <a:latin typeface="Century Gothic"/>
                <a:cs typeface="Century Gothic"/>
              </a:rPr>
              <a:t> </a:t>
            </a:r>
            <a:r>
              <a:rPr lang="es-MX" sz="1600" b="1" dirty="0">
                <a:latin typeface="Century Gothic"/>
                <a:cs typeface="Century Gothic"/>
              </a:rPr>
              <a:t>moderador</a:t>
            </a:r>
            <a:r>
              <a:rPr lang="es-MX" sz="1600" b="1" spc="-60" dirty="0">
                <a:latin typeface="Century Gothic"/>
                <a:cs typeface="Century Gothic"/>
              </a:rPr>
              <a:t> </a:t>
            </a:r>
            <a:r>
              <a:rPr lang="es-MX" sz="1600" b="1" dirty="0">
                <a:latin typeface="Century Gothic"/>
                <a:cs typeface="Century Gothic"/>
              </a:rPr>
              <a:t>usa </a:t>
            </a:r>
            <a:r>
              <a:rPr lang="es-MX" sz="1600" dirty="0">
                <a:latin typeface="Century Gothic"/>
                <a:cs typeface="Century Gothic"/>
              </a:rPr>
              <a:t>los</a:t>
            </a:r>
            <a:r>
              <a:rPr lang="es-MX" sz="1600" spc="-50" dirty="0">
                <a:latin typeface="Century Gothic"/>
                <a:cs typeface="Century Gothic"/>
              </a:rPr>
              <a:t> </a:t>
            </a:r>
            <a:r>
              <a:rPr lang="es-MX" sz="1600" spc="-10" dirty="0">
                <a:latin typeface="Century Gothic"/>
                <a:cs typeface="Century Gothic"/>
              </a:rPr>
              <a:t>criterios </a:t>
            </a:r>
            <a:r>
              <a:rPr lang="es-MX" sz="1600" dirty="0">
                <a:latin typeface="Century Gothic"/>
                <a:cs typeface="Century Gothic"/>
              </a:rPr>
              <a:t>de</a:t>
            </a:r>
            <a:r>
              <a:rPr lang="es-MX" sz="1600" spc="-30" dirty="0">
                <a:latin typeface="Century Gothic"/>
                <a:cs typeface="Century Gothic"/>
              </a:rPr>
              <a:t> </a:t>
            </a:r>
            <a:r>
              <a:rPr lang="es-MX" sz="1600" dirty="0">
                <a:latin typeface="Century Gothic"/>
                <a:cs typeface="Century Gothic"/>
              </a:rPr>
              <a:t>entrada</a:t>
            </a:r>
            <a:r>
              <a:rPr lang="es-MX" sz="1600" spc="-25" dirty="0">
                <a:latin typeface="Century Gothic"/>
                <a:cs typeface="Century Gothic"/>
              </a:rPr>
              <a:t> </a:t>
            </a:r>
            <a:r>
              <a:rPr lang="es-MX" sz="1600" b="1" dirty="0">
                <a:latin typeface="Century Gothic"/>
                <a:cs typeface="Century Gothic"/>
              </a:rPr>
              <a:t>como</a:t>
            </a:r>
            <a:r>
              <a:rPr lang="es-MX" sz="1600" b="1" spc="-30" dirty="0">
                <a:latin typeface="Century Gothic"/>
                <a:cs typeface="Century Gothic"/>
              </a:rPr>
              <a:t> </a:t>
            </a:r>
            <a:r>
              <a:rPr lang="es-MX" sz="1600" b="1" dirty="0">
                <a:latin typeface="Century Gothic"/>
                <a:cs typeface="Century Gothic"/>
              </a:rPr>
              <a:t>un</a:t>
            </a:r>
            <a:r>
              <a:rPr lang="es-MX" sz="1600" b="1" spc="-25" dirty="0">
                <a:latin typeface="Century Gothic"/>
                <a:cs typeface="Century Gothic"/>
              </a:rPr>
              <a:t> </a:t>
            </a:r>
            <a:r>
              <a:rPr lang="es-MX" sz="1600" b="1" spc="-10" dirty="0" err="1">
                <a:latin typeface="Century Gothic"/>
                <a:cs typeface="Century Gothic"/>
              </a:rPr>
              <a:t>checklist</a:t>
            </a:r>
            <a:r>
              <a:rPr lang="es-MX" sz="1600" b="1" spc="-10" dirty="0">
                <a:latin typeface="Century Gothic"/>
                <a:cs typeface="Century Gothic"/>
              </a:rPr>
              <a:t> </a:t>
            </a:r>
            <a:r>
              <a:rPr lang="es-AR" sz="1600" dirty="0">
                <a:latin typeface="Century Gothic"/>
                <a:cs typeface="Century Gothic"/>
              </a:rPr>
              <a:t>antes</a:t>
            </a:r>
            <a:r>
              <a:rPr lang="es-AR" sz="1600" spc="-15" dirty="0">
                <a:latin typeface="Century Gothic"/>
                <a:cs typeface="Century Gothic"/>
              </a:rPr>
              <a:t> </a:t>
            </a:r>
            <a:r>
              <a:rPr lang="es-AR" sz="1600" dirty="0">
                <a:latin typeface="Century Gothic"/>
                <a:cs typeface="Century Gothic"/>
              </a:rPr>
              <a:t>de</a:t>
            </a:r>
            <a:r>
              <a:rPr lang="es-AR" sz="1600" spc="-15" dirty="0">
                <a:latin typeface="Century Gothic"/>
                <a:cs typeface="Century Gothic"/>
              </a:rPr>
              <a:t> </a:t>
            </a:r>
            <a:r>
              <a:rPr lang="es-AR" sz="1600" dirty="0">
                <a:latin typeface="Century Gothic"/>
                <a:cs typeface="Century Gothic"/>
              </a:rPr>
              <a:t>empezar</a:t>
            </a:r>
            <a:r>
              <a:rPr lang="es-AR" sz="1600" spc="-10" dirty="0">
                <a:latin typeface="Century Gothic"/>
                <a:cs typeface="Century Gothic"/>
              </a:rPr>
              <a:t> </a:t>
            </a:r>
            <a:r>
              <a:rPr lang="es-AR" sz="1600" spc="-25" dirty="0">
                <a:latin typeface="Century Gothic"/>
                <a:cs typeface="Century Gothic"/>
              </a:rPr>
              <a:t>la </a:t>
            </a:r>
            <a:r>
              <a:rPr lang="es-AR" sz="1600" spc="-10" dirty="0">
                <a:latin typeface="Century Gothic"/>
                <a:cs typeface="Century Gothic"/>
              </a:rPr>
              <a:t>inspección.</a:t>
            </a:r>
            <a:endParaRPr lang="es-AR" sz="1600" dirty="0">
              <a:latin typeface="Century Gothic"/>
              <a:cs typeface="Century Gothic"/>
            </a:endParaRPr>
          </a:p>
          <a:p>
            <a:pPr marL="298450" indent="-285750">
              <a:spcBef>
                <a:spcPts val="100"/>
              </a:spcBef>
              <a:buFont typeface="Arial" panose="020B0604020202020204" pitchFamily="34" charset="0"/>
              <a:buChar char="•"/>
            </a:pPr>
            <a:endParaRPr lang="es-AR" sz="1600" dirty="0">
              <a:latin typeface="Century Gothic"/>
              <a:cs typeface="Century Gothic"/>
            </a:endParaRPr>
          </a:p>
          <a:p>
            <a:pPr marL="12700">
              <a:spcBef>
                <a:spcPts val="100"/>
              </a:spcBef>
            </a:pPr>
            <a:endParaRPr lang="es-MX" sz="1600" dirty="0">
              <a:latin typeface="Century Gothic"/>
              <a:cs typeface="Century Gothic"/>
            </a:endParaRPr>
          </a:p>
          <a:p>
            <a:pPr marL="298450" indent="-285750">
              <a:spcBef>
                <a:spcPts val="100"/>
              </a:spcBef>
              <a:buFont typeface="Arial" panose="020B0604020202020204" pitchFamily="34" charset="0"/>
              <a:buChar char="•"/>
            </a:pPr>
            <a:endParaRPr lang="es-MX" sz="1600" dirty="0">
              <a:latin typeface="Century Gothic"/>
              <a:cs typeface="Century Gothic"/>
            </a:endParaRPr>
          </a:p>
          <a:p>
            <a:pPr marL="298450" indent="-285750">
              <a:spcBef>
                <a:spcPts val="100"/>
              </a:spcBef>
              <a:buFont typeface="Arial" panose="020B0604020202020204" pitchFamily="34" charset="0"/>
              <a:buChar char="•"/>
            </a:pPr>
            <a:endParaRPr lang="es-AR" sz="1600" dirty="0">
              <a:latin typeface="Century Gothic"/>
              <a:cs typeface="Century Gothic"/>
            </a:endParaRPr>
          </a:p>
          <a:p>
            <a:pPr marL="12700">
              <a:spcBef>
                <a:spcPts val="100"/>
              </a:spcBef>
            </a:pPr>
            <a:endParaRPr lang="es-AR" sz="1600" dirty="0">
              <a:latin typeface="Century Gothic"/>
              <a:cs typeface="Century Gothic"/>
            </a:endParaRPr>
          </a:p>
          <a:p>
            <a:pPr marL="12700">
              <a:spcBef>
                <a:spcPts val="100"/>
              </a:spcBef>
            </a:pPr>
            <a:endParaRPr lang="es-MX" sz="1600" dirty="0">
              <a:latin typeface="Century Gothic"/>
              <a:cs typeface="Century Gothic"/>
            </a:endParaRPr>
          </a:p>
          <a:p>
            <a:pPr marL="12700">
              <a:spcBef>
                <a:spcPts val="100"/>
              </a:spcBef>
            </a:pPr>
            <a:endParaRPr lang="es-AR" sz="1600" dirty="0">
              <a:latin typeface="Century Gothic"/>
              <a:cs typeface="Century Gothic"/>
            </a:endParaRPr>
          </a:p>
          <a:p>
            <a:pPr marL="12700">
              <a:spcBef>
                <a:spcPts val="100"/>
              </a:spcBef>
            </a:pPr>
            <a:endParaRPr sz="1700" dirty="0">
              <a:latin typeface="Century Gothic"/>
              <a:cs typeface="Century Gothic"/>
            </a:endParaRPr>
          </a:p>
        </p:txBody>
      </p:sp>
      <p:sp>
        <p:nvSpPr>
          <p:cNvPr id="16" name="object 16"/>
          <p:cNvSpPr txBox="1"/>
          <p:nvPr/>
        </p:nvSpPr>
        <p:spPr>
          <a:xfrm>
            <a:off x="502223" y="5278210"/>
            <a:ext cx="1229995" cy="285115"/>
          </a:xfrm>
          <a:prstGeom prst="rect">
            <a:avLst/>
          </a:prstGeom>
        </p:spPr>
        <p:txBody>
          <a:bodyPr vert="horz" wrap="square" lIns="0" tIns="12700" rIns="0" bIns="0" rtlCol="0">
            <a:spAutoFit/>
          </a:bodyPr>
          <a:lstStyle/>
          <a:p>
            <a:pPr marL="12700">
              <a:spcBef>
                <a:spcPts val="100"/>
              </a:spcBef>
            </a:pPr>
            <a:endParaRPr sz="1700" dirty="0">
              <a:latin typeface="Century Gothic"/>
              <a:cs typeface="Century Gothic"/>
            </a:endParaRPr>
          </a:p>
        </p:txBody>
      </p:sp>
      <p:grpSp>
        <p:nvGrpSpPr>
          <p:cNvPr id="35" name="Grupo 34">
            <a:extLst>
              <a:ext uri="{FF2B5EF4-FFF2-40B4-BE49-F238E27FC236}">
                <a16:creationId xmlns:a16="http://schemas.microsoft.com/office/drawing/2014/main" id="{5B136584-5321-8952-DCF5-2685DFB4708D}"/>
              </a:ext>
            </a:extLst>
          </p:cNvPr>
          <p:cNvGrpSpPr/>
          <p:nvPr/>
        </p:nvGrpSpPr>
        <p:grpSpPr>
          <a:xfrm>
            <a:off x="2407984" y="2131145"/>
            <a:ext cx="7376032" cy="4239051"/>
            <a:chOff x="3203194" y="2258314"/>
            <a:chExt cx="7376032" cy="4239051"/>
          </a:xfrm>
        </p:grpSpPr>
        <p:grpSp>
          <p:nvGrpSpPr>
            <p:cNvPr id="17" name="object 17"/>
            <p:cNvGrpSpPr/>
            <p:nvPr/>
          </p:nvGrpSpPr>
          <p:grpSpPr>
            <a:xfrm>
              <a:off x="5147436" y="2623230"/>
              <a:ext cx="5431790" cy="3874135"/>
              <a:chOff x="3566159" y="2714244"/>
              <a:chExt cx="5431790" cy="3874135"/>
            </a:xfrm>
          </p:grpSpPr>
          <p:pic>
            <p:nvPicPr>
              <p:cNvPr id="18" name="object 18"/>
              <p:cNvPicPr/>
              <p:nvPr/>
            </p:nvPicPr>
            <p:blipFill>
              <a:blip r:embed="rId2" cstate="print"/>
              <a:stretch>
                <a:fillRect/>
              </a:stretch>
            </p:blipFill>
            <p:spPr>
              <a:xfrm>
                <a:off x="3604259" y="2810256"/>
                <a:ext cx="5321808" cy="3777996"/>
              </a:xfrm>
              <a:prstGeom prst="rect">
                <a:avLst/>
              </a:prstGeom>
            </p:spPr>
          </p:pic>
          <p:pic>
            <p:nvPicPr>
              <p:cNvPr id="19" name="object 19"/>
              <p:cNvPicPr/>
              <p:nvPr/>
            </p:nvPicPr>
            <p:blipFill>
              <a:blip r:embed="rId3" cstate="print"/>
              <a:stretch>
                <a:fillRect/>
              </a:stretch>
            </p:blipFill>
            <p:spPr>
              <a:xfrm>
                <a:off x="3566159" y="2714244"/>
                <a:ext cx="5431536" cy="3831336"/>
              </a:xfrm>
              <a:prstGeom prst="rect">
                <a:avLst/>
              </a:prstGeom>
            </p:spPr>
          </p:pic>
          <p:sp>
            <p:nvSpPr>
              <p:cNvPr id="20" name="object 20"/>
              <p:cNvSpPr/>
              <p:nvPr/>
            </p:nvSpPr>
            <p:spPr>
              <a:xfrm>
                <a:off x="3657599" y="2825496"/>
                <a:ext cx="5219700" cy="3676015"/>
              </a:xfrm>
              <a:custGeom>
                <a:avLst/>
                <a:gdLst/>
                <a:ahLst/>
                <a:cxnLst/>
                <a:rect l="l" t="t" r="r" b="b"/>
                <a:pathLst>
                  <a:path w="5219700" h="3676015">
                    <a:moveTo>
                      <a:pt x="5219700" y="0"/>
                    </a:moveTo>
                    <a:lnTo>
                      <a:pt x="0" y="0"/>
                    </a:lnTo>
                    <a:lnTo>
                      <a:pt x="0" y="3675888"/>
                    </a:lnTo>
                    <a:lnTo>
                      <a:pt x="5219700" y="3675888"/>
                    </a:lnTo>
                    <a:lnTo>
                      <a:pt x="5219700" y="0"/>
                    </a:lnTo>
                    <a:close/>
                  </a:path>
                </a:pathLst>
              </a:custGeom>
              <a:solidFill>
                <a:srgbClr val="467576"/>
              </a:solidFill>
            </p:spPr>
            <p:txBody>
              <a:bodyPr wrap="square" lIns="0" tIns="0" rIns="0" bIns="0" rtlCol="0"/>
              <a:lstStyle/>
              <a:p>
                <a:endParaRPr/>
              </a:p>
            </p:txBody>
          </p:sp>
        </p:grpSp>
        <p:sp>
          <p:nvSpPr>
            <p:cNvPr id="21" name="object 21"/>
            <p:cNvSpPr txBox="1"/>
            <p:nvPr/>
          </p:nvSpPr>
          <p:spPr>
            <a:xfrm>
              <a:off x="3203194" y="2258314"/>
              <a:ext cx="4781550" cy="805180"/>
            </a:xfrm>
            <a:prstGeom prst="rect">
              <a:avLst/>
            </a:prstGeom>
          </p:spPr>
          <p:txBody>
            <a:bodyPr vert="horz" wrap="square" lIns="0" tIns="12700" rIns="0" bIns="0" rtlCol="0">
              <a:spAutoFit/>
            </a:bodyPr>
            <a:lstStyle/>
            <a:p>
              <a:pPr marL="12700">
                <a:spcBef>
                  <a:spcPts val="100"/>
                </a:spcBef>
              </a:pPr>
              <a:r>
                <a:rPr sz="2400" b="1" dirty="0">
                  <a:solidFill>
                    <a:srgbClr val="AF1512"/>
                  </a:solidFill>
                  <a:latin typeface="Century Gothic"/>
                  <a:cs typeface="Century Gothic"/>
                </a:rPr>
                <a:t>Inspection</a:t>
              </a:r>
              <a:r>
                <a:rPr sz="2400" b="1" spc="-40" dirty="0">
                  <a:solidFill>
                    <a:srgbClr val="AF1512"/>
                  </a:solidFill>
                  <a:latin typeface="Century Gothic"/>
                  <a:cs typeface="Century Gothic"/>
                </a:rPr>
                <a:t> </a:t>
              </a:r>
              <a:r>
                <a:rPr sz="2400" b="1" dirty="0">
                  <a:solidFill>
                    <a:srgbClr val="AF1512"/>
                  </a:solidFill>
                  <a:latin typeface="Century Gothic"/>
                  <a:cs typeface="Century Gothic"/>
                </a:rPr>
                <a:t>–</a:t>
              </a:r>
              <a:r>
                <a:rPr sz="2400" b="1" spc="-50" dirty="0">
                  <a:solidFill>
                    <a:srgbClr val="AF1512"/>
                  </a:solidFill>
                  <a:latin typeface="Century Gothic"/>
                  <a:cs typeface="Century Gothic"/>
                </a:rPr>
                <a:t> </a:t>
              </a:r>
              <a:r>
                <a:rPr sz="2400" b="1" dirty="0">
                  <a:solidFill>
                    <a:srgbClr val="AF1512"/>
                  </a:solidFill>
                  <a:latin typeface="Century Gothic"/>
                  <a:cs typeface="Century Gothic"/>
                </a:rPr>
                <a:t>Criterios</a:t>
              </a:r>
              <a:r>
                <a:rPr sz="2400" b="1" spc="-65" dirty="0">
                  <a:solidFill>
                    <a:srgbClr val="AF1512"/>
                  </a:solidFill>
                  <a:latin typeface="Century Gothic"/>
                  <a:cs typeface="Century Gothic"/>
                </a:rPr>
                <a:t> </a:t>
              </a:r>
              <a:r>
                <a:rPr sz="2400" b="1" dirty="0">
                  <a:solidFill>
                    <a:srgbClr val="AF1512"/>
                  </a:solidFill>
                  <a:latin typeface="Century Gothic"/>
                  <a:cs typeface="Century Gothic"/>
                </a:rPr>
                <a:t>de</a:t>
              </a:r>
              <a:r>
                <a:rPr sz="2400" b="1" spc="-45" dirty="0">
                  <a:solidFill>
                    <a:srgbClr val="AF1512"/>
                  </a:solidFill>
                  <a:latin typeface="Century Gothic"/>
                  <a:cs typeface="Century Gothic"/>
                </a:rPr>
                <a:t> </a:t>
              </a:r>
              <a:r>
                <a:rPr sz="2400" b="1" spc="-10" dirty="0">
                  <a:solidFill>
                    <a:srgbClr val="AF1512"/>
                  </a:solidFill>
                  <a:latin typeface="Century Gothic"/>
                  <a:cs typeface="Century Gothic"/>
                </a:rPr>
                <a:t>Entrada</a:t>
              </a:r>
              <a:endParaRPr sz="2400" dirty="0">
                <a:latin typeface="Century Gothic"/>
                <a:cs typeface="Century Gothic"/>
              </a:endParaRPr>
            </a:p>
            <a:p>
              <a:pPr marL="2070100">
                <a:spcBef>
                  <a:spcPts val="1215"/>
                </a:spcBef>
              </a:pPr>
              <a:r>
                <a:rPr sz="1700" dirty="0">
                  <a:solidFill>
                    <a:srgbClr val="FFFFFF"/>
                  </a:solidFill>
                  <a:latin typeface="Century Gothic"/>
                  <a:cs typeface="Century Gothic"/>
                </a:rPr>
                <a:t>Ejemplos</a:t>
              </a:r>
              <a:r>
                <a:rPr sz="1700" spc="-30" dirty="0">
                  <a:solidFill>
                    <a:srgbClr val="FFFFFF"/>
                  </a:solidFill>
                  <a:latin typeface="Century Gothic"/>
                  <a:cs typeface="Century Gothic"/>
                </a:rPr>
                <a:t> </a:t>
              </a:r>
              <a:r>
                <a:rPr sz="1700" dirty="0">
                  <a:solidFill>
                    <a:srgbClr val="FFFFFF"/>
                  </a:solidFill>
                  <a:latin typeface="Century Gothic"/>
                  <a:cs typeface="Century Gothic"/>
                </a:rPr>
                <a:t>para</a:t>
              </a:r>
              <a:r>
                <a:rPr sz="1700" spc="-15" dirty="0">
                  <a:solidFill>
                    <a:srgbClr val="FFFFFF"/>
                  </a:solidFill>
                  <a:latin typeface="Century Gothic"/>
                  <a:cs typeface="Century Gothic"/>
                </a:rPr>
                <a:t> </a:t>
              </a:r>
              <a:r>
                <a:rPr sz="1700" dirty="0">
                  <a:solidFill>
                    <a:srgbClr val="FFFFFF"/>
                  </a:solidFill>
                  <a:latin typeface="Century Gothic"/>
                  <a:cs typeface="Century Gothic"/>
                </a:rPr>
                <a:t>una</a:t>
              </a:r>
              <a:r>
                <a:rPr sz="1700" spc="-10" dirty="0">
                  <a:solidFill>
                    <a:srgbClr val="FFFFFF"/>
                  </a:solidFill>
                  <a:latin typeface="Century Gothic"/>
                  <a:cs typeface="Century Gothic"/>
                </a:rPr>
                <a:t> </a:t>
              </a:r>
              <a:r>
                <a:rPr sz="1700" spc="-20" dirty="0">
                  <a:solidFill>
                    <a:srgbClr val="FFFFFF"/>
                  </a:solidFill>
                  <a:latin typeface="Century Gothic"/>
                  <a:cs typeface="Century Gothic"/>
                </a:rPr>
                <a:t>SRS.</a:t>
              </a:r>
              <a:endParaRPr sz="1700" dirty="0">
                <a:latin typeface="Century Gothic"/>
                <a:cs typeface="Century Gothic"/>
              </a:endParaRPr>
            </a:p>
          </p:txBody>
        </p:sp>
        <p:sp>
          <p:nvSpPr>
            <p:cNvPr id="22" name="object 22"/>
            <p:cNvSpPr txBox="1"/>
            <p:nvPr/>
          </p:nvSpPr>
          <p:spPr>
            <a:xfrm>
              <a:off x="5718175" y="3038983"/>
              <a:ext cx="4161154" cy="887094"/>
            </a:xfrm>
            <a:prstGeom prst="rect">
              <a:avLst/>
            </a:prstGeom>
          </p:spPr>
          <p:txBody>
            <a:bodyPr vert="horz" wrap="square" lIns="0" tIns="70485" rIns="0" bIns="0" rtlCol="0">
              <a:spAutoFit/>
            </a:bodyPr>
            <a:lstStyle/>
            <a:p>
              <a:pPr marL="299085" indent="-286385">
                <a:spcBef>
                  <a:spcPts val="555"/>
                </a:spcBef>
                <a:buSzPct val="80000"/>
                <a:buFont typeface="Wingdings"/>
                <a:buChar char=""/>
                <a:tabLst>
                  <a:tab pos="299085" algn="l"/>
                </a:tabLst>
              </a:pPr>
              <a:r>
                <a:rPr sz="1500" dirty="0">
                  <a:solidFill>
                    <a:srgbClr val="FFFFFF"/>
                  </a:solidFill>
                  <a:latin typeface="Century Gothic"/>
                  <a:cs typeface="Century Gothic"/>
                </a:rPr>
                <a:t>El</a:t>
              </a:r>
              <a:r>
                <a:rPr sz="1500" spc="-45" dirty="0">
                  <a:solidFill>
                    <a:srgbClr val="FFFFFF"/>
                  </a:solidFill>
                  <a:latin typeface="Century Gothic"/>
                  <a:cs typeface="Century Gothic"/>
                </a:rPr>
                <a:t> </a:t>
              </a:r>
              <a:r>
                <a:rPr sz="1500" dirty="0">
                  <a:solidFill>
                    <a:srgbClr val="FFFFFF"/>
                  </a:solidFill>
                  <a:latin typeface="Century Gothic"/>
                  <a:cs typeface="Century Gothic"/>
                </a:rPr>
                <a:t>documento</a:t>
              </a:r>
              <a:r>
                <a:rPr sz="1500" spc="-35" dirty="0">
                  <a:solidFill>
                    <a:srgbClr val="FFFFFF"/>
                  </a:solidFill>
                  <a:latin typeface="Century Gothic"/>
                  <a:cs typeface="Century Gothic"/>
                </a:rPr>
                <a:t> </a:t>
              </a:r>
              <a:r>
                <a:rPr sz="1500" dirty="0">
                  <a:solidFill>
                    <a:srgbClr val="FFFFFF"/>
                  </a:solidFill>
                  <a:latin typeface="Century Gothic"/>
                  <a:cs typeface="Century Gothic"/>
                </a:rPr>
                <a:t>utiliza</a:t>
              </a:r>
              <a:r>
                <a:rPr sz="1500" spc="-70" dirty="0">
                  <a:solidFill>
                    <a:srgbClr val="FFFFFF"/>
                  </a:solidFill>
                  <a:latin typeface="Century Gothic"/>
                  <a:cs typeface="Century Gothic"/>
                </a:rPr>
                <a:t> </a:t>
              </a:r>
              <a:r>
                <a:rPr sz="1500" dirty="0">
                  <a:solidFill>
                    <a:srgbClr val="FFFFFF"/>
                  </a:solidFill>
                  <a:latin typeface="Century Gothic"/>
                  <a:cs typeface="Century Gothic"/>
                </a:rPr>
                <a:t>el</a:t>
              </a:r>
              <a:r>
                <a:rPr sz="1500" spc="-20" dirty="0">
                  <a:solidFill>
                    <a:srgbClr val="FFFFFF"/>
                  </a:solidFill>
                  <a:latin typeface="Century Gothic"/>
                  <a:cs typeface="Century Gothic"/>
                </a:rPr>
                <a:t> </a:t>
              </a:r>
              <a:r>
                <a:rPr sz="1500" dirty="0">
                  <a:solidFill>
                    <a:srgbClr val="FFFFFF"/>
                  </a:solidFill>
                  <a:latin typeface="Century Gothic"/>
                  <a:cs typeface="Century Gothic"/>
                </a:rPr>
                <a:t>template</a:t>
              </a:r>
              <a:r>
                <a:rPr sz="1500" spc="-35" dirty="0">
                  <a:solidFill>
                    <a:srgbClr val="FFFFFF"/>
                  </a:solidFill>
                  <a:latin typeface="Century Gothic"/>
                  <a:cs typeface="Century Gothic"/>
                </a:rPr>
                <a:t> </a:t>
              </a:r>
              <a:r>
                <a:rPr sz="1500" spc="-10" dirty="0">
                  <a:solidFill>
                    <a:srgbClr val="FFFFFF"/>
                  </a:solidFill>
                  <a:latin typeface="Century Gothic"/>
                  <a:cs typeface="Century Gothic"/>
                </a:rPr>
                <a:t>definido.</a:t>
              </a:r>
              <a:endParaRPr sz="1500" dirty="0">
                <a:latin typeface="Century Gothic"/>
                <a:cs typeface="Century Gothic"/>
              </a:endParaRPr>
            </a:p>
            <a:p>
              <a:pPr marL="299085" indent="-286385">
                <a:spcBef>
                  <a:spcPts val="455"/>
                </a:spcBef>
                <a:buSzPct val="80000"/>
                <a:buFont typeface="Wingdings"/>
                <a:buChar char=""/>
                <a:tabLst>
                  <a:tab pos="299085" algn="l"/>
                </a:tabLst>
              </a:pPr>
              <a:r>
                <a:rPr sz="1500" dirty="0">
                  <a:solidFill>
                    <a:srgbClr val="FFFFFF"/>
                  </a:solidFill>
                  <a:latin typeface="Century Gothic"/>
                  <a:cs typeface="Century Gothic"/>
                </a:rPr>
                <a:t>Se</a:t>
              </a:r>
              <a:r>
                <a:rPr sz="1500" spc="-35" dirty="0">
                  <a:solidFill>
                    <a:srgbClr val="FFFFFF"/>
                  </a:solidFill>
                  <a:latin typeface="Century Gothic"/>
                  <a:cs typeface="Century Gothic"/>
                </a:rPr>
                <a:t> </a:t>
              </a:r>
              <a:r>
                <a:rPr sz="1500" dirty="0">
                  <a:solidFill>
                    <a:srgbClr val="FFFFFF"/>
                  </a:solidFill>
                  <a:latin typeface="Century Gothic"/>
                  <a:cs typeface="Century Gothic"/>
                </a:rPr>
                <a:t>revisó</a:t>
              </a:r>
              <a:r>
                <a:rPr sz="1500" spc="-50" dirty="0">
                  <a:solidFill>
                    <a:srgbClr val="FFFFFF"/>
                  </a:solidFill>
                  <a:latin typeface="Century Gothic"/>
                  <a:cs typeface="Century Gothic"/>
                </a:rPr>
                <a:t> </a:t>
              </a:r>
              <a:r>
                <a:rPr sz="1500" dirty="0">
                  <a:solidFill>
                    <a:srgbClr val="FFFFFF"/>
                  </a:solidFill>
                  <a:latin typeface="Century Gothic"/>
                  <a:cs typeface="Century Gothic"/>
                </a:rPr>
                <a:t>la</a:t>
              </a:r>
              <a:r>
                <a:rPr sz="1500" spc="-35" dirty="0">
                  <a:solidFill>
                    <a:srgbClr val="FFFFFF"/>
                  </a:solidFill>
                  <a:latin typeface="Century Gothic"/>
                  <a:cs typeface="Century Gothic"/>
                </a:rPr>
                <a:t> </a:t>
              </a:r>
              <a:r>
                <a:rPr sz="1500" dirty="0">
                  <a:solidFill>
                    <a:srgbClr val="FFFFFF"/>
                  </a:solidFill>
                  <a:latin typeface="Century Gothic"/>
                  <a:cs typeface="Century Gothic"/>
                </a:rPr>
                <a:t>gramática</a:t>
              </a:r>
              <a:r>
                <a:rPr sz="1500" spc="-20" dirty="0">
                  <a:solidFill>
                    <a:srgbClr val="FFFFFF"/>
                  </a:solidFill>
                  <a:latin typeface="Century Gothic"/>
                  <a:cs typeface="Century Gothic"/>
                </a:rPr>
                <a:t> </a:t>
              </a:r>
              <a:r>
                <a:rPr sz="1500" dirty="0">
                  <a:solidFill>
                    <a:srgbClr val="FFFFFF"/>
                  </a:solidFill>
                  <a:latin typeface="Century Gothic"/>
                  <a:cs typeface="Century Gothic"/>
                </a:rPr>
                <a:t>del</a:t>
              </a:r>
              <a:r>
                <a:rPr sz="1500" spc="-40" dirty="0">
                  <a:solidFill>
                    <a:srgbClr val="FFFFFF"/>
                  </a:solidFill>
                  <a:latin typeface="Century Gothic"/>
                  <a:cs typeface="Century Gothic"/>
                </a:rPr>
                <a:t> </a:t>
              </a:r>
              <a:r>
                <a:rPr sz="1500" spc="-10" dirty="0">
                  <a:solidFill>
                    <a:srgbClr val="FFFFFF"/>
                  </a:solidFill>
                  <a:latin typeface="Century Gothic"/>
                  <a:cs typeface="Century Gothic"/>
                </a:rPr>
                <a:t>documento.</a:t>
              </a:r>
              <a:endParaRPr sz="1500" dirty="0">
                <a:latin typeface="Century Gothic"/>
                <a:cs typeface="Century Gothic"/>
              </a:endParaRPr>
            </a:p>
            <a:p>
              <a:pPr marL="299085" indent="-286385">
                <a:spcBef>
                  <a:spcPts val="470"/>
                </a:spcBef>
                <a:buSzPct val="80000"/>
                <a:buFont typeface="Wingdings"/>
                <a:buChar char=""/>
                <a:tabLst>
                  <a:tab pos="299085" algn="l"/>
                </a:tabLst>
              </a:pPr>
              <a:r>
                <a:rPr sz="1500" dirty="0">
                  <a:solidFill>
                    <a:srgbClr val="FFFFFF"/>
                  </a:solidFill>
                  <a:latin typeface="Century Gothic"/>
                  <a:cs typeface="Century Gothic"/>
                </a:rPr>
                <a:t>El</a:t>
              </a:r>
              <a:r>
                <a:rPr sz="1500" spc="-50" dirty="0">
                  <a:solidFill>
                    <a:srgbClr val="FFFFFF"/>
                  </a:solidFill>
                  <a:latin typeface="Century Gothic"/>
                  <a:cs typeface="Century Gothic"/>
                </a:rPr>
                <a:t> </a:t>
              </a:r>
              <a:r>
                <a:rPr sz="1500" dirty="0">
                  <a:solidFill>
                    <a:srgbClr val="FFFFFF"/>
                  </a:solidFill>
                  <a:latin typeface="Century Gothic"/>
                  <a:cs typeface="Century Gothic"/>
                </a:rPr>
                <a:t>autor</a:t>
              </a:r>
              <a:r>
                <a:rPr sz="1500" spc="-30" dirty="0">
                  <a:solidFill>
                    <a:srgbClr val="FFFFFF"/>
                  </a:solidFill>
                  <a:latin typeface="Century Gothic"/>
                  <a:cs typeface="Century Gothic"/>
                </a:rPr>
                <a:t> </a:t>
              </a:r>
              <a:r>
                <a:rPr sz="1500" dirty="0">
                  <a:solidFill>
                    <a:srgbClr val="FFFFFF"/>
                  </a:solidFill>
                  <a:latin typeface="Century Gothic"/>
                  <a:cs typeface="Century Gothic"/>
                </a:rPr>
                <a:t>revisó</a:t>
              </a:r>
              <a:r>
                <a:rPr sz="1500" spc="-50" dirty="0">
                  <a:solidFill>
                    <a:srgbClr val="FFFFFF"/>
                  </a:solidFill>
                  <a:latin typeface="Century Gothic"/>
                  <a:cs typeface="Century Gothic"/>
                </a:rPr>
                <a:t> </a:t>
              </a:r>
              <a:r>
                <a:rPr sz="1500" dirty="0">
                  <a:solidFill>
                    <a:srgbClr val="FFFFFF"/>
                  </a:solidFill>
                  <a:latin typeface="Century Gothic"/>
                  <a:cs typeface="Century Gothic"/>
                </a:rPr>
                <a:t>el</a:t>
              </a:r>
              <a:r>
                <a:rPr sz="1500" spc="-40" dirty="0">
                  <a:solidFill>
                    <a:srgbClr val="FFFFFF"/>
                  </a:solidFill>
                  <a:latin typeface="Century Gothic"/>
                  <a:cs typeface="Century Gothic"/>
                </a:rPr>
                <a:t> </a:t>
              </a:r>
              <a:r>
                <a:rPr sz="1500" dirty="0">
                  <a:solidFill>
                    <a:srgbClr val="FFFFFF"/>
                  </a:solidFill>
                  <a:latin typeface="Century Gothic"/>
                  <a:cs typeface="Century Gothic"/>
                </a:rPr>
                <a:t>documento</a:t>
              </a:r>
              <a:r>
                <a:rPr sz="1500" spc="-15" dirty="0">
                  <a:solidFill>
                    <a:srgbClr val="FFFFFF"/>
                  </a:solidFill>
                  <a:latin typeface="Century Gothic"/>
                  <a:cs typeface="Century Gothic"/>
                </a:rPr>
                <a:t> </a:t>
              </a:r>
              <a:r>
                <a:rPr sz="1500" dirty="0">
                  <a:solidFill>
                    <a:srgbClr val="FFFFFF"/>
                  </a:solidFill>
                  <a:latin typeface="Century Gothic"/>
                  <a:cs typeface="Century Gothic"/>
                </a:rPr>
                <a:t>para</a:t>
              </a:r>
              <a:r>
                <a:rPr sz="1500" spc="-30" dirty="0">
                  <a:solidFill>
                    <a:srgbClr val="FFFFFF"/>
                  </a:solidFill>
                  <a:latin typeface="Century Gothic"/>
                  <a:cs typeface="Century Gothic"/>
                </a:rPr>
                <a:t> </a:t>
              </a:r>
              <a:r>
                <a:rPr sz="1500" spc="-10" dirty="0">
                  <a:solidFill>
                    <a:srgbClr val="FFFFFF"/>
                  </a:solidFill>
                  <a:latin typeface="Century Gothic"/>
                  <a:cs typeface="Century Gothic"/>
                </a:rPr>
                <a:t>evitar</a:t>
              </a:r>
              <a:endParaRPr sz="1500" dirty="0">
                <a:latin typeface="Century Gothic"/>
                <a:cs typeface="Century Gothic"/>
              </a:endParaRPr>
            </a:p>
          </p:txBody>
        </p:sp>
        <p:sp>
          <p:nvSpPr>
            <p:cNvPr id="23" name="object 23"/>
            <p:cNvSpPr txBox="1"/>
            <p:nvPr/>
          </p:nvSpPr>
          <p:spPr>
            <a:xfrm>
              <a:off x="6004686" y="3831717"/>
              <a:ext cx="2279650" cy="243656"/>
            </a:xfrm>
            <a:prstGeom prst="rect">
              <a:avLst/>
            </a:prstGeom>
          </p:spPr>
          <p:txBody>
            <a:bodyPr vert="horz" wrap="square" lIns="0" tIns="12700" rIns="0" bIns="0" rtlCol="0">
              <a:spAutoFit/>
            </a:bodyPr>
            <a:lstStyle/>
            <a:p>
              <a:pPr marL="12700">
                <a:spcBef>
                  <a:spcPts val="100"/>
                </a:spcBef>
              </a:pPr>
              <a:r>
                <a:rPr sz="1500" dirty="0">
                  <a:solidFill>
                    <a:srgbClr val="FFFFFF"/>
                  </a:solidFill>
                  <a:latin typeface="Century Gothic"/>
                  <a:cs typeface="Century Gothic"/>
                </a:rPr>
                <a:t>errores</a:t>
              </a:r>
              <a:r>
                <a:rPr sz="1500" spc="-25" dirty="0">
                  <a:solidFill>
                    <a:srgbClr val="FFFFFF"/>
                  </a:solidFill>
                  <a:latin typeface="Century Gothic"/>
                  <a:cs typeface="Century Gothic"/>
                </a:rPr>
                <a:t> </a:t>
              </a:r>
              <a:r>
                <a:rPr sz="1500" dirty="0">
                  <a:solidFill>
                    <a:srgbClr val="FFFFFF"/>
                  </a:solidFill>
                  <a:latin typeface="Century Gothic"/>
                  <a:cs typeface="Century Gothic"/>
                </a:rPr>
                <a:t>de</a:t>
              </a:r>
              <a:r>
                <a:rPr sz="1500" spc="-25" dirty="0">
                  <a:solidFill>
                    <a:srgbClr val="FFFFFF"/>
                  </a:solidFill>
                  <a:latin typeface="Century Gothic"/>
                  <a:cs typeface="Century Gothic"/>
                </a:rPr>
                <a:t> </a:t>
              </a:r>
              <a:r>
                <a:rPr sz="1500" spc="-10" dirty="0">
                  <a:solidFill>
                    <a:srgbClr val="FFFFFF"/>
                  </a:solidFill>
                  <a:latin typeface="Century Gothic"/>
                  <a:cs typeface="Century Gothic"/>
                </a:rPr>
                <a:t>presentación.</a:t>
              </a:r>
              <a:endParaRPr sz="1500">
                <a:latin typeface="Century Gothic"/>
                <a:cs typeface="Century Gothic"/>
              </a:endParaRPr>
            </a:p>
          </p:txBody>
        </p:sp>
        <p:sp>
          <p:nvSpPr>
            <p:cNvPr id="24" name="object 24"/>
            <p:cNvSpPr txBox="1"/>
            <p:nvPr/>
          </p:nvSpPr>
          <p:spPr>
            <a:xfrm>
              <a:off x="5718176" y="4118229"/>
              <a:ext cx="4556125" cy="243656"/>
            </a:xfrm>
            <a:prstGeom prst="rect">
              <a:avLst/>
            </a:prstGeom>
          </p:spPr>
          <p:txBody>
            <a:bodyPr vert="horz" wrap="square" lIns="0" tIns="12700" rIns="0" bIns="0" rtlCol="0">
              <a:spAutoFit/>
            </a:bodyPr>
            <a:lstStyle/>
            <a:p>
              <a:pPr marL="299085" indent="-286385">
                <a:spcBef>
                  <a:spcPts val="100"/>
                </a:spcBef>
                <a:buSzPct val="80000"/>
                <a:buFont typeface="Wingdings"/>
                <a:buChar char=""/>
                <a:tabLst>
                  <a:tab pos="299085" algn="l"/>
                </a:tabLst>
              </a:pPr>
              <a:r>
                <a:rPr sz="1500" dirty="0">
                  <a:solidFill>
                    <a:srgbClr val="FFFFFF"/>
                  </a:solidFill>
                  <a:latin typeface="Century Gothic"/>
                  <a:cs typeface="Century Gothic"/>
                </a:rPr>
                <a:t>Cualquier</a:t>
              </a:r>
              <a:r>
                <a:rPr sz="1500" spc="-60" dirty="0">
                  <a:solidFill>
                    <a:srgbClr val="FFFFFF"/>
                  </a:solidFill>
                  <a:latin typeface="Century Gothic"/>
                  <a:cs typeface="Century Gothic"/>
                </a:rPr>
                <a:t> </a:t>
              </a:r>
              <a:r>
                <a:rPr sz="1500" dirty="0">
                  <a:solidFill>
                    <a:srgbClr val="FFFFFF"/>
                  </a:solidFill>
                  <a:latin typeface="Century Gothic"/>
                  <a:cs typeface="Century Gothic"/>
                </a:rPr>
                <a:t>documento</a:t>
              </a:r>
              <a:r>
                <a:rPr sz="1500" spc="-20" dirty="0">
                  <a:solidFill>
                    <a:srgbClr val="FFFFFF"/>
                  </a:solidFill>
                  <a:latin typeface="Century Gothic"/>
                  <a:cs typeface="Century Gothic"/>
                </a:rPr>
                <a:t> </a:t>
              </a:r>
              <a:r>
                <a:rPr sz="1500" dirty="0">
                  <a:solidFill>
                    <a:srgbClr val="FFFFFF"/>
                  </a:solidFill>
                  <a:latin typeface="Century Gothic"/>
                  <a:cs typeface="Century Gothic"/>
                </a:rPr>
                <a:t>que</a:t>
              </a:r>
              <a:r>
                <a:rPr sz="1500" spc="-50" dirty="0">
                  <a:solidFill>
                    <a:srgbClr val="FFFFFF"/>
                  </a:solidFill>
                  <a:latin typeface="Century Gothic"/>
                  <a:cs typeface="Century Gothic"/>
                </a:rPr>
                <a:t> </a:t>
              </a:r>
              <a:r>
                <a:rPr sz="1500" dirty="0">
                  <a:solidFill>
                    <a:srgbClr val="FFFFFF"/>
                  </a:solidFill>
                  <a:latin typeface="Century Gothic"/>
                  <a:cs typeface="Century Gothic"/>
                </a:rPr>
                <a:t>pueda</a:t>
              </a:r>
              <a:r>
                <a:rPr sz="1500" spc="-40" dirty="0">
                  <a:solidFill>
                    <a:srgbClr val="FFFFFF"/>
                  </a:solidFill>
                  <a:latin typeface="Century Gothic"/>
                  <a:cs typeface="Century Gothic"/>
                </a:rPr>
                <a:t> </a:t>
              </a:r>
              <a:r>
                <a:rPr sz="1500" dirty="0">
                  <a:solidFill>
                    <a:srgbClr val="FFFFFF"/>
                  </a:solidFill>
                  <a:latin typeface="Century Gothic"/>
                  <a:cs typeface="Century Gothic"/>
                </a:rPr>
                <a:t>ser</a:t>
              </a:r>
              <a:r>
                <a:rPr sz="1500" spc="-50" dirty="0">
                  <a:solidFill>
                    <a:srgbClr val="FFFFFF"/>
                  </a:solidFill>
                  <a:latin typeface="Century Gothic"/>
                  <a:cs typeface="Century Gothic"/>
                </a:rPr>
                <a:t> </a:t>
              </a:r>
              <a:r>
                <a:rPr sz="1500" spc="-10" dirty="0">
                  <a:solidFill>
                    <a:srgbClr val="FFFFFF"/>
                  </a:solidFill>
                  <a:latin typeface="Century Gothic"/>
                  <a:cs typeface="Century Gothic"/>
                </a:rPr>
                <a:t>referido</a:t>
              </a:r>
              <a:endParaRPr sz="1500">
                <a:latin typeface="Century Gothic"/>
                <a:cs typeface="Century Gothic"/>
              </a:endParaRPr>
            </a:p>
          </p:txBody>
        </p:sp>
        <p:sp>
          <p:nvSpPr>
            <p:cNvPr id="25" name="object 25"/>
            <p:cNvSpPr txBox="1"/>
            <p:nvPr/>
          </p:nvSpPr>
          <p:spPr>
            <a:xfrm>
              <a:off x="6004686" y="4278248"/>
              <a:ext cx="3964304" cy="243656"/>
            </a:xfrm>
            <a:prstGeom prst="rect">
              <a:avLst/>
            </a:prstGeom>
          </p:spPr>
          <p:txBody>
            <a:bodyPr vert="horz" wrap="square" lIns="0" tIns="12700" rIns="0" bIns="0" rtlCol="0">
              <a:spAutoFit/>
            </a:bodyPr>
            <a:lstStyle/>
            <a:p>
              <a:pPr marL="12700">
                <a:spcBef>
                  <a:spcPts val="100"/>
                </a:spcBef>
              </a:pPr>
              <a:r>
                <a:rPr sz="1500" dirty="0">
                  <a:solidFill>
                    <a:srgbClr val="FFFFFF"/>
                  </a:solidFill>
                  <a:latin typeface="Century Gothic"/>
                  <a:cs typeface="Century Gothic"/>
                </a:rPr>
                <a:t>o</a:t>
              </a:r>
              <a:r>
                <a:rPr sz="1500" spc="-40" dirty="0">
                  <a:solidFill>
                    <a:srgbClr val="FFFFFF"/>
                  </a:solidFill>
                  <a:latin typeface="Century Gothic"/>
                  <a:cs typeface="Century Gothic"/>
                </a:rPr>
                <a:t> </a:t>
              </a:r>
              <a:r>
                <a:rPr sz="1500" dirty="0">
                  <a:solidFill>
                    <a:srgbClr val="FFFFFF"/>
                  </a:solidFill>
                  <a:latin typeface="Century Gothic"/>
                  <a:cs typeface="Century Gothic"/>
                </a:rPr>
                <a:t>precedente</a:t>
              </a:r>
              <a:r>
                <a:rPr sz="1500" spc="-60" dirty="0">
                  <a:solidFill>
                    <a:srgbClr val="FFFFFF"/>
                  </a:solidFill>
                  <a:latin typeface="Century Gothic"/>
                  <a:cs typeface="Century Gothic"/>
                </a:rPr>
                <a:t> </a:t>
              </a:r>
              <a:r>
                <a:rPr sz="1500" dirty="0">
                  <a:solidFill>
                    <a:srgbClr val="FFFFFF"/>
                  </a:solidFill>
                  <a:latin typeface="Century Gothic"/>
                  <a:cs typeface="Century Gothic"/>
                </a:rPr>
                <a:t>al</a:t>
              </a:r>
              <a:r>
                <a:rPr sz="1500" spc="-40" dirty="0">
                  <a:solidFill>
                    <a:srgbClr val="FFFFFF"/>
                  </a:solidFill>
                  <a:latin typeface="Century Gothic"/>
                  <a:cs typeface="Century Gothic"/>
                </a:rPr>
                <a:t> </a:t>
              </a:r>
              <a:r>
                <a:rPr sz="1500" dirty="0">
                  <a:solidFill>
                    <a:srgbClr val="FFFFFF"/>
                  </a:solidFill>
                  <a:latin typeface="Century Gothic"/>
                  <a:cs typeface="Century Gothic"/>
                </a:rPr>
                <a:t>producto</a:t>
              </a:r>
              <a:r>
                <a:rPr sz="1500" spc="-55" dirty="0">
                  <a:solidFill>
                    <a:srgbClr val="FFFFFF"/>
                  </a:solidFill>
                  <a:latin typeface="Century Gothic"/>
                  <a:cs typeface="Century Gothic"/>
                </a:rPr>
                <a:t> </a:t>
              </a:r>
              <a:r>
                <a:rPr sz="1500" dirty="0">
                  <a:solidFill>
                    <a:srgbClr val="FFFFFF"/>
                  </a:solidFill>
                  <a:latin typeface="Century Gothic"/>
                  <a:cs typeface="Century Gothic"/>
                </a:rPr>
                <a:t>está</a:t>
              </a:r>
              <a:r>
                <a:rPr sz="1500" spc="-45" dirty="0">
                  <a:solidFill>
                    <a:srgbClr val="FFFFFF"/>
                  </a:solidFill>
                  <a:latin typeface="Century Gothic"/>
                  <a:cs typeface="Century Gothic"/>
                </a:rPr>
                <a:t> </a:t>
              </a:r>
              <a:r>
                <a:rPr sz="1500" spc="-10" dirty="0">
                  <a:solidFill>
                    <a:srgbClr val="FFFFFF"/>
                  </a:solidFill>
                  <a:latin typeface="Century Gothic"/>
                  <a:cs typeface="Century Gothic"/>
                </a:rPr>
                <a:t>disponible.</a:t>
              </a:r>
              <a:endParaRPr sz="1500">
                <a:latin typeface="Century Gothic"/>
                <a:cs typeface="Century Gothic"/>
              </a:endParaRPr>
            </a:p>
          </p:txBody>
        </p:sp>
        <p:sp>
          <p:nvSpPr>
            <p:cNvPr id="26" name="object 26"/>
            <p:cNvSpPr txBox="1"/>
            <p:nvPr/>
          </p:nvSpPr>
          <p:spPr>
            <a:xfrm>
              <a:off x="5718176" y="4564760"/>
              <a:ext cx="4170045" cy="243656"/>
            </a:xfrm>
            <a:prstGeom prst="rect">
              <a:avLst/>
            </a:prstGeom>
          </p:spPr>
          <p:txBody>
            <a:bodyPr vert="horz" wrap="square" lIns="0" tIns="12700" rIns="0" bIns="0" rtlCol="0">
              <a:spAutoFit/>
            </a:bodyPr>
            <a:lstStyle/>
            <a:p>
              <a:pPr marL="299085" indent="-286385">
                <a:spcBef>
                  <a:spcPts val="100"/>
                </a:spcBef>
                <a:buSzPct val="80000"/>
                <a:buFont typeface="Wingdings"/>
                <a:buChar char=""/>
                <a:tabLst>
                  <a:tab pos="299085" algn="l"/>
                </a:tabLst>
              </a:pPr>
              <a:r>
                <a:rPr sz="1500" dirty="0">
                  <a:solidFill>
                    <a:srgbClr val="FFFFFF"/>
                  </a:solidFill>
                  <a:latin typeface="Century Gothic"/>
                  <a:cs typeface="Century Gothic"/>
                </a:rPr>
                <a:t>Los</a:t>
              </a:r>
              <a:r>
                <a:rPr sz="1500" spc="-35" dirty="0">
                  <a:solidFill>
                    <a:srgbClr val="FFFFFF"/>
                  </a:solidFill>
                  <a:latin typeface="Century Gothic"/>
                  <a:cs typeface="Century Gothic"/>
                </a:rPr>
                <a:t> </a:t>
              </a:r>
              <a:r>
                <a:rPr sz="1500" dirty="0">
                  <a:solidFill>
                    <a:srgbClr val="FFFFFF"/>
                  </a:solidFill>
                  <a:latin typeface="Century Gothic"/>
                  <a:cs typeface="Century Gothic"/>
                </a:rPr>
                <a:t>números</a:t>
              </a:r>
              <a:r>
                <a:rPr sz="1500" spc="-25" dirty="0">
                  <a:solidFill>
                    <a:srgbClr val="FFFFFF"/>
                  </a:solidFill>
                  <a:latin typeface="Century Gothic"/>
                  <a:cs typeface="Century Gothic"/>
                </a:rPr>
                <a:t> </a:t>
              </a:r>
              <a:r>
                <a:rPr sz="1500" dirty="0">
                  <a:solidFill>
                    <a:srgbClr val="FFFFFF"/>
                  </a:solidFill>
                  <a:latin typeface="Century Gothic"/>
                  <a:cs typeface="Century Gothic"/>
                </a:rPr>
                <a:t>de</a:t>
              </a:r>
              <a:r>
                <a:rPr sz="1500" spc="-45" dirty="0">
                  <a:solidFill>
                    <a:srgbClr val="FFFFFF"/>
                  </a:solidFill>
                  <a:latin typeface="Century Gothic"/>
                  <a:cs typeface="Century Gothic"/>
                </a:rPr>
                <a:t> </a:t>
              </a:r>
              <a:r>
                <a:rPr sz="1500" dirty="0">
                  <a:solidFill>
                    <a:srgbClr val="FFFFFF"/>
                  </a:solidFill>
                  <a:latin typeface="Century Gothic"/>
                  <a:cs typeface="Century Gothic"/>
                </a:rPr>
                <a:t>línea</a:t>
              </a:r>
              <a:r>
                <a:rPr sz="1500" spc="-55" dirty="0">
                  <a:solidFill>
                    <a:srgbClr val="FFFFFF"/>
                  </a:solidFill>
                  <a:latin typeface="Century Gothic"/>
                  <a:cs typeface="Century Gothic"/>
                </a:rPr>
                <a:t> </a:t>
              </a:r>
              <a:r>
                <a:rPr sz="1500" dirty="0">
                  <a:solidFill>
                    <a:srgbClr val="FFFFFF"/>
                  </a:solidFill>
                  <a:latin typeface="Century Gothic"/>
                  <a:cs typeface="Century Gothic"/>
                </a:rPr>
                <a:t>están</a:t>
              </a:r>
              <a:r>
                <a:rPr sz="1500" spc="-30" dirty="0">
                  <a:solidFill>
                    <a:srgbClr val="FFFFFF"/>
                  </a:solidFill>
                  <a:latin typeface="Century Gothic"/>
                  <a:cs typeface="Century Gothic"/>
                </a:rPr>
                <a:t> </a:t>
              </a:r>
              <a:r>
                <a:rPr sz="1500" dirty="0">
                  <a:solidFill>
                    <a:srgbClr val="FFFFFF"/>
                  </a:solidFill>
                  <a:latin typeface="Century Gothic"/>
                  <a:cs typeface="Century Gothic"/>
                </a:rPr>
                <a:t>impresos</a:t>
              </a:r>
              <a:r>
                <a:rPr sz="1500" spc="-35" dirty="0">
                  <a:solidFill>
                    <a:srgbClr val="FFFFFF"/>
                  </a:solidFill>
                  <a:latin typeface="Century Gothic"/>
                  <a:cs typeface="Century Gothic"/>
                </a:rPr>
                <a:t> </a:t>
              </a:r>
              <a:r>
                <a:rPr sz="1500" dirty="0">
                  <a:solidFill>
                    <a:srgbClr val="FFFFFF"/>
                  </a:solidFill>
                  <a:latin typeface="Century Gothic"/>
                  <a:cs typeface="Century Gothic"/>
                </a:rPr>
                <a:t>en</a:t>
              </a:r>
              <a:r>
                <a:rPr sz="1500" spc="-35" dirty="0">
                  <a:solidFill>
                    <a:srgbClr val="FFFFFF"/>
                  </a:solidFill>
                  <a:latin typeface="Century Gothic"/>
                  <a:cs typeface="Century Gothic"/>
                </a:rPr>
                <a:t> </a:t>
              </a:r>
              <a:r>
                <a:rPr sz="1500" spc="-25" dirty="0">
                  <a:solidFill>
                    <a:srgbClr val="FFFFFF"/>
                  </a:solidFill>
                  <a:latin typeface="Century Gothic"/>
                  <a:cs typeface="Century Gothic"/>
                </a:rPr>
                <a:t>el</a:t>
              </a:r>
              <a:endParaRPr sz="1500">
                <a:latin typeface="Century Gothic"/>
                <a:cs typeface="Century Gothic"/>
              </a:endParaRPr>
            </a:p>
          </p:txBody>
        </p:sp>
        <p:sp>
          <p:nvSpPr>
            <p:cNvPr id="27" name="object 27"/>
            <p:cNvSpPr txBox="1"/>
            <p:nvPr/>
          </p:nvSpPr>
          <p:spPr>
            <a:xfrm>
              <a:off x="6004686" y="4724780"/>
              <a:ext cx="3625850" cy="243656"/>
            </a:xfrm>
            <a:prstGeom prst="rect">
              <a:avLst/>
            </a:prstGeom>
          </p:spPr>
          <p:txBody>
            <a:bodyPr vert="horz" wrap="square" lIns="0" tIns="12700" rIns="0" bIns="0" rtlCol="0">
              <a:spAutoFit/>
            </a:bodyPr>
            <a:lstStyle/>
            <a:p>
              <a:pPr marL="12700">
                <a:spcBef>
                  <a:spcPts val="100"/>
                </a:spcBef>
              </a:pPr>
              <a:r>
                <a:rPr sz="1500" dirty="0">
                  <a:solidFill>
                    <a:srgbClr val="FFFFFF"/>
                  </a:solidFill>
                  <a:latin typeface="Century Gothic"/>
                  <a:cs typeface="Century Gothic"/>
                </a:rPr>
                <a:t>documento</a:t>
              </a:r>
              <a:r>
                <a:rPr sz="1500" spc="-40" dirty="0">
                  <a:solidFill>
                    <a:srgbClr val="FFFFFF"/>
                  </a:solidFill>
                  <a:latin typeface="Century Gothic"/>
                  <a:cs typeface="Century Gothic"/>
                </a:rPr>
                <a:t> </a:t>
              </a:r>
              <a:r>
                <a:rPr sz="1500" dirty="0">
                  <a:solidFill>
                    <a:srgbClr val="FFFFFF"/>
                  </a:solidFill>
                  <a:latin typeface="Century Gothic"/>
                  <a:cs typeface="Century Gothic"/>
                </a:rPr>
                <a:t>para</a:t>
              </a:r>
              <a:r>
                <a:rPr sz="1500" spc="-35" dirty="0">
                  <a:solidFill>
                    <a:srgbClr val="FFFFFF"/>
                  </a:solidFill>
                  <a:latin typeface="Century Gothic"/>
                  <a:cs typeface="Century Gothic"/>
                </a:rPr>
                <a:t> </a:t>
              </a:r>
              <a:r>
                <a:rPr sz="1500" dirty="0">
                  <a:solidFill>
                    <a:srgbClr val="FFFFFF"/>
                  </a:solidFill>
                  <a:latin typeface="Century Gothic"/>
                  <a:cs typeface="Century Gothic"/>
                </a:rPr>
                <a:t>facilitar</a:t>
              </a:r>
              <a:r>
                <a:rPr sz="1500" spc="-65" dirty="0">
                  <a:solidFill>
                    <a:srgbClr val="FFFFFF"/>
                  </a:solidFill>
                  <a:latin typeface="Century Gothic"/>
                  <a:cs typeface="Century Gothic"/>
                </a:rPr>
                <a:t> </a:t>
              </a:r>
              <a:r>
                <a:rPr sz="1500" spc="-10" dirty="0">
                  <a:solidFill>
                    <a:srgbClr val="FFFFFF"/>
                  </a:solidFill>
                  <a:latin typeface="Century Gothic"/>
                  <a:cs typeface="Century Gothic"/>
                </a:rPr>
                <a:t>referencias</a:t>
              </a:r>
              <a:r>
                <a:rPr sz="1500" spc="-50" dirty="0">
                  <a:solidFill>
                    <a:srgbClr val="FFFFFF"/>
                  </a:solidFill>
                  <a:latin typeface="Century Gothic"/>
                  <a:cs typeface="Century Gothic"/>
                </a:rPr>
                <a:t> a</a:t>
              </a:r>
              <a:endParaRPr sz="1500">
                <a:latin typeface="Century Gothic"/>
                <a:cs typeface="Century Gothic"/>
              </a:endParaRPr>
            </a:p>
          </p:txBody>
        </p:sp>
        <p:sp>
          <p:nvSpPr>
            <p:cNvPr id="28" name="object 28"/>
            <p:cNvSpPr txBox="1"/>
            <p:nvPr/>
          </p:nvSpPr>
          <p:spPr>
            <a:xfrm>
              <a:off x="6004686" y="4884801"/>
              <a:ext cx="4015104" cy="243656"/>
            </a:xfrm>
            <a:prstGeom prst="rect">
              <a:avLst/>
            </a:prstGeom>
          </p:spPr>
          <p:txBody>
            <a:bodyPr vert="horz" wrap="square" lIns="0" tIns="12700" rIns="0" bIns="0" rtlCol="0">
              <a:spAutoFit/>
            </a:bodyPr>
            <a:lstStyle/>
            <a:p>
              <a:pPr marL="12700">
                <a:spcBef>
                  <a:spcPts val="100"/>
                </a:spcBef>
              </a:pPr>
              <a:r>
                <a:rPr sz="1500" spc="-10" dirty="0">
                  <a:solidFill>
                    <a:srgbClr val="FFFFFF"/>
                  </a:solidFill>
                  <a:latin typeface="Century Gothic"/>
                  <a:cs typeface="Century Gothic"/>
                </a:rPr>
                <a:t>ubicaciones</a:t>
              </a:r>
              <a:r>
                <a:rPr sz="1500" spc="-20" dirty="0">
                  <a:solidFill>
                    <a:srgbClr val="FFFFFF"/>
                  </a:solidFill>
                  <a:latin typeface="Century Gothic"/>
                  <a:cs typeface="Century Gothic"/>
                </a:rPr>
                <a:t> </a:t>
              </a:r>
              <a:r>
                <a:rPr sz="1500" spc="-10" dirty="0">
                  <a:solidFill>
                    <a:srgbClr val="FFFFFF"/>
                  </a:solidFill>
                  <a:latin typeface="Century Gothic"/>
                  <a:cs typeface="Century Gothic"/>
                </a:rPr>
                <a:t>específicas</a:t>
              </a:r>
              <a:r>
                <a:rPr sz="1500" spc="-5" dirty="0">
                  <a:solidFill>
                    <a:srgbClr val="FFFFFF"/>
                  </a:solidFill>
                  <a:latin typeface="Century Gothic"/>
                  <a:cs typeface="Century Gothic"/>
                </a:rPr>
                <a:t> </a:t>
              </a:r>
              <a:r>
                <a:rPr sz="1500" dirty="0">
                  <a:solidFill>
                    <a:srgbClr val="FFFFFF"/>
                  </a:solidFill>
                  <a:latin typeface="Century Gothic"/>
                  <a:cs typeface="Century Gothic"/>
                </a:rPr>
                <a:t>durante</a:t>
              </a:r>
              <a:r>
                <a:rPr sz="1500" spc="-20" dirty="0">
                  <a:solidFill>
                    <a:srgbClr val="FFFFFF"/>
                  </a:solidFill>
                  <a:latin typeface="Century Gothic"/>
                  <a:cs typeface="Century Gothic"/>
                </a:rPr>
                <a:t> </a:t>
              </a:r>
              <a:r>
                <a:rPr sz="1500" dirty="0">
                  <a:solidFill>
                    <a:srgbClr val="FFFFFF"/>
                  </a:solidFill>
                  <a:latin typeface="Century Gothic"/>
                  <a:cs typeface="Century Gothic"/>
                </a:rPr>
                <a:t>la</a:t>
              </a:r>
              <a:r>
                <a:rPr sz="1500" spc="-25" dirty="0">
                  <a:solidFill>
                    <a:srgbClr val="FFFFFF"/>
                  </a:solidFill>
                  <a:latin typeface="Century Gothic"/>
                  <a:cs typeface="Century Gothic"/>
                </a:rPr>
                <a:t> </a:t>
              </a:r>
              <a:r>
                <a:rPr sz="1500" spc="-10" dirty="0">
                  <a:solidFill>
                    <a:srgbClr val="FFFFFF"/>
                  </a:solidFill>
                  <a:latin typeface="Century Gothic"/>
                  <a:cs typeface="Century Gothic"/>
                </a:rPr>
                <a:t>reunión</a:t>
              </a:r>
              <a:endParaRPr sz="1500">
                <a:latin typeface="Century Gothic"/>
                <a:cs typeface="Century Gothic"/>
              </a:endParaRPr>
            </a:p>
          </p:txBody>
        </p:sp>
        <p:sp>
          <p:nvSpPr>
            <p:cNvPr id="29" name="object 29"/>
            <p:cNvSpPr txBox="1"/>
            <p:nvPr/>
          </p:nvSpPr>
          <p:spPr>
            <a:xfrm>
              <a:off x="6004687" y="5044821"/>
              <a:ext cx="1395095" cy="243656"/>
            </a:xfrm>
            <a:prstGeom prst="rect">
              <a:avLst/>
            </a:prstGeom>
          </p:spPr>
          <p:txBody>
            <a:bodyPr vert="horz" wrap="square" lIns="0" tIns="12700" rIns="0" bIns="0" rtlCol="0">
              <a:spAutoFit/>
            </a:bodyPr>
            <a:lstStyle/>
            <a:p>
              <a:pPr marL="12700">
                <a:spcBef>
                  <a:spcPts val="100"/>
                </a:spcBef>
              </a:pPr>
              <a:r>
                <a:rPr sz="1500" dirty="0">
                  <a:solidFill>
                    <a:srgbClr val="FFFFFF"/>
                  </a:solidFill>
                  <a:latin typeface="Century Gothic"/>
                  <a:cs typeface="Century Gothic"/>
                </a:rPr>
                <a:t>de</a:t>
              </a:r>
              <a:r>
                <a:rPr sz="1500" spc="-10" dirty="0">
                  <a:solidFill>
                    <a:srgbClr val="FFFFFF"/>
                  </a:solidFill>
                  <a:latin typeface="Century Gothic"/>
                  <a:cs typeface="Century Gothic"/>
                </a:rPr>
                <a:t> inspección.</a:t>
              </a:r>
              <a:endParaRPr sz="1500">
                <a:latin typeface="Century Gothic"/>
                <a:cs typeface="Century Gothic"/>
              </a:endParaRPr>
            </a:p>
          </p:txBody>
        </p:sp>
        <p:sp>
          <p:nvSpPr>
            <p:cNvPr id="30" name="object 30"/>
            <p:cNvSpPr txBox="1"/>
            <p:nvPr/>
          </p:nvSpPr>
          <p:spPr>
            <a:xfrm>
              <a:off x="5718176" y="5333238"/>
              <a:ext cx="4380865" cy="243656"/>
            </a:xfrm>
            <a:prstGeom prst="rect">
              <a:avLst/>
            </a:prstGeom>
          </p:spPr>
          <p:txBody>
            <a:bodyPr vert="horz" wrap="square" lIns="0" tIns="12700" rIns="0" bIns="0" rtlCol="0">
              <a:spAutoFit/>
            </a:bodyPr>
            <a:lstStyle/>
            <a:p>
              <a:pPr marL="299085" indent="-286385">
                <a:spcBef>
                  <a:spcPts val="100"/>
                </a:spcBef>
                <a:buSzPct val="80000"/>
                <a:buFont typeface="Wingdings"/>
                <a:buChar char=""/>
                <a:tabLst>
                  <a:tab pos="299085" algn="l"/>
                </a:tabLst>
              </a:pPr>
              <a:r>
                <a:rPr sz="1500" dirty="0">
                  <a:solidFill>
                    <a:srgbClr val="FFFFFF"/>
                  </a:solidFill>
                  <a:latin typeface="Century Gothic"/>
                  <a:cs typeface="Century Gothic"/>
                </a:rPr>
                <a:t>Todos</a:t>
              </a:r>
              <a:r>
                <a:rPr sz="1500" spc="-35" dirty="0">
                  <a:solidFill>
                    <a:srgbClr val="FFFFFF"/>
                  </a:solidFill>
                  <a:latin typeface="Century Gothic"/>
                  <a:cs typeface="Century Gothic"/>
                </a:rPr>
                <a:t> </a:t>
              </a:r>
              <a:r>
                <a:rPr sz="1500" dirty="0">
                  <a:solidFill>
                    <a:srgbClr val="FFFFFF"/>
                  </a:solidFill>
                  <a:latin typeface="Century Gothic"/>
                  <a:cs typeface="Century Gothic"/>
                </a:rPr>
                <a:t>los</a:t>
              </a:r>
              <a:r>
                <a:rPr sz="1500" spc="-30" dirty="0">
                  <a:solidFill>
                    <a:srgbClr val="FFFFFF"/>
                  </a:solidFill>
                  <a:latin typeface="Century Gothic"/>
                  <a:cs typeface="Century Gothic"/>
                </a:rPr>
                <a:t> </a:t>
              </a:r>
              <a:r>
                <a:rPr sz="1500" dirty="0">
                  <a:solidFill>
                    <a:srgbClr val="FFFFFF"/>
                  </a:solidFill>
                  <a:latin typeface="Century Gothic"/>
                  <a:cs typeface="Century Gothic"/>
                </a:rPr>
                <a:t>issues</a:t>
              </a:r>
              <a:r>
                <a:rPr sz="1500" spc="-35" dirty="0">
                  <a:solidFill>
                    <a:srgbClr val="FFFFFF"/>
                  </a:solidFill>
                  <a:latin typeface="Century Gothic"/>
                  <a:cs typeface="Century Gothic"/>
                </a:rPr>
                <a:t> </a:t>
              </a:r>
              <a:r>
                <a:rPr sz="1500" dirty="0">
                  <a:solidFill>
                    <a:srgbClr val="FFFFFF"/>
                  </a:solidFill>
                  <a:latin typeface="Century Gothic"/>
                  <a:cs typeface="Century Gothic"/>
                </a:rPr>
                <a:t>que</a:t>
              </a:r>
              <a:r>
                <a:rPr sz="1500" spc="-40" dirty="0">
                  <a:solidFill>
                    <a:srgbClr val="FFFFFF"/>
                  </a:solidFill>
                  <a:latin typeface="Century Gothic"/>
                  <a:cs typeface="Century Gothic"/>
                </a:rPr>
                <a:t> </a:t>
              </a:r>
              <a:r>
                <a:rPr sz="1500" dirty="0">
                  <a:solidFill>
                    <a:srgbClr val="FFFFFF"/>
                  </a:solidFill>
                  <a:latin typeface="Century Gothic"/>
                  <a:cs typeface="Century Gothic"/>
                </a:rPr>
                <a:t>queden</a:t>
              </a:r>
              <a:r>
                <a:rPr sz="1500" spc="-35" dirty="0">
                  <a:solidFill>
                    <a:srgbClr val="FFFFFF"/>
                  </a:solidFill>
                  <a:latin typeface="Century Gothic"/>
                  <a:cs typeface="Century Gothic"/>
                </a:rPr>
                <a:t> </a:t>
              </a:r>
              <a:r>
                <a:rPr sz="1500" dirty="0">
                  <a:solidFill>
                    <a:srgbClr val="FFFFFF"/>
                  </a:solidFill>
                  <a:latin typeface="Century Gothic"/>
                  <a:cs typeface="Century Gothic"/>
                </a:rPr>
                <a:t>abiertos</a:t>
              </a:r>
              <a:r>
                <a:rPr sz="1500" spc="-45" dirty="0">
                  <a:solidFill>
                    <a:srgbClr val="FFFFFF"/>
                  </a:solidFill>
                  <a:latin typeface="Century Gothic"/>
                  <a:cs typeface="Century Gothic"/>
                </a:rPr>
                <a:t> </a:t>
              </a:r>
              <a:r>
                <a:rPr sz="1500" spc="-10" dirty="0">
                  <a:solidFill>
                    <a:srgbClr val="FFFFFF"/>
                  </a:solidFill>
                  <a:latin typeface="Century Gothic"/>
                  <a:cs typeface="Century Gothic"/>
                </a:rPr>
                <a:t>deben</a:t>
              </a:r>
              <a:endParaRPr sz="1500">
                <a:latin typeface="Century Gothic"/>
                <a:cs typeface="Century Gothic"/>
              </a:endParaRPr>
            </a:p>
          </p:txBody>
        </p:sp>
        <p:sp>
          <p:nvSpPr>
            <p:cNvPr id="31" name="object 31"/>
            <p:cNvSpPr txBox="1"/>
            <p:nvPr/>
          </p:nvSpPr>
          <p:spPr>
            <a:xfrm>
              <a:off x="6004687" y="5493207"/>
              <a:ext cx="3791585" cy="243656"/>
            </a:xfrm>
            <a:prstGeom prst="rect">
              <a:avLst/>
            </a:prstGeom>
          </p:spPr>
          <p:txBody>
            <a:bodyPr vert="horz" wrap="square" lIns="0" tIns="12700" rIns="0" bIns="0" rtlCol="0">
              <a:spAutoFit/>
            </a:bodyPr>
            <a:lstStyle/>
            <a:p>
              <a:pPr marL="12700">
                <a:spcBef>
                  <a:spcPts val="100"/>
                </a:spcBef>
              </a:pPr>
              <a:r>
                <a:rPr sz="1500" dirty="0">
                  <a:solidFill>
                    <a:srgbClr val="FFFFFF"/>
                  </a:solidFill>
                  <a:latin typeface="Century Gothic"/>
                  <a:cs typeface="Century Gothic"/>
                </a:rPr>
                <a:t>ser</a:t>
              </a:r>
              <a:r>
                <a:rPr sz="1500" spc="-45" dirty="0">
                  <a:solidFill>
                    <a:srgbClr val="FFFFFF"/>
                  </a:solidFill>
                  <a:latin typeface="Century Gothic"/>
                  <a:cs typeface="Century Gothic"/>
                </a:rPr>
                <a:t> </a:t>
              </a:r>
              <a:r>
                <a:rPr sz="1500" dirty="0">
                  <a:solidFill>
                    <a:srgbClr val="FFFFFF"/>
                  </a:solidFill>
                  <a:latin typeface="Century Gothic"/>
                  <a:cs typeface="Century Gothic"/>
                </a:rPr>
                <a:t>marcados</a:t>
              </a:r>
              <a:r>
                <a:rPr sz="1500" spc="-35" dirty="0">
                  <a:solidFill>
                    <a:srgbClr val="FFFFFF"/>
                  </a:solidFill>
                  <a:latin typeface="Century Gothic"/>
                  <a:cs typeface="Century Gothic"/>
                </a:rPr>
                <a:t> </a:t>
              </a:r>
              <a:r>
                <a:rPr sz="1500" dirty="0">
                  <a:solidFill>
                    <a:srgbClr val="FFFFFF"/>
                  </a:solidFill>
                  <a:latin typeface="Century Gothic"/>
                  <a:cs typeface="Century Gothic"/>
                </a:rPr>
                <a:t>como</a:t>
              </a:r>
              <a:r>
                <a:rPr sz="1500" spc="-25" dirty="0">
                  <a:solidFill>
                    <a:srgbClr val="FFFFFF"/>
                  </a:solidFill>
                  <a:latin typeface="Century Gothic"/>
                  <a:cs typeface="Century Gothic"/>
                </a:rPr>
                <a:t> </a:t>
              </a:r>
              <a:r>
                <a:rPr sz="1500" dirty="0">
                  <a:solidFill>
                    <a:srgbClr val="FFFFFF"/>
                  </a:solidFill>
                  <a:latin typeface="Century Gothic"/>
                  <a:cs typeface="Century Gothic"/>
                </a:rPr>
                <a:t>TBD</a:t>
              </a:r>
              <a:r>
                <a:rPr sz="1500" spc="-45" dirty="0">
                  <a:solidFill>
                    <a:srgbClr val="FFFFFF"/>
                  </a:solidFill>
                  <a:latin typeface="Century Gothic"/>
                  <a:cs typeface="Century Gothic"/>
                </a:rPr>
                <a:t> </a:t>
              </a:r>
              <a:r>
                <a:rPr sz="1500" dirty="0">
                  <a:solidFill>
                    <a:srgbClr val="FFFFFF"/>
                  </a:solidFill>
                  <a:latin typeface="Century Gothic"/>
                  <a:cs typeface="Century Gothic"/>
                </a:rPr>
                <a:t>(to</a:t>
              </a:r>
              <a:r>
                <a:rPr sz="1500" spc="5" dirty="0">
                  <a:solidFill>
                    <a:srgbClr val="FFFFFF"/>
                  </a:solidFill>
                  <a:latin typeface="Century Gothic"/>
                  <a:cs typeface="Century Gothic"/>
                </a:rPr>
                <a:t> </a:t>
              </a:r>
              <a:r>
                <a:rPr sz="1500" dirty="0">
                  <a:solidFill>
                    <a:srgbClr val="FFFFFF"/>
                  </a:solidFill>
                  <a:latin typeface="Century Gothic"/>
                  <a:cs typeface="Century Gothic"/>
                </a:rPr>
                <a:t>be</a:t>
              </a:r>
              <a:r>
                <a:rPr sz="1500" spc="-35" dirty="0">
                  <a:solidFill>
                    <a:srgbClr val="FFFFFF"/>
                  </a:solidFill>
                  <a:latin typeface="Century Gothic"/>
                  <a:cs typeface="Century Gothic"/>
                </a:rPr>
                <a:t> </a:t>
              </a:r>
              <a:r>
                <a:rPr sz="1500" spc="-10" dirty="0">
                  <a:solidFill>
                    <a:srgbClr val="FFFFFF"/>
                  </a:solidFill>
                  <a:latin typeface="Century Gothic"/>
                  <a:cs typeface="Century Gothic"/>
                </a:rPr>
                <a:t>defined).</a:t>
              </a:r>
              <a:endParaRPr sz="1500">
                <a:latin typeface="Century Gothic"/>
                <a:cs typeface="Century Gothic"/>
              </a:endParaRPr>
            </a:p>
          </p:txBody>
        </p:sp>
        <p:sp>
          <p:nvSpPr>
            <p:cNvPr id="32" name="object 32"/>
            <p:cNvSpPr txBox="1"/>
            <p:nvPr/>
          </p:nvSpPr>
          <p:spPr>
            <a:xfrm>
              <a:off x="5718175" y="5779719"/>
              <a:ext cx="4538980" cy="243656"/>
            </a:xfrm>
            <a:prstGeom prst="rect">
              <a:avLst/>
            </a:prstGeom>
          </p:spPr>
          <p:txBody>
            <a:bodyPr vert="horz" wrap="square" lIns="0" tIns="12700" rIns="0" bIns="0" rtlCol="0">
              <a:spAutoFit/>
            </a:bodyPr>
            <a:lstStyle/>
            <a:p>
              <a:pPr marL="299085" indent="-286385">
                <a:spcBef>
                  <a:spcPts val="100"/>
                </a:spcBef>
                <a:buSzPct val="80000"/>
                <a:buFont typeface="Wingdings"/>
                <a:buChar char=""/>
                <a:tabLst>
                  <a:tab pos="299085" algn="l"/>
                </a:tabLst>
              </a:pPr>
              <a:r>
                <a:rPr sz="1500" dirty="0">
                  <a:solidFill>
                    <a:srgbClr val="FFFFFF"/>
                  </a:solidFill>
                  <a:latin typeface="Century Gothic"/>
                  <a:cs typeface="Century Gothic"/>
                </a:rPr>
                <a:t>El</a:t>
              </a:r>
              <a:r>
                <a:rPr sz="1500" spc="-40" dirty="0">
                  <a:solidFill>
                    <a:srgbClr val="FFFFFF"/>
                  </a:solidFill>
                  <a:latin typeface="Century Gothic"/>
                  <a:cs typeface="Century Gothic"/>
                </a:rPr>
                <a:t> </a:t>
              </a:r>
              <a:r>
                <a:rPr sz="1500" dirty="0">
                  <a:solidFill>
                    <a:srgbClr val="FFFFFF"/>
                  </a:solidFill>
                  <a:latin typeface="Century Gothic"/>
                  <a:cs typeface="Century Gothic"/>
                </a:rPr>
                <a:t>moderador</a:t>
              </a:r>
              <a:r>
                <a:rPr sz="1500" spc="-30" dirty="0">
                  <a:solidFill>
                    <a:srgbClr val="FFFFFF"/>
                  </a:solidFill>
                  <a:latin typeface="Century Gothic"/>
                  <a:cs typeface="Century Gothic"/>
                </a:rPr>
                <a:t> </a:t>
              </a:r>
              <a:r>
                <a:rPr sz="1500" dirty="0">
                  <a:solidFill>
                    <a:srgbClr val="FFFFFF"/>
                  </a:solidFill>
                  <a:latin typeface="Century Gothic"/>
                  <a:cs typeface="Century Gothic"/>
                </a:rPr>
                <a:t>no</a:t>
              </a:r>
              <a:r>
                <a:rPr sz="1500" spc="-25" dirty="0">
                  <a:solidFill>
                    <a:srgbClr val="FFFFFF"/>
                  </a:solidFill>
                  <a:latin typeface="Century Gothic"/>
                  <a:cs typeface="Century Gothic"/>
                </a:rPr>
                <a:t> </a:t>
              </a:r>
              <a:r>
                <a:rPr sz="1500" dirty="0">
                  <a:solidFill>
                    <a:srgbClr val="FFFFFF"/>
                  </a:solidFill>
                  <a:latin typeface="Century Gothic"/>
                  <a:cs typeface="Century Gothic"/>
                </a:rPr>
                <a:t>encontró</a:t>
              </a:r>
              <a:r>
                <a:rPr sz="1500" spc="-25" dirty="0">
                  <a:solidFill>
                    <a:srgbClr val="FFFFFF"/>
                  </a:solidFill>
                  <a:latin typeface="Century Gothic"/>
                  <a:cs typeface="Century Gothic"/>
                </a:rPr>
                <a:t> </a:t>
              </a:r>
              <a:r>
                <a:rPr sz="1500" dirty="0">
                  <a:solidFill>
                    <a:srgbClr val="FFFFFF"/>
                  </a:solidFill>
                  <a:latin typeface="Century Gothic"/>
                  <a:cs typeface="Century Gothic"/>
                </a:rPr>
                <a:t>más</a:t>
              </a:r>
              <a:r>
                <a:rPr sz="1500" spc="-25" dirty="0">
                  <a:solidFill>
                    <a:srgbClr val="FFFFFF"/>
                  </a:solidFill>
                  <a:latin typeface="Century Gothic"/>
                  <a:cs typeface="Century Gothic"/>
                </a:rPr>
                <a:t> </a:t>
              </a:r>
              <a:r>
                <a:rPr sz="1500" dirty="0">
                  <a:solidFill>
                    <a:srgbClr val="FFFFFF"/>
                  </a:solidFill>
                  <a:latin typeface="Century Gothic"/>
                  <a:cs typeface="Century Gothic"/>
                </a:rPr>
                <a:t>de</a:t>
              </a:r>
              <a:r>
                <a:rPr sz="1500" spc="-40" dirty="0">
                  <a:solidFill>
                    <a:srgbClr val="FFFFFF"/>
                  </a:solidFill>
                  <a:latin typeface="Century Gothic"/>
                  <a:cs typeface="Century Gothic"/>
                </a:rPr>
                <a:t> </a:t>
              </a:r>
              <a:r>
                <a:rPr sz="1500" dirty="0">
                  <a:solidFill>
                    <a:srgbClr val="FFFFFF"/>
                  </a:solidFill>
                  <a:latin typeface="Century Gothic"/>
                  <a:cs typeface="Century Gothic"/>
                </a:rPr>
                <a:t>3</a:t>
              </a:r>
              <a:r>
                <a:rPr sz="1500" spc="-35" dirty="0">
                  <a:solidFill>
                    <a:srgbClr val="FFFFFF"/>
                  </a:solidFill>
                  <a:latin typeface="Century Gothic"/>
                  <a:cs typeface="Century Gothic"/>
                </a:rPr>
                <a:t> </a:t>
              </a:r>
              <a:r>
                <a:rPr sz="1500" spc="-10" dirty="0">
                  <a:solidFill>
                    <a:srgbClr val="FFFFFF"/>
                  </a:solidFill>
                  <a:latin typeface="Century Gothic"/>
                  <a:cs typeface="Century Gothic"/>
                </a:rPr>
                <a:t>defectos</a:t>
              </a:r>
              <a:endParaRPr sz="1500">
                <a:latin typeface="Century Gothic"/>
                <a:cs typeface="Century Gothic"/>
              </a:endParaRPr>
            </a:p>
          </p:txBody>
        </p:sp>
        <p:sp>
          <p:nvSpPr>
            <p:cNvPr id="33" name="object 33"/>
            <p:cNvSpPr txBox="1"/>
            <p:nvPr/>
          </p:nvSpPr>
          <p:spPr>
            <a:xfrm>
              <a:off x="6004686" y="5939738"/>
              <a:ext cx="4312920" cy="243656"/>
            </a:xfrm>
            <a:prstGeom prst="rect">
              <a:avLst/>
            </a:prstGeom>
          </p:spPr>
          <p:txBody>
            <a:bodyPr vert="horz" wrap="square" lIns="0" tIns="12700" rIns="0" bIns="0" rtlCol="0">
              <a:spAutoFit/>
            </a:bodyPr>
            <a:lstStyle/>
            <a:p>
              <a:pPr marL="12700">
                <a:spcBef>
                  <a:spcPts val="100"/>
                </a:spcBef>
              </a:pPr>
              <a:r>
                <a:rPr sz="1500" dirty="0">
                  <a:solidFill>
                    <a:srgbClr val="FFFFFF"/>
                  </a:solidFill>
                  <a:latin typeface="Century Gothic"/>
                  <a:cs typeface="Century Gothic"/>
                </a:rPr>
                <a:t>mayores</a:t>
              </a:r>
              <a:r>
                <a:rPr sz="1500" spc="-20" dirty="0">
                  <a:solidFill>
                    <a:srgbClr val="FFFFFF"/>
                  </a:solidFill>
                  <a:latin typeface="Century Gothic"/>
                  <a:cs typeface="Century Gothic"/>
                </a:rPr>
                <a:t> </a:t>
              </a:r>
              <a:r>
                <a:rPr sz="1500" dirty="0">
                  <a:solidFill>
                    <a:srgbClr val="FFFFFF"/>
                  </a:solidFill>
                  <a:latin typeface="Century Gothic"/>
                  <a:cs typeface="Century Gothic"/>
                </a:rPr>
                <a:t>en</a:t>
              </a:r>
              <a:r>
                <a:rPr sz="1500" spc="-35" dirty="0">
                  <a:solidFill>
                    <a:srgbClr val="FFFFFF"/>
                  </a:solidFill>
                  <a:latin typeface="Century Gothic"/>
                  <a:cs typeface="Century Gothic"/>
                </a:rPr>
                <a:t> </a:t>
              </a:r>
              <a:r>
                <a:rPr sz="1500" dirty="0">
                  <a:solidFill>
                    <a:srgbClr val="FFFFFF"/>
                  </a:solidFill>
                  <a:latin typeface="Century Gothic"/>
                  <a:cs typeface="Century Gothic"/>
                </a:rPr>
                <a:t>una</a:t>
              </a:r>
              <a:r>
                <a:rPr sz="1500" spc="-30" dirty="0">
                  <a:solidFill>
                    <a:srgbClr val="FFFFFF"/>
                  </a:solidFill>
                  <a:latin typeface="Century Gothic"/>
                  <a:cs typeface="Century Gothic"/>
                </a:rPr>
                <a:t> </a:t>
              </a:r>
              <a:r>
                <a:rPr sz="1500" dirty="0">
                  <a:solidFill>
                    <a:srgbClr val="FFFFFF"/>
                  </a:solidFill>
                  <a:latin typeface="Century Gothic"/>
                  <a:cs typeface="Century Gothic"/>
                </a:rPr>
                <a:t>revisión</a:t>
              </a:r>
              <a:r>
                <a:rPr sz="1500" spc="-55" dirty="0">
                  <a:solidFill>
                    <a:srgbClr val="FFFFFF"/>
                  </a:solidFill>
                  <a:latin typeface="Century Gothic"/>
                  <a:cs typeface="Century Gothic"/>
                </a:rPr>
                <a:t> </a:t>
              </a:r>
              <a:r>
                <a:rPr sz="1500" dirty="0">
                  <a:solidFill>
                    <a:srgbClr val="FFFFFF"/>
                  </a:solidFill>
                  <a:latin typeface="Century Gothic"/>
                  <a:cs typeface="Century Gothic"/>
                </a:rPr>
                <a:t>de</a:t>
              </a:r>
              <a:r>
                <a:rPr sz="1500" spc="-35" dirty="0">
                  <a:solidFill>
                    <a:srgbClr val="FFFFFF"/>
                  </a:solidFill>
                  <a:latin typeface="Century Gothic"/>
                  <a:cs typeface="Century Gothic"/>
                </a:rPr>
                <a:t> </a:t>
              </a:r>
              <a:r>
                <a:rPr sz="1500" dirty="0">
                  <a:solidFill>
                    <a:srgbClr val="FFFFFF"/>
                  </a:solidFill>
                  <a:latin typeface="Century Gothic"/>
                  <a:cs typeface="Century Gothic"/>
                </a:rPr>
                <a:t>10</a:t>
              </a:r>
              <a:r>
                <a:rPr sz="1500" spc="-15" dirty="0">
                  <a:solidFill>
                    <a:srgbClr val="FFFFFF"/>
                  </a:solidFill>
                  <a:latin typeface="Century Gothic"/>
                  <a:cs typeface="Century Gothic"/>
                </a:rPr>
                <a:t> </a:t>
              </a:r>
              <a:r>
                <a:rPr sz="1500" dirty="0">
                  <a:solidFill>
                    <a:srgbClr val="FFFFFF"/>
                  </a:solidFill>
                  <a:latin typeface="Century Gothic"/>
                  <a:cs typeface="Century Gothic"/>
                </a:rPr>
                <a:t>minutos</a:t>
              </a:r>
              <a:r>
                <a:rPr sz="1500" spc="-30" dirty="0">
                  <a:solidFill>
                    <a:srgbClr val="FFFFFF"/>
                  </a:solidFill>
                  <a:latin typeface="Century Gothic"/>
                  <a:cs typeface="Century Gothic"/>
                </a:rPr>
                <a:t> </a:t>
              </a:r>
              <a:r>
                <a:rPr sz="1500" dirty="0">
                  <a:solidFill>
                    <a:srgbClr val="FFFFFF"/>
                  </a:solidFill>
                  <a:latin typeface="Century Gothic"/>
                  <a:cs typeface="Century Gothic"/>
                </a:rPr>
                <a:t>de</a:t>
              </a:r>
              <a:r>
                <a:rPr sz="1500" spc="-30" dirty="0">
                  <a:solidFill>
                    <a:srgbClr val="FFFFFF"/>
                  </a:solidFill>
                  <a:latin typeface="Century Gothic"/>
                  <a:cs typeface="Century Gothic"/>
                </a:rPr>
                <a:t> </a:t>
              </a:r>
              <a:r>
                <a:rPr sz="1500" spc="-25" dirty="0">
                  <a:solidFill>
                    <a:srgbClr val="FFFFFF"/>
                  </a:solidFill>
                  <a:latin typeface="Century Gothic"/>
                  <a:cs typeface="Century Gothic"/>
                </a:rPr>
                <a:t>una</a:t>
              </a:r>
              <a:endParaRPr sz="1500">
                <a:latin typeface="Century Gothic"/>
                <a:cs typeface="Century Gothic"/>
              </a:endParaRPr>
            </a:p>
          </p:txBody>
        </p:sp>
        <p:sp>
          <p:nvSpPr>
            <p:cNvPr id="34" name="object 34"/>
            <p:cNvSpPr txBox="1"/>
            <p:nvPr/>
          </p:nvSpPr>
          <p:spPr>
            <a:xfrm>
              <a:off x="6004686" y="6099759"/>
              <a:ext cx="3717290" cy="243656"/>
            </a:xfrm>
            <a:prstGeom prst="rect">
              <a:avLst/>
            </a:prstGeom>
          </p:spPr>
          <p:txBody>
            <a:bodyPr vert="horz" wrap="square" lIns="0" tIns="12700" rIns="0" bIns="0" rtlCol="0">
              <a:spAutoFit/>
            </a:bodyPr>
            <a:lstStyle/>
            <a:p>
              <a:pPr marL="12700">
                <a:spcBef>
                  <a:spcPts val="100"/>
                </a:spcBef>
              </a:pPr>
              <a:r>
                <a:rPr sz="1500" dirty="0">
                  <a:solidFill>
                    <a:srgbClr val="FFFFFF"/>
                  </a:solidFill>
                  <a:latin typeface="Century Gothic"/>
                  <a:cs typeface="Century Gothic"/>
                </a:rPr>
                <a:t>muestra</a:t>
              </a:r>
              <a:r>
                <a:rPr sz="1500" spc="-50" dirty="0">
                  <a:solidFill>
                    <a:srgbClr val="FFFFFF"/>
                  </a:solidFill>
                  <a:latin typeface="Century Gothic"/>
                  <a:cs typeface="Century Gothic"/>
                </a:rPr>
                <a:t> </a:t>
              </a:r>
              <a:r>
                <a:rPr sz="1500" dirty="0">
                  <a:solidFill>
                    <a:srgbClr val="FFFFFF"/>
                  </a:solidFill>
                  <a:latin typeface="Century Gothic"/>
                  <a:cs typeface="Century Gothic"/>
                </a:rPr>
                <a:t>representativa</a:t>
              </a:r>
              <a:r>
                <a:rPr sz="1500" spc="-70" dirty="0">
                  <a:solidFill>
                    <a:srgbClr val="FFFFFF"/>
                  </a:solidFill>
                  <a:latin typeface="Century Gothic"/>
                  <a:cs typeface="Century Gothic"/>
                </a:rPr>
                <a:t> </a:t>
              </a:r>
              <a:r>
                <a:rPr sz="1500" dirty="0">
                  <a:solidFill>
                    <a:srgbClr val="FFFFFF"/>
                  </a:solidFill>
                  <a:latin typeface="Century Gothic"/>
                  <a:cs typeface="Century Gothic"/>
                </a:rPr>
                <a:t>del</a:t>
              </a:r>
              <a:r>
                <a:rPr sz="1500" spc="-55" dirty="0">
                  <a:solidFill>
                    <a:srgbClr val="FFFFFF"/>
                  </a:solidFill>
                  <a:latin typeface="Century Gothic"/>
                  <a:cs typeface="Century Gothic"/>
                </a:rPr>
                <a:t> </a:t>
              </a:r>
              <a:r>
                <a:rPr sz="1500" spc="-10" dirty="0">
                  <a:solidFill>
                    <a:srgbClr val="FFFFFF"/>
                  </a:solidFill>
                  <a:latin typeface="Century Gothic"/>
                  <a:cs typeface="Century Gothic"/>
                </a:rPr>
                <a:t>documento.</a:t>
              </a:r>
              <a:endParaRPr sz="1500">
                <a:latin typeface="Century Gothic"/>
                <a:cs typeface="Century Gothic"/>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94952" y="570992"/>
            <a:ext cx="419100" cy="452120"/>
          </a:xfrm>
          <a:prstGeom prst="rect">
            <a:avLst/>
          </a:prstGeom>
        </p:spPr>
        <p:txBody>
          <a:bodyPr vert="horz" wrap="square" lIns="0" tIns="12065" rIns="0" bIns="0" rtlCol="0">
            <a:spAutoFit/>
          </a:bodyPr>
          <a:lstStyle/>
          <a:p>
            <a:pPr marL="12700">
              <a:spcBef>
                <a:spcPts val="95"/>
              </a:spcBef>
            </a:pPr>
            <a:r>
              <a:rPr sz="2800" spc="-25" dirty="0">
                <a:solidFill>
                  <a:srgbClr val="FFFFFF"/>
                </a:solidFill>
                <a:latin typeface="Century Gothic"/>
                <a:cs typeface="Century Gothic"/>
              </a:rPr>
              <a:t>22</a:t>
            </a:r>
            <a:endParaRPr sz="2800">
              <a:latin typeface="Century Gothic"/>
              <a:cs typeface="Century Gothic"/>
            </a:endParaRPr>
          </a:p>
        </p:txBody>
      </p:sp>
      <p:pic>
        <p:nvPicPr>
          <p:cNvPr id="3" name="object 3"/>
          <p:cNvPicPr/>
          <p:nvPr/>
        </p:nvPicPr>
        <p:blipFill>
          <a:blip r:embed="rId2" cstate="print"/>
          <a:stretch>
            <a:fillRect/>
          </a:stretch>
        </p:blipFill>
        <p:spPr>
          <a:xfrm>
            <a:off x="1524000" y="1459992"/>
            <a:ext cx="9144000" cy="5398007"/>
          </a:xfrm>
          <a:prstGeom prst="rect">
            <a:avLst/>
          </a:prstGeom>
        </p:spPr>
      </p:pic>
      <p:sp>
        <p:nvSpPr>
          <p:cNvPr id="4" name="object 4"/>
          <p:cNvSpPr txBox="1"/>
          <p:nvPr/>
        </p:nvSpPr>
        <p:spPr>
          <a:xfrm>
            <a:off x="4193794" y="2308097"/>
            <a:ext cx="3069590" cy="391160"/>
          </a:xfrm>
          <a:prstGeom prst="rect">
            <a:avLst/>
          </a:prstGeom>
        </p:spPr>
        <p:txBody>
          <a:bodyPr vert="horz" wrap="square" lIns="0" tIns="12700" rIns="0" bIns="0" rtlCol="0">
            <a:spAutoFit/>
          </a:bodyPr>
          <a:lstStyle/>
          <a:p>
            <a:pPr marL="12700">
              <a:spcBef>
                <a:spcPts val="100"/>
              </a:spcBef>
            </a:pPr>
            <a:r>
              <a:rPr sz="2400" b="1" dirty="0">
                <a:solidFill>
                  <a:srgbClr val="AF1512"/>
                </a:solidFill>
                <a:latin typeface="Century Gothic"/>
                <a:cs typeface="Century Gothic"/>
              </a:rPr>
              <a:t>Inspection</a:t>
            </a:r>
            <a:r>
              <a:rPr sz="2400" b="1" spc="-70" dirty="0">
                <a:solidFill>
                  <a:srgbClr val="AF1512"/>
                </a:solidFill>
                <a:latin typeface="Century Gothic"/>
                <a:cs typeface="Century Gothic"/>
              </a:rPr>
              <a:t> </a:t>
            </a:r>
            <a:r>
              <a:rPr sz="2400" b="1" dirty="0">
                <a:solidFill>
                  <a:srgbClr val="AF1512"/>
                </a:solidFill>
                <a:latin typeface="Century Gothic"/>
                <a:cs typeface="Century Gothic"/>
              </a:rPr>
              <a:t>–</a:t>
            </a:r>
            <a:r>
              <a:rPr sz="2400" b="1" spc="-85" dirty="0">
                <a:solidFill>
                  <a:srgbClr val="AF1512"/>
                </a:solidFill>
                <a:latin typeface="Century Gothic"/>
                <a:cs typeface="Century Gothic"/>
              </a:rPr>
              <a:t> </a:t>
            </a:r>
            <a:r>
              <a:rPr sz="2400" b="1" spc="-10" dirty="0">
                <a:solidFill>
                  <a:srgbClr val="AF1512"/>
                </a:solidFill>
                <a:latin typeface="Century Gothic"/>
                <a:cs typeface="Century Gothic"/>
              </a:rPr>
              <a:t>Proceso</a:t>
            </a:r>
            <a:endParaRPr sz="2400">
              <a:latin typeface="Century Gothic"/>
              <a:cs typeface="Century Gothic"/>
            </a:endParaRPr>
          </a:p>
        </p:txBody>
      </p:sp>
      <p:sp>
        <p:nvSpPr>
          <p:cNvPr id="5" name="object 5"/>
          <p:cNvSpPr txBox="1">
            <a:spLocks noGrp="1"/>
          </p:cNvSpPr>
          <p:nvPr>
            <p:ph type="title"/>
          </p:nvPr>
        </p:nvSpPr>
        <p:spPr>
          <a:xfrm>
            <a:off x="2031125" y="467602"/>
            <a:ext cx="8518635" cy="689932"/>
          </a:xfrm>
          <a:prstGeom prst="rect">
            <a:avLst/>
          </a:prstGeom>
        </p:spPr>
        <p:txBody>
          <a:bodyPr vert="horz" wrap="square" lIns="0" tIns="12700" rIns="0" bIns="0" rtlCol="0">
            <a:spAutoFit/>
          </a:bodyPr>
          <a:lstStyle/>
          <a:p>
            <a:pPr marL="12700">
              <a:lnSpc>
                <a:spcPct val="100000"/>
              </a:lnSpc>
              <a:spcBef>
                <a:spcPts val="100"/>
              </a:spcBef>
            </a:pPr>
            <a:r>
              <a:rPr dirty="0"/>
              <a:t>Proceso</a:t>
            </a:r>
            <a:r>
              <a:rPr spc="-35" dirty="0"/>
              <a:t> </a:t>
            </a:r>
            <a:r>
              <a:rPr dirty="0"/>
              <a:t>de</a:t>
            </a:r>
            <a:r>
              <a:rPr spc="-50" dirty="0"/>
              <a:t> </a:t>
            </a:r>
            <a:r>
              <a:rPr spc="-10" dirty="0"/>
              <a:t>Validación</a:t>
            </a:r>
          </a:p>
        </p:txBody>
      </p:sp>
      <p:sp>
        <p:nvSpPr>
          <p:cNvPr id="6" name="object 6"/>
          <p:cNvSpPr txBox="1"/>
          <p:nvPr/>
        </p:nvSpPr>
        <p:spPr>
          <a:xfrm>
            <a:off x="465952" y="1527047"/>
            <a:ext cx="5357495" cy="452120"/>
          </a:xfrm>
          <a:prstGeom prst="rect">
            <a:avLst/>
          </a:prstGeom>
        </p:spPr>
        <p:txBody>
          <a:bodyPr vert="horz" wrap="square" lIns="0" tIns="12065" rIns="0" bIns="0" rtlCol="0">
            <a:spAutoFit/>
          </a:bodyPr>
          <a:lstStyle/>
          <a:p>
            <a:pPr marL="12700">
              <a:spcBef>
                <a:spcPts val="95"/>
              </a:spcBef>
            </a:pPr>
            <a:r>
              <a:rPr sz="2800" b="1" dirty="0">
                <a:solidFill>
                  <a:srgbClr val="AF1512"/>
                </a:solidFill>
                <a:latin typeface="Century Gothic"/>
                <a:cs typeface="Century Gothic"/>
              </a:rPr>
              <a:t>Técnicas</a:t>
            </a:r>
            <a:r>
              <a:rPr sz="2800" b="1" spc="-75" dirty="0">
                <a:solidFill>
                  <a:srgbClr val="AF1512"/>
                </a:solidFill>
                <a:latin typeface="Century Gothic"/>
                <a:cs typeface="Century Gothic"/>
              </a:rPr>
              <a:t> </a:t>
            </a:r>
            <a:r>
              <a:rPr sz="2800" b="1" dirty="0">
                <a:solidFill>
                  <a:srgbClr val="AF1512"/>
                </a:solidFill>
                <a:latin typeface="Century Gothic"/>
                <a:cs typeface="Century Gothic"/>
              </a:rPr>
              <a:t>–</a:t>
            </a:r>
            <a:r>
              <a:rPr sz="2800" b="1" spc="-80" dirty="0">
                <a:solidFill>
                  <a:srgbClr val="AF1512"/>
                </a:solidFill>
                <a:latin typeface="Century Gothic"/>
                <a:cs typeface="Century Gothic"/>
              </a:rPr>
              <a:t> </a:t>
            </a:r>
            <a:r>
              <a:rPr sz="2800" b="1" dirty="0">
                <a:solidFill>
                  <a:srgbClr val="002060"/>
                </a:solidFill>
                <a:latin typeface="Century Gothic"/>
                <a:cs typeface="Century Gothic"/>
              </a:rPr>
              <a:t>Revisiones</a:t>
            </a:r>
            <a:r>
              <a:rPr sz="2800" b="1" spc="-75" dirty="0">
                <a:solidFill>
                  <a:srgbClr val="002060"/>
                </a:solidFill>
                <a:latin typeface="Century Gothic"/>
                <a:cs typeface="Century Gothic"/>
              </a:rPr>
              <a:t> </a:t>
            </a:r>
            <a:r>
              <a:rPr sz="2800" b="1" spc="-10" dirty="0">
                <a:solidFill>
                  <a:srgbClr val="002060"/>
                </a:solidFill>
                <a:latin typeface="Century Gothic"/>
                <a:cs typeface="Century Gothic"/>
              </a:rPr>
              <a:t>Formales</a:t>
            </a:r>
            <a:endParaRPr sz="2800" dirty="0">
              <a:solidFill>
                <a:srgbClr val="002060"/>
              </a:solidFill>
              <a:latin typeface="Century Gothic"/>
              <a:cs typeface="Century Gothic"/>
            </a:endParaRPr>
          </a:p>
        </p:txBody>
      </p:sp>
      <p:grpSp>
        <p:nvGrpSpPr>
          <p:cNvPr id="7" name="object 7"/>
          <p:cNvGrpSpPr/>
          <p:nvPr/>
        </p:nvGrpSpPr>
        <p:grpSpPr>
          <a:xfrm>
            <a:off x="2460626" y="2786380"/>
            <a:ext cx="7065009" cy="3516629"/>
            <a:chOff x="936625" y="2786379"/>
            <a:chExt cx="7065009" cy="3516629"/>
          </a:xfrm>
        </p:grpSpPr>
        <p:pic>
          <p:nvPicPr>
            <p:cNvPr id="8" name="object 8"/>
            <p:cNvPicPr/>
            <p:nvPr/>
          </p:nvPicPr>
          <p:blipFill>
            <a:blip r:embed="rId3" cstate="print"/>
            <a:stretch>
              <a:fillRect/>
            </a:stretch>
          </p:blipFill>
          <p:spPr>
            <a:xfrm>
              <a:off x="990600" y="2840735"/>
              <a:ext cx="6957059" cy="3407664"/>
            </a:xfrm>
            <a:prstGeom prst="rect">
              <a:avLst/>
            </a:prstGeom>
          </p:spPr>
        </p:pic>
        <p:sp>
          <p:nvSpPr>
            <p:cNvPr id="9" name="object 9"/>
            <p:cNvSpPr/>
            <p:nvPr/>
          </p:nvSpPr>
          <p:spPr>
            <a:xfrm>
              <a:off x="936625" y="2786379"/>
              <a:ext cx="7065009" cy="3516629"/>
            </a:xfrm>
            <a:custGeom>
              <a:avLst/>
              <a:gdLst/>
              <a:ahLst/>
              <a:cxnLst/>
              <a:rect l="l" t="t" r="r" b="b"/>
              <a:pathLst>
                <a:path w="7065009" h="3516629">
                  <a:moveTo>
                    <a:pt x="7021830" y="43180"/>
                  </a:moveTo>
                  <a:lnTo>
                    <a:pt x="7011035" y="43180"/>
                  </a:lnTo>
                  <a:lnTo>
                    <a:pt x="7011035" y="54610"/>
                  </a:lnTo>
                  <a:lnTo>
                    <a:pt x="7011035" y="3462020"/>
                  </a:lnTo>
                  <a:lnTo>
                    <a:pt x="53975" y="3462020"/>
                  </a:lnTo>
                  <a:lnTo>
                    <a:pt x="53975" y="54610"/>
                  </a:lnTo>
                  <a:lnTo>
                    <a:pt x="7011035" y="54610"/>
                  </a:lnTo>
                  <a:lnTo>
                    <a:pt x="7011035" y="43180"/>
                  </a:lnTo>
                  <a:lnTo>
                    <a:pt x="43180" y="43180"/>
                  </a:lnTo>
                  <a:lnTo>
                    <a:pt x="43180" y="54610"/>
                  </a:lnTo>
                  <a:lnTo>
                    <a:pt x="43180" y="3462020"/>
                  </a:lnTo>
                  <a:lnTo>
                    <a:pt x="43180" y="3473450"/>
                  </a:lnTo>
                  <a:lnTo>
                    <a:pt x="7021830" y="3473450"/>
                  </a:lnTo>
                  <a:lnTo>
                    <a:pt x="7021830" y="3462020"/>
                  </a:lnTo>
                  <a:lnTo>
                    <a:pt x="7021830" y="54610"/>
                  </a:lnTo>
                  <a:lnTo>
                    <a:pt x="7021830" y="54356"/>
                  </a:lnTo>
                  <a:lnTo>
                    <a:pt x="7021830" y="43180"/>
                  </a:lnTo>
                  <a:close/>
                </a:path>
                <a:path w="7065009" h="3516629">
                  <a:moveTo>
                    <a:pt x="7065010" y="0"/>
                  </a:moveTo>
                  <a:lnTo>
                    <a:pt x="7032625" y="0"/>
                  </a:lnTo>
                  <a:lnTo>
                    <a:pt x="7032625" y="33020"/>
                  </a:lnTo>
                  <a:lnTo>
                    <a:pt x="7032625" y="3483610"/>
                  </a:lnTo>
                  <a:lnTo>
                    <a:pt x="32385" y="3483610"/>
                  </a:lnTo>
                  <a:lnTo>
                    <a:pt x="32385" y="33020"/>
                  </a:lnTo>
                  <a:lnTo>
                    <a:pt x="7032625" y="33020"/>
                  </a:lnTo>
                  <a:lnTo>
                    <a:pt x="7032625" y="0"/>
                  </a:lnTo>
                  <a:lnTo>
                    <a:pt x="0" y="0"/>
                  </a:lnTo>
                  <a:lnTo>
                    <a:pt x="0" y="33020"/>
                  </a:lnTo>
                  <a:lnTo>
                    <a:pt x="0" y="3483610"/>
                  </a:lnTo>
                  <a:lnTo>
                    <a:pt x="0" y="3516630"/>
                  </a:lnTo>
                  <a:lnTo>
                    <a:pt x="7065010" y="3516630"/>
                  </a:lnTo>
                  <a:lnTo>
                    <a:pt x="7065010" y="3483610"/>
                  </a:lnTo>
                  <a:lnTo>
                    <a:pt x="7065010" y="33020"/>
                  </a:lnTo>
                  <a:lnTo>
                    <a:pt x="7065010" y="32766"/>
                  </a:lnTo>
                  <a:lnTo>
                    <a:pt x="7065010" y="0"/>
                  </a:lnTo>
                  <a:close/>
                </a:path>
              </a:pathLst>
            </a:custGeom>
            <a:solidFill>
              <a:srgbClr val="808080"/>
            </a:solidFill>
          </p:spPr>
          <p:txBody>
            <a:bodyPr wrap="square" lIns="0" tIns="0" rIns="0" bIns="0" rtlCol="0"/>
            <a:lstStyle/>
            <a:p>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94952" y="570992"/>
            <a:ext cx="419100" cy="452120"/>
          </a:xfrm>
          <a:prstGeom prst="rect">
            <a:avLst/>
          </a:prstGeom>
        </p:spPr>
        <p:txBody>
          <a:bodyPr vert="horz" wrap="square" lIns="0" tIns="12065" rIns="0" bIns="0" rtlCol="0">
            <a:spAutoFit/>
          </a:bodyPr>
          <a:lstStyle/>
          <a:p>
            <a:pPr marL="12700">
              <a:spcBef>
                <a:spcPts val="95"/>
              </a:spcBef>
            </a:pPr>
            <a:r>
              <a:rPr sz="2800" spc="-25" dirty="0">
                <a:solidFill>
                  <a:srgbClr val="FFFFFF"/>
                </a:solidFill>
                <a:latin typeface="Century Gothic"/>
                <a:cs typeface="Century Gothic"/>
              </a:rPr>
              <a:t>23</a:t>
            </a:r>
            <a:endParaRPr sz="2800">
              <a:latin typeface="Century Gothic"/>
              <a:cs typeface="Century Gothic"/>
            </a:endParaRPr>
          </a:p>
        </p:txBody>
      </p:sp>
      <p:pic>
        <p:nvPicPr>
          <p:cNvPr id="3" name="object 3"/>
          <p:cNvPicPr/>
          <p:nvPr/>
        </p:nvPicPr>
        <p:blipFill>
          <a:blip r:embed="rId2" cstate="print"/>
          <a:stretch>
            <a:fillRect/>
          </a:stretch>
        </p:blipFill>
        <p:spPr>
          <a:xfrm>
            <a:off x="1524000" y="1459992"/>
            <a:ext cx="9144000" cy="5398007"/>
          </a:xfrm>
          <a:prstGeom prst="rect">
            <a:avLst/>
          </a:prstGeom>
        </p:spPr>
      </p:pic>
      <p:sp>
        <p:nvSpPr>
          <p:cNvPr id="4" name="object 4"/>
          <p:cNvSpPr txBox="1"/>
          <p:nvPr/>
        </p:nvSpPr>
        <p:spPr>
          <a:xfrm>
            <a:off x="4193794" y="2308097"/>
            <a:ext cx="3069590" cy="391160"/>
          </a:xfrm>
          <a:prstGeom prst="rect">
            <a:avLst/>
          </a:prstGeom>
        </p:spPr>
        <p:txBody>
          <a:bodyPr vert="horz" wrap="square" lIns="0" tIns="12700" rIns="0" bIns="0" rtlCol="0">
            <a:spAutoFit/>
          </a:bodyPr>
          <a:lstStyle/>
          <a:p>
            <a:pPr marL="12700">
              <a:spcBef>
                <a:spcPts val="100"/>
              </a:spcBef>
            </a:pPr>
            <a:r>
              <a:rPr sz="2400" b="1" dirty="0">
                <a:solidFill>
                  <a:srgbClr val="AF1512"/>
                </a:solidFill>
                <a:latin typeface="Century Gothic"/>
                <a:cs typeface="Century Gothic"/>
              </a:rPr>
              <a:t>Inspection</a:t>
            </a:r>
            <a:r>
              <a:rPr sz="2400" b="1" spc="-70" dirty="0">
                <a:solidFill>
                  <a:srgbClr val="AF1512"/>
                </a:solidFill>
                <a:latin typeface="Century Gothic"/>
                <a:cs typeface="Century Gothic"/>
              </a:rPr>
              <a:t> </a:t>
            </a:r>
            <a:r>
              <a:rPr sz="2400" b="1" dirty="0">
                <a:solidFill>
                  <a:srgbClr val="AF1512"/>
                </a:solidFill>
                <a:latin typeface="Century Gothic"/>
                <a:cs typeface="Century Gothic"/>
              </a:rPr>
              <a:t>–</a:t>
            </a:r>
            <a:r>
              <a:rPr sz="2400" b="1" spc="-85" dirty="0">
                <a:solidFill>
                  <a:srgbClr val="AF1512"/>
                </a:solidFill>
                <a:latin typeface="Century Gothic"/>
                <a:cs typeface="Century Gothic"/>
              </a:rPr>
              <a:t> </a:t>
            </a:r>
            <a:r>
              <a:rPr sz="2400" b="1" spc="-10" dirty="0">
                <a:solidFill>
                  <a:srgbClr val="AF1512"/>
                </a:solidFill>
                <a:latin typeface="Century Gothic"/>
                <a:cs typeface="Century Gothic"/>
              </a:rPr>
              <a:t>Proceso</a:t>
            </a:r>
            <a:endParaRPr sz="2400">
              <a:latin typeface="Century Gothic"/>
              <a:cs typeface="Century Gothic"/>
            </a:endParaRPr>
          </a:p>
        </p:txBody>
      </p:sp>
      <p:sp>
        <p:nvSpPr>
          <p:cNvPr id="5" name="object 5"/>
          <p:cNvSpPr txBox="1">
            <a:spLocks noGrp="1"/>
          </p:cNvSpPr>
          <p:nvPr>
            <p:ph type="title"/>
          </p:nvPr>
        </p:nvSpPr>
        <p:spPr>
          <a:xfrm>
            <a:off x="2031125" y="467602"/>
            <a:ext cx="8518635" cy="689932"/>
          </a:xfrm>
          <a:prstGeom prst="rect">
            <a:avLst/>
          </a:prstGeom>
        </p:spPr>
        <p:txBody>
          <a:bodyPr vert="horz" wrap="square" lIns="0" tIns="12700" rIns="0" bIns="0" rtlCol="0">
            <a:spAutoFit/>
          </a:bodyPr>
          <a:lstStyle/>
          <a:p>
            <a:pPr marL="12700">
              <a:lnSpc>
                <a:spcPct val="100000"/>
              </a:lnSpc>
              <a:spcBef>
                <a:spcPts val="100"/>
              </a:spcBef>
            </a:pPr>
            <a:r>
              <a:rPr dirty="0"/>
              <a:t>Proceso</a:t>
            </a:r>
            <a:r>
              <a:rPr spc="-35" dirty="0"/>
              <a:t> </a:t>
            </a:r>
            <a:r>
              <a:rPr dirty="0"/>
              <a:t>de</a:t>
            </a:r>
            <a:r>
              <a:rPr spc="-50" dirty="0"/>
              <a:t> </a:t>
            </a:r>
            <a:r>
              <a:rPr spc="-10" dirty="0"/>
              <a:t>Validación</a:t>
            </a:r>
          </a:p>
        </p:txBody>
      </p:sp>
      <p:sp>
        <p:nvSpPr>
          <p:cNvPr id="6" name="object 6"/>
          <p:cNvSpPr txBox="1"/>
          <p:nvPr/>
        </p:nvSpPr>
        <p:spPr>
          <a:xfrm>
            <a:off x="522514" y="1541938"/>
            <a:ext cx="5357495" cy="452120"/>
          </a:xfrm>
          <a:prstGeom prst="rect">
            <a:avLst/>
          </a:prstGeom>
        </p:spPr>
        <p:txBody>
          <a:bodyPr vert="horz" wrap="square" lIns="0" tIns="12065" rIns="0" bIns="0" rtlCol="0">
            <a:spAutoFit/>
          </a:bodyPr>
          <a:lstStyle/>
          <a:p>
            <a:pPr marL="12700">
              <a:spcBef>
                <a:spcPts val="95"/>
              </a:spcBef>
            </a:pPr>
            <a:r>
              <a:rPr sz="2800" b="1" dirty="0">
                <a:solidFill>
                  <a:srgbClr val="AF1512"/>
                </a:solidFill>
                <a:latin typeface="Century Gothic"/>
                <a:cs typeface="Century Gothic"/>
              </a:rPr>
              <a:t>Técnicas</a:t>
            </a:r>
            <a:r>
              <a:rPr sz="2800" b="1" spc="-75" dirty="0">
                <a:solidFill>
                  <a:srgbClr val="AF1512"/>
                </a:solidFill>
                <a:latin typeface="Century Gothic"/>
                <a:cs typeface="Century Gothic"/>
              </a:rPr>
              <a:t> </a:t>
            </a:r>
            <a:r>
              <a:rPr sz="2800" b="1" dirty="0">
                <a:solidFill>
                  <a:srgbClr val="AF1512"/>
                </a:solidFill>
                <a:latin typeface="Century Gothic"/>
                <a:cs typeface="Century Gothic"/>
              </a:rPr>
              <a:t>–</a:t>
            </a:r>
            <a:r>
              <a:rPr sz="2800" b="1" spc="-80" dirty="0">
                <a:solidFill>
                  <a:srgbClr val="AF1512"/>
                </a:solidFill>
                <a:latin typeface="Century Gothic"/>
                <a:cs typeface="Century Gothic"/>
              </a:rPr>
              <a:t> </a:t>
            </a:r>
            <a:r>
              <a:rPr sz="2800" b="1" dirty="0">
                <a:solidFill>
                  <a:srgbClr val="002060"/>
                </a:solidFill>
                <a:latin typeface="Century Gothic"/>
                <a:cs typeface="Century Gothic"/>
              </a:rPr>
              <a:t>Revisiones</a:t>
            </a:r>
            <a:r>
              <a:rPr sz="2800" b="1" spc="-75" dirty="0">
                <a:solidFill>
                  <a:srgbClr val="002060"/>
                </a:solidFill>
                <a:latin typeface="Century Gothic"/>
                <a:cs typeface="Century Gothic"/>
              </a:rPr>
              <a:t> </a:t>
            </a:r>
            <a:r>
              <a:rPr sz="2800" b="1" spc="-10" dirty="0">
                <a:solidFill>
                  <a:srgbClr val="002060"/>
                </a:solidFill>
                <a:latin typeface="Century Gothic"/>
                <a:cs typeface="Century Gothic"/>
              </a:rPr>
              <a:t>Formales</a:t>
            </a:r>
            <a:endParaRPr sz="2800" dirty="0">
              <a:solidFill>
                <a:srgbClr val="002060"/>
              </a:solidFill>
              <a:latin typeface="Century Gothic"/>
              <a:cs typeface="Century Gothic"/>
            </a:endParaRPr>
          </a:p>
        </p:txBody>
      </p:sp>
      <p:grpSp>
        <p:nvGrpSpPr>
          <p:cNvPr id="7" name="object 7"/>
          <p:cNvGrpSpPr/>
          <p:nvPr/>
        </p:nvGrpSpPr>
        <p:grpSpPr>
          <a:xfrm>
            <a:off x="1562101" y="2650235"/>
            <a:ext cx="9032875" cy="3938270"/>
            <a:chOff x="38100" y="2650235"/>
            <a:chExt cx="9032875" cy="3938270"/>
          </a:xfrm>
        </p:grpSpPr>
        <p:pic>
          <p:nvPicPr>
            <p:cNvPr id="8" name="object 8"/>
            <p:cNvPicPr/>
            <p:nvPr/>
          </p:nvPicPr>
          <p:blipFill>
            <a:blip r:embed="rId3" cstate="print"/>
            <a:stretch>
              <a:fillRect/>
            </a:stretch>
          </p:blipFill>
          <p:spPr>
            <a:xfrm>
              <a:off x="68580" y="2727959"/>
              <a:ext cx="9002268" cy="3860291"/>
            </a:xfrm>
            <a:prstGeom prst="rect">
              <a:avLst/>
            </a:prstGeom>
          </p:spPr>
        </p:pic>
        <p:pic>
          <p:nvPicPr>
            <p:cNvPr id="9" name="object 9"/>
            <p:cNvPicPr/>
            <p:nvPr/>
          </p:nvPicPr>
          <p:blipFill>
            <a:blip r:embed="rId4" cstate="print"/>
            <a:stretch>
              <a:fillRect/>
            </a:stretch>
          </p:blipFill>
          <p:spPr>
            <a:xfrm>
              <a:off x="38100" y="2650235"/>
              <a:ext cx="9028176" cy="1473708"/>
            </a:xfrm>
            <a:prstGeom prst="rect">
              <a:avLst/>
            </a:prstGeom>
          </p:spPr>
        </p:pic>
        <p:sp>
          <p:nvSpPr>
            <p:cNvPr id="10" name="object 10"/>
            <p:cNvSpPr/>
            <p:nvPr/>
          </p:nvSpPr>
          <p:spPr>
            <a:xfrm>
              <a:off x="121919" y="2743199"/>
              <a:ext cx="8900160" cy="3758565"/>
            </a:xfrm>
            <a:custGeom>
              <a:avLst/>
              <a:gdLst/>
              <a:ahLst/>
              <a:cxnLst/>
              <a:rect l="l" t="t" r="r" b="b"/>
              <a:pathLst>
                <a:path w="8900160" h="3758565">
                  <a:moveTo>
                    <a:pt x="8900160" y="0"/>
                  </a:moveTo>
                  <a:lnTo>
                    <a:pt x="0" y="0"/>
                  </a:lnTo>
                  <a:lnTo>
                    <a:pt x="0" y="3758184"/>
                  </a:lnTo>
                  <a:lnTo>
                    <a:pt x="8900160" y="3758184"/>
                  </a:lnTo>
                  <a:lnTo>
                    <a:pt x="8900160" y="0"/>
                  </a:lnTo>
                  <a:close/>
                </a:path>
              </a:pathLst>
            </a:custGeom>
            <a:solidFill>
              <a:srgbClr val="467576"/>
            </a:solidFill>
          </p:spPr>
          <p:txBody>
            <a:bodyPr wrap="square" lIns="0" tIns="0" rIns="0" bIns="0" rtlCol="0"/>
            <a:lstStyle/>
            <a:p>
              <a:endParaRPr/>
            </a:p>
          </p:txBody>
        </p:sp>
        <p:pic>
          <p:nvPicPr>
            <p:cNvPr id="11" name="object 11"/>
            <p:cNvPicPr/>
            <p:nvPr/>
          </p:nvPicPr>
          <p:blipFill>
            <a:blip r:embed="rId5" cstate="print"/>
            <a:stretch>
              <a:fillRect/>
            </a:stretch>
          </p:blipFill>
          <p:spPr>
            <a:xfrm>
              <a:off x="381000" y="3997451"/>
              <a:ext cx="2808732" cy="2310384"/>
            </a:xfrm>
            <a:prstGeom prst="rect">
              <a:avLst/>
            </a:prstGeom>
          </p:spPr>
        </p:pic>
      </p:grpSp>
      <p:sp>
        <p:nvSpPr>
          <p:cNvPr id="12" name="object 12"/>
          <p:cNvSpPr txBox="1"/>
          <p:nvPr/>
        </p:nvSpPr>
        <p:spPr>
          <a:xfrm>
            <a:off x="1724355" y="2628041"/>
            <a:ext cx="8646160" cy="3481704"/>
          </a:xfrm>
          <a:prstGeom prst="rect">
            <a:avLst/>
          </a:prstGeom>
        </p:spPr>
        <p:txBody>
          <a:bodyPr vert="horz" wrap="square" lIns="0" tIns="101600" rIns="0" bIns="0" rtlCol="0">
            <a:spAutoFit/>
          </a:bodyPr>
          <a:lstStyle/>
          <a:p>
            <a:pPr marL="354965" indent="-342265">
              <a:spcBef>
                <a:spcPts val="800"/>
              </a:spcBef>
              <a:buClr>
                <a:srgbClr val="AF1512"/>
              </a:buClr>
              <a:buSzPct val="80555"/>
              <a:buFont typeface="Wingdings"/>
              <a:buChar char=""/>
              <a:tabLst>
                <a:tab pos="354965" algn="l"/>
              </a:tabLst>
            </a:pPr>
            <a:r>
              <a:rPr b="1" spc="-10" dirty="0">
                <a:solidFill>
                  <a:srgbClr val="FFFFFF"/>
                </a:solidFill>
                <a:latin typeface="Century Gothic"/>
                <a:cs typeface="Century Gothic"/>
              </a:rPr>
              <a:t>Planning</a:t>
            </a:r>
            <a:endParaRPr>
              <a:latin typeface="Century Gothic"/>
              <a:cs typeface="Century Gothic"/>
            </a:endParaRPr>
          </a:p>
          <a:p>
            <a:pPr marL="12700" marR="5080">
              <a:lnSpc>
                <a:spcPct val="80000"/>
              </a:lnSpc>
              <a:spcBef>
                <a:spcPts val="1005"/>
              </a:spcBef>
            </a:pPr>
            <a:r>
              <a:rPr sz="1600" dirty="0">
                <a:solidFill>
                  <a:srgbClr val="FFFFFF"/>
                </a:solidFill>
                <a:latin typeface="Century Gothic"/>
                <a:cs typeface="Century Gothic"/>
              </a:rPr>
              <a:t>El</a:t>
            </a:r>
            <a:r>
              <a:rPr sz="1600" spc="-55" dirty="0">
                <a:solidFill>
                  <a:srgbClr val="FFFFFF"/>
                </a:solidFill>
                <a:latin typeface="Century Gothic"/>
                <a:cs typeface="Century Gothic"/>
              </a:rPr>
              <a:t> </a:t>
            </a:r>
            <a:r>
              <a:rPr sz="1600" dirty="0">
                <a:solidFill>
                  <a:srgbClr val="FFFFFF"/>
                </a:solidFill>
                <a:latin typeface="Century Gothic"/>
                <a:cs typeface="Century Gothic"/>
              </a:rPr>
              <a:t>autor</a:t>
            </a:r>
            <a:r>
              <a:rPr sz="1600" spc="-35" dirty="0">
                <a:solidFill>
                  <a:srgbClr val="FFFFFF"/>
                </a:solidFill>
                <a:latin typeface="Century Gothic"/>
                <a:cs typeface="Century Gothic"/>
              </a:rPr>
              <a:t> </a:t>
            </a:r>
            <a:r>
              <a:rPr sz="1600" dirty="0">
                <a:solidFill>
                  <a:srgbClr val="FFFFFF"/>
                </a:solidFill>
                <a:latin typeface="Century Gothic"/>
                <a:cs typeface="Century Gothic"/>
              </a:rPr>
              <a:t>y</a:t>
            </a:r>
            <a:r>
              <a:rPr sz="1600" spc="-55" dirty="0">
                <a:solidFill>
                  <a:srgbClr val="FFFFFF"/>
                </a:solidFill>
                <a:latin typeface="Century Gothic"/>
                <a:cs typeface="Century Gothic"/>
              </a:rPr>
              <a:t> </a:t>
            </a:r>
            <a:r>
              <a:rPr sz="1600" dirty="0">
                <a:solidFill>
                  <a:srgbClr val="FFFFFF"/>
                </a:solidFill>
                <a:latin typeface="Century Gothic"/>
                <a:cs typeface="Century Gothic"/>
              </a:rPr>
              <a:t>el</a:t>
            </a:r>
            <a:r>
              <a:rPr sz="1600" spc="-50" dirty="0">
                <a:solidFill>
                  <a:srgbClr val="FFFFFF"/>
                </a:solidFill>
                <a:latin typeface="Century Gothic"/>
                <a:cs typeface="Century Gothic"/>
              </a:rPr>
              <a:t> </a:t>
            </a:r>
            <a:r>
              <a:rPr sz="1600" dirty="0">
                <a:solidFill>
                  <a:srgbClr val="FFFFFF"/>
                </a:solidFill>
                <a:latin typeface="Century Gothic"/>
                <a:cs typeface="Century Gothic"/>
              </a:rPr>
              <a:t>moderador</a:t>
            </a:r>
            <a:r>
              <a:rPr sz="1600" spc="-25" dirty="0">
                <a:solidFill>
                  <a:srgbClr val="FFFFFF"/>
                </a:solidFill>
                <a:latin typeface="Century Gothic"/>
                <a:cs typeface="Century Gothic"/>
              </a:rPr>
              <a:t> </a:t>
            </a:r>
            <a:r>
              <a:rPr sz="1600" dirty="0">
                <a:solidFill>
                  <a:srgbClr val="FFFFFF"/>
                </a:solidFill>
                <a:latin typeface="Century Gothic"/>
                <a:cs typeface="Century Gothic"/>
              </a:rPr>
              <a:t>planifican</a:t>
            </a:r>
            <a:r>
              <a:rPr sz="1600" spc="-75" dirty="0">
                <a:solidFill>
                  <a:srgbClr val="FFFFFF"/>
                </a:solidFill>
                <a:latin typeface="Century Gothic"/>
                <a:cs typeface="Century Gothic"/>
              </a:rPr>
              <a:t> </a:t>
            </a:r>
            <a:r>
              <a:rPr sz="1600" dirty="0">
                <a:solidFill>
                  <a:srgbClr val="FFFFFF"/>
                </a:solidFill>
                <a:latin typeface="Century Gothic"/>
                <a:cs typeface="Century Gothic"/>
              </a:rPr>
              <a:t>la</a:t>
            </a:r>
            <a:r>
              <a:rPr sz="1600" spc="-60" dirty="0">
                <a:solidFill>
                  <a:srgbClr val="FFFFFF"/>
                </a:solidFill>
                <a:latin typeface="Century Gothic"/>
                <a:cs typeface="Century Gothic"/>
              </a:rPr>
              <a:t> </a:t>
            </a:r>
            <a:r>
              <a:rPr sz="1600" dirty="0">
                <a:solidFill>
                  <a:srgbClr val="FFFFFF"/>
                </a:solidFill>
                <a:latin typeface="Century Gothic"/>
                <a:cs typeface="Century Gothic"/>
              </a:rPr>
              <a:t>inspección</a:t>
            </a:r>
            <a:r>
              <a:rPr sz="1600" spc="-45" dirty="0">
                <a:solidFill>
                  <a:srgbClr val="FFFFFF"/>
                </a:solidFill>
                <a:latin typeface="Century Gothic"/>
                <a:cs typeface="Century Gothic"/>
              </a:rPr>
              <a:t> </a:t>
            </a:r>
            <a:r>
              <a:rPr sz="1600" dirty="0">
                <a:solidFill>
                  <a:srgbClr val="FFFFFF"/>
                </a:solidFill>
                <a:latin typeface="Century Gothic"/>
                <a:cs typeface="Century Gothic"/>
              </a:rPr>
              <a:t>juntos.</a:t>
            </a:r>
            <a:r>
              <a:rPr sz="1600" spc="-40" dirty="0">
                <a:solidFill>
                  <a:srgbClr val="FFFFFF"/>
                </a:solidFill>
                <a:latin typeface="Century Gothic"/>
                <a:cs typeface="Century Gothic"/>
              </a:rPr>
              <a:t> </a:t>
            </a:r>
            <a:r>
              <a:rPr sz="1600" dirty="0">
                <a:solidFill>
                  <a:srgbClr val="FFFFFF"/>
                </a:solidFill>
                <a:latin typeface="Century Gothic"/>
                <a:cs typeface="Century Gothic"/>
              </a:rPr>
              <a:t>Determinan</a:t>
            </a:r>
            <a:r>
              <a:rPr sz="1600" spc="-35" dirty="0">
                <a:solidFill>
                  <a:srgbClr val="FFFFFF"/>
                </a:solidFill>
                <a:latin typeface="Century Gothic"/>
                <a:cs typeface="Century Gothic"/>
              </a:rPr>
              <a:t> </a:t>
            </a:r>
            <a:r>
              <a:rPr sz="1600" dirty="0">
                <a:solidFill>
                  <a:srgbClr val="FFFFFF"/>
                </a:solidFill>
                <a:latin typeface="Century Gothic"/>
                <a:cs typeface="Century Gothic"/>
              </a:rPr>
              <a:t>quienes</a:t>
            </a:r>
            <a:r>
              <a:rPr sz="1600" spc="-40" dirty="0">
                <a:solidFill>
                  <a:srgbClr val="FFFFFF"/>
                </a:solidFill>
                <a:latin typeface="Century Gothic"/>
                <a:cs typeface="Century Gothic"/>
              </a:rPr>
              <a:t> </a:t>
            </a:r>
            <a:r>
              <a:rPr sz="1600" spc="-10" dirty="0">
                <a:solidFill>
                  <a:srgbClr val="FFFFFF"/>
                </a:solidFill>
                <a:latin typeface="Century Gothic"/>
                <a:cs typeface="Century Gothic"/>
              </a:rPr>
              <a:t>deberían </a:t>
            </a:r>
            <a:r>
              <a:rPr sz="1600" dirty="0">
                <a:solidFill>
                  <a:srgbClr val="FFFFFF"/>
                </a:solidFill>
                <a:latin typeface="Century Gothic"/>
                <a:cs typeface="Century Gothic"/>
              </a:rPr>
              <a:t>participar,</a:t>
            </a:r>
            <a:r>
              <a:rPr sz="1600" spc="-50" dirty="0">
                <a:solidFill>
                  <a:srgbClr val="FFFFFF"/>
                </a:solidFill>
                <a:latin typeface="Century Gothic"/>
                <a:cs typeface="Century Gothic"/>
              </a:rPr>
              <a:t> </a:t>
            </a:r>
            <a:r>
              <a:rPr sz="1600" dirty="0">
                <a:solidFill>
                  <a:srgbClr val="FFFFFF"/>
                </a:solidFill>
                <a:latin typeface="Century Gothic"/>
                <a:cs typeface="Century Gothic"/>
              </a:rPr>
              <a:t>el</a:t>
            </a:r>
            <a:r>
              <a:rPr sz="1600" spc="-45" dirty="0">
                <a:solidFill>
                  <a:srgbClr val="FFFFFF"/>
                </a:solidFill>
                <a:latin typeface="Century Gothic"/>
                <a:cs typeface="Century Gothic"/>
              </a:rPr>
              <a:t> </a:t>
            </a:r>
            <a:r>
              <a:rPr sz="1600" dirty="0">
                <a:solidFill>
                  <a:srgbClr val="FFFFFF"/>
                </a:solidFill>
                <a:latin typeface="Century Gothic"/>
                <a:cs typeface="Century Gothic"/>
              </a:rPr>
              <a:t>material</a:t>
            </a:r>
            <a:r>
              <a:rPr sz="1600" spc="-35" dirty="0">
                <a:solidFill>
                  <a:srgbClr val="FFFFFF"/>
                </a:solidFill>
                <a:latin typeface="Century Gothic"/>
                <a:cs typeface="Century Gothic"/>
              </a:rPr>
              <a:t> </a:t>
            </a:r>
            <a:r>
              <a:rPr sz="1600" dirty="0">
                <a:solidFill>
                  <a:srgbClr val="FFFFFF"/>
                </a:solidFill>
                <a:latin typeface="Century Gothic"/>
                <a:cs typeface="Century Gothic"/>
              </a:rPr>
              <a:t>que</a:t>
            </a:r>
            <a:r>
              <a:rPr sz="1600" spc="-55" dirty="0">
                <a:solidFill>
                  <a:srgbClr val="FFFFFF"/>
                </a:solidFill>
                <a:latin typeface="Century Gothic"/>
                <a:cs typeface="Century Gothic"/>
              </a:rPr>
              <a:t> </a:t>
            </a:r>
            <a:r>
              <a:rPr sz="1600" dirty="0">
                <a:solidFill>
                  <a:srgbClr val="FFFFFF"/>
                </a:solidFill>
                <a:latin typeface="Century Gothic"/>
                <a:cs typeface="Century Gothic"/>
              </a:rPr>
              <a:t>deberían</a:t>
            </a:r>
            <a:r>
              <a:rPr sz="1600" spc="-50" dirty="0">
                <a:solidFill>
                  <a:srgbClr val="FFFFFF"/>
                </a:solidFill>
                <a:latin typeface="Century Gothic"/>
                <a:cs typeface="Century Gothic"/>
              </a:rPr>
              <a:t> </a:t>
            </a:r>
            <a:r>
              <a:rPr sz="1600" dirty="0">
                <a:solidFill>
                  <a:srgbClr val="FFFFFF"/>
                </a:solidFill>
                <a:latin typeface="Century Gothic"/>
                <a:cs typeface="Century Gothic"/>
              </a:rPr>
              <a:t>recibir</a:t>
            </a:r>
            <a:r>
              <a:rPr sz="1600" spc="-40" dirty="0">
                <a:solidFill>
                  <a:srgbClr val="FFFFFF"/>
                </a:solidFill>
                <a:latin typeface="Century Gothic"/>
                <a:cs typeface="Century Gothic"/>
              </a:rPr>
              <a:t> </a:t>
            </a:r>
            <a:r>
              <a:rPr sz="1600" dirty="0">
                <a:solidFill>
                  <a:srgbClr val="FFFFFF"/>
                </a:solidFill>
                <a:latin typeface="Century Gothic"/>
                <a:cs typeface="Century Gothic"/>
              </a:rPr>
              <a:t>y</a:t>
            </a:r>
            <a:r>
              <a:rPr sz="1600" spc="-40" dirty="0">
                <a:solidFill>
                  <a:srgbClr val="FFFFFF"/>
                </a:solidFill>
                <a:latin typeface="Century Gothic"/>
                <a:cs typeface="Century Gothic"/>
              </a:rPr>
              <a:t> </a:t>
            </a:r>
            <a:r>
              <a:rPr sz="1600" dirty="0">
                <a:solidFill>
                  <a:srgbClr val="FFFFFF"/>
                </a:solidFill>
                <a:latin typeface="Century Gothic"/>
                <a:cs typeface="Century Gothic"/>
              </a:rPr>
              <a:t>cuantas</a:t>
            </a:r>
            <a:r>
              <a:rPr sz="1600" spc="-50" dirty="0">
                <a:solidFill>
                  <a:srgbClr val="FFFFFF"/>
                </a:solidFill>
                <a:latin typeface="Century Gothic"/>
                <a:cs typeface="Century Gothic"/>
              </a:rPr>
              <a:t> </a:t>
            </a:r>
            <a:r>
              <a:rPr sz="1600" dirty="0">
                <a:solidFill>
                  <a:srgbClr val="FFFFFF"/>
                </a:solidFill>
                <a:latin typeface="Century Gothic"/>
                <a:cs typeface="Century Gothic"/>
              </a:rPr>
              <a:t>reuniones</a:t>
            </a:r>
            <a:r>
              <a:rPr sz="1600" spc="-10" dirty="0">
                <a:solidFill>
                  <a:srgbClr val="FFFFFF"/>
                </a:solidFill>
                <a:latin typeface="Century Gothic"/>
                <a:cs typeface="Century Gothic"/>
              </a:rPr>
              <a:t> </a:t>
            </a:r>
            <a:r>
              <a:rPr sz="1600" dirty="0">
                <a:solidFill>
                  <a:srgbClr val="FFFFFF"/>
                </a:solidFill>
                <a:latin typeface="Century Gothic"/>
                <a:cs typeface="Century Gothic"/>
              </a:rPr>
              <a:t>de</a:t>
            </a:r>
            <a:r>
              <a:rPr sz="1600" spc="-55" dirty="0">
                <a:solidFill>
                  <a:srgbClr val="FFFFFF"/>
                </a:solidFill>
                <a:latin typeface="Century Gothic"/>
                <a:cs typeface="Century Gothic"/>
              </a:rPr>
              <a:t> </a:t>
            </a:r>
            <a:r>
              <a:rPr sz="1600" dirty="0">
                <a:solidFill>
                  <a:srgbClr val="FFFFFF"/>
                </a:solidFill>
                <a:latin typeface="Century Gothic"/>
                <a:cs typeface="Century Gothic"/>
              </a:rPr>
              <a:t>inspección</a:t>
            </a:r>
            <a:r>
              <a:rPr sz="1600" spc="-30" dirty="0">
                <a:solidFill>
                  <a:srgbClr val="FFFFFF"/>
                </a:solidFill>
                <a:latin typeface="Century Gothic"/>
                <a:cs typeface="Century Gothic"/>
              </a:rPr>
              <a:t> </a:t>
            </a:r>
            <a:r>
              <a:rPr sz="1600" dirty="0">
                <a:solidFill>
                  <a:srgbClr val="FFFFFF"/>
                </a:solidFill>
                <a:latin typeface="Century Gothic"/>
                <a:cs typeface="Century Gothic"/>
              </a:rPr>
              <a:t>van</a:t>
            </a:r>
            <a:r>
              <a:rPr sz="1600" spc="-80" dirty="0">
                <a:solidFill>
                  <a:srgbClr val="FFFFFF"/>
                </a:solidFill>
                <a:latin typeface="Century Gothic"/>
                <a:cs typeface="Century Gothic"/>
              </a:rPr>
              <a:t> </a:t>
            </a:r>
            <a:r>
              <a:rPr sz="1600" dirty="0">
                <a:solidFill>
                  <a:srgbClr val="FFFFFF"/>
                </a:solidFill>
                <a:latin typeface="Century Gothic"/>
                <a:cs typeface="Century Gothic"/>
              </a:rPr>
              <a:t>a</a:t>
            </a:r>
            <a:r>
              <a:rPr sz="1600" spc="-55" dirty="0">
                <a:solidFill>
                  <a:srgbClr val="FFFFFF"/>
                </a:solidFill>
                <a:latin typeface="Century Gothic"/>
                <a:cs typeface="Century Gothic"/>
              </a:rPr>
              <a:t> </a:t>
            </a:r>
            <a:r>
              <a:rPr sz="1600" spc="-25" dirty="0">
                <a:solidFill>
                  <a:srgbClr val="FFFFFF"/>
                </a:solidFill>
                <a:latin typeface="Century Gothic"/>
                <a:cs typeface="Century Gothic"/>
              </a:rPr>
              <a:t>ser </a:t>
            </a:r>
            <a:r>
              <a:rPr sz="1600" dirty="0">
                <a:solidFill>
                  <a:srgbClr val="FFFFFF"/>
                </a:solidFill>
                <a:latin typeface="Century Gothic"/>
                <a:cs typeface="Century Gothic"/>
              </a:rPr>
              <a:t>necesarias</a:t>
            </a:r>
            <a:r>
              <a:rPr sz="1600" spc="-30" dirty="0">
                <a:solidFill>
                  <a:srgbClr val="FFFFFF"/>
                </a:solidFill>
                <a:latin typeface="Century Gothic"/>
                <a:cs typeface="Century Gothic"/>
              </a:rPr>
              <a:t> </a:t>
            </a:r>
            <a:r>
              <a:rPr sz="1600" dirty="0">
                <a:solidFill>
                  <a:srgbClr val="FFFFFF"/>
                </a:solidFill>
                <a:latin typeface="Century Gothic"/>
                <a:cs typeface="Century Gothic"/>
              </a:rPr>
              <a:t>para</a:t>
            </a:r>
            <a:r>
              <a:rPr sz="1600" spc="-50" dirty="0">
                <a:solidFill>
                  <a:srgbClr val="FFFFFF"/>
                </a:solidFill>
                <a:latin typeface="Century Gothic"/>
                <a:cs typeface="Century Gothic"/>
              </a:rPr>
              <a:t> </a:t>
            </a:r>
            <a:r>
              <a:rPr sz="1600" dirty="0">
                <a:solidFill>
                  <a:srgbClr val="FFFFFF"/>
                </a:solidFill>
                <a:latin typeface="Century Gothic"/>
                <a:cs typeface="Century Gothic"/>
              </a:rPr>
              <a:t>cubrir</a:t>
            </a:r>
            <a:r>
              <a:rPr sz="1600" spc="-30" dirty="0">
                <a:solidFill>
                  <a:srgbClr val="FFFFFF"/>
                </a:solidFill>
                <a:latin typeface="Century Gothic"/>
                <a:cs typeface="Century Gothic"/>
              </a:rPr>
              <a:t> </a:t>
            </a:r>
            <a:r>
              <a:rPr sz="1600" dirty="0">
                <a:solidFill>
                  <a:srgbClr val="FFFFFF"/>
                </a:solidFill>
                <a:latin typeface="Century Gothic"/>
                <a:cs typeface="Century Gothic"/>
              </a:rPr>
              <a:t>el</a:t>
            </a:r>
            <a:r>
              <a:rPr sz="1600" spc="-35" dirty="0">
                <a:solidFill>
                  <a:srgbClr val="FFFFFF"/>
                </a:solidFill>
                <a:latin typeface="Century Gothic"/>
                <a:cs typeface="Century Gothic"/>
              </a:rPr>
              <a:t> </a:t>
            </a:r>
            <a:r>
              <a:rPr sz="1600" dirty="0">
                <a:solidFill>
                  <a:srgbClr val="FFFFFF"/>
                </a:solidFill>
                <a:latin typeface="Century Gothic"/>
                <a:cs typeface="Century Gothic"/>
              </a:rPr>
              <a:t>material.</a:t>
            </a:r>
            <a:r>
              <a:rPr sz="1600" spc="-40" dirty="0">
                <a:solidFill>
                  <a:srgbClr val="FFFFFF"/>
                </a:solidFill>
                <a:latin typeface="Century Gothic"/>
                <a:cs typeface="Century Gothic"/>
              </a:rPr>
              <a:t> </a:t>
            </a:r>
            <a:r>
              <a:rPr sz="1600" dirty="0">
                <a:solidFill>
                  <a:srgbClr val="FFFFFF"/>
                </a:solidFill>
                <a:latin typeface="Century Gothic"/>
                <a:cs typeface="Century Gothic"/>
              </a:rPr>
              <a:t>La</a:t>
            </a:r>
            <a:r>
              <a:rPr sz="1600" spc="-50" dirty="0">
                <a:solidFill>
                  <a:srgbClr val="FFFFFF"/>
                </a:solidFill>
                <a:latin typeface="Century Gothic"/>
                <a:cs typeface="Century Gothic"/>
              </a:rPr>
              <a:t> </a:t>
            </a:r>
            <a:r>
              <a:rPr sz="1600" dirty="0">
                <a:solidFill>
                  <a:srgbClr val="FFFFFF"/>
                </a:solidFill>
                <a:latin typeface="Century Gothic"/>
                <a:cs typeface="Century Gothic"/>
              </a:rPr>
              <a:t>rapidez</a:t>
            </a:r>
            <a:r>
              <a:rPr sz="1600" spc="-40" dirty="0">
                <a:solidFill>
                  <a:srgbClr val="FFFFFF"/>
                </a:solidFill>
                <a:latin typeface="Century Gothic"/>
                <a:cs typeface="Century Gothic"/>
              </a:rPr>
              <a:t> </a:t>
            </a:r>
            <a:r>
              <a:rPr sz="1600" dirty="0">
                <a:solidFill>
                  <a:srgbClr val="FFFFFF"/>
                </a:solidFill>
                <a:latin typeface="Century Gothic"/>
                <a:cs typeface="Century Gothic"/>
              </a:rPr>
              <a:t>de</a:t>
            </a:r>
            <a:r>
              <a:rPr sz="1600" spc="-50" dirty="0">
                <a:solidFill>
                  <a:srgbClr val="FFFFFF"/>
                </a:solidFill>
                <a:latin typeface="Century Gothic"/>
                <a:cs typeface="Century Gothic"/>
              </a:rPr>
              <a:t> </a:t>
            </a:r>
            <a:r>
              <a:rPr sz="1600" dirty="0">
                <a:solidFill>
                  <a:srgbClr val="FFFFFF"/>
                </a:solidFill>
                <a:latin typeface="Century Gothic"/>
                <a:cs typeface="Century Gothic"/>
              </a:rPr>
              <a:t>la</a:t>
            </a:r>
            <a:r>
              <a:rPr sz="1600" spc="-50" dirty="0">
                <a:solidFill>
                  <a:srgbClr val="FFFFFF"/>
                </a:solidFill>
                <a:latin typeface="Century Gothic"/>
                <a:cs typeface="Century Gothic"/>
              </a:rPr>
              <a:t> </a:t>
            </a:r>
            <a:r>
              <a:rPr sz="1600" dirty="0">
                <a:solidFill>
                  <a:srgbClr val="FFFFFF"/>
                </a:solidFill>
                <a:latin typeface="Century Gothic"/>
                <a:cs typeface="Century Gothic"/>
              </a:rPr>
              <a:t>inspección</a:t>
            </a:r>
            <a:r>
              <a:rPr sz="1600" spc="-40" dirty="0">
                <a:solidFill>
                  <a:srgbClr val="FFFFFF"/>
                </a:solidFill>
                <a:latin typeface="Century Gothic"/>
                <a:cs typeface="Century Gothic"/>
              </a:rPr>
              <a:t> </a:t>
            </a:r>
            <a:r>
              <a:rPr sz="1600" dirty="0">
                <a:solidFill>
                  <a:srgbClr val="FFFFFF"/>
                </a:solidFill>
                <a:latin typeface="Century Gothic"/>
                <a:cs typeface="Century Gothic"/>
              </a:rPr>
              <a:t>tiene</a:t>
            </a:r>
            <a:r>
              <a:rPr sz="1600" spc="-20" dirty="0">
                <a:solidFill>
                  <a:srgbClr val="FFFFFF"/>
                </a:solidFill>
                <a:latin typeface="Century Gothic"/>
                <a:cs typeface="Century Gothic"/>
              </a:rPr>
              <a:t> </a:t>
            </a:r>
            <a:r>
              <a:rPr sz="1600" dirty="0">
                <a:solidFill>
                  <a:srgbClr val="FFFFFF"/>
                </a:solidFill>
                <a:latin typeface="Century Gothic"/>
                <a:cs typeface="Century Gothic"/>
              </a:rPr>
              <a:t>un</a:t>
            </a:r>
            <a:r>
              <a:rPr sz="1600" spc="-40" dirty="0">
                <a:solidFill>
                  <a:srgbClr val="FFFFFF"/>
                </a:solidFill>
                <a:latin typeface="Century Gothic"/>
                <a:cs typeface="Century Gothic"/>
              </a:rPr>
              <a:t> </a:t>
            </a:r>
            <a:r>
              <a:rPr sz="1600" dirty="0">
                <a:solidFill>
                  <a:srgbClr val="FFFFFF"/>
                </a:solidFill>
                <a:latin typeface="Century Gothic"/>
                <a:cs typeface="Century Gothic"/>
              </a:rPr>
              <a:t>fuerte</a:t>
            </a:r>
            <a:r>
              <a:rPr sz="1600" spc="-40" dirty="0">
                <a:solidFill>
                  <a:srgbClr val="FFFFFF"/>
                </a:solidFill>
                <a:latin typeface="Century Gothic"/>
                <a:cs typeface="Century Gothic"/>
              </a:rPr>
              <a:t> </a:t>
            </a:r>
            <a:r>
              <a:rPr sz="1600" spc="-10" dirty="0">
                <a:solidFill>
                  <a:srgbClr val="FFFFFF"/>
                </a:solidFill>
                <a:latin typeface="Century Gothic"/>
                <a:cs typeface="Century Gothic"/>
              </a:rPr>
              <a:t>impacto </a:t>
            </a:r>
            <a:r>
              <a:rPr sz="1600" dirty="0">
                <a:solidFill>
                  <a:srgbClr val="FFFFFF"/>
                </a:solidFill>
                <a:latin typeface="Century Gothic"/>
                <a:cs typeface="Century Gothic"/>
              </a:rPr>
              <a:t>en</a:t>
            </a:r>
            <a:r>
              <a:rPr sz="1600" spc="-50" dirty="0">
                <a:solidFill>
                  <a:srgbClr val="FFFFFF"/>
                </a:solidFill>
                <a:latin typeface="Century Gothic"/>
                <a:cs typeface="Century Gothic"/>
              </a:rPr>
              <a:t> </a:t>
            </a:r>
            <a:r>
              <a:rPr sz="1600" dirty="0">
                <a:solidFill>
                  <a:srgbClr val="FFFFFF"/>
                </a:solidFill>
                <a:latin typeface="Century Gothic"/>
                <a:cs typeface="Century Gothic"/>
              </a:rPr>
              <a:t>la</a:t>
            </a:r>
            <a:r>
              <a:rPr sz="1600" spc="-65" dirty="0">
                <a:solidFill>
                  <a:srgbClr val="FFFFFF"/>
                </a:solidFill>
                <a:latin typeface="Century Gothic"/>
                <a:cs typeface="Century Gothic"/>
              </a:rPr>
              <a:t> </a:t>
            </a:r>
            <a:r>
              <a:rPr sz="1600" dirty="0">
                <a:solidFill>
                  <a:srgbClr val="FFFFFF"/>
                </a:solidFill>
                <a:latin typeface="Century Gothic"/>
                <a:cs typeface="Century Gothic"/>
              </a:rPr>
              <a:t>cantidad</a:t>
            </a:r>
            <a:r>
              <a:rPr sz="1600" spc="-20" dirty="0">
                <a:solidFill>
                  <a:srgbClr val="FFFFFF"/>
                </a:solidFill>
                <a:latin typeface="Century Gothic"/>
                <a:cs typeface="Century Gothic"/>
              </a:rPr>
              <a:t> </a:t>
            </a:r>
            <a:r>
              <a:rPr sz="1600" dirty="0">
                <a:solidFill>
                  <a:srgbClr val="FFFFFF"/>
                </a:solidFill>
                <a:latin typeface="Century Gothic"/>
                <a:cs typeface="Century Gothic"/>
              </a:rPr>
              <a:t>de</a:t>
            </a:r>
            <a:r>
              <a:rPr sz="1600" spc="-40" dirty="0">
                <a:solidFill>
                  <a:srgbClr val="FFFFFF"/>
                </a:solidFill>
                <a:latin typeface="Century Gothic"/>
                <a:cs typeface="Century Gothic"/>
              </a:rPr>
              <a:t> </a:t>
            </a:r>
            <a:r>
              <a:rPr sz="1600" dirty="0">
                <a:solidFill>
                  <a:srgbClr val="FFFFFF"/>
                </a:solidFill>
                <a:latin typeface="Century Gothic"/>
                <a:cs typeface="Century Gothic"/>
              </a:rPr>
              <a:t>defectos</a:t>
            </a:r>
            <a:r>
              <a:rPr sz="1600" spc="-15" dirty="0">
                <a:solidFill>
                  <a:srgbClr val="FFFFFF"/>
                </a:solidFill>
                <a:latin typeface="Century Gothic"/>
                <a:cs typeface="Century Gothic"/>
              </a:rPr>
              <a:t> </a:t>
            </a:r>
            <a:r>
              <a:rPr sz="1600" dirty="0">
                <a:solidFill>
                  <a:srgbClr val="FFFFFF"/>
                </a:solidFill>
                <a:latin typeface="Century Gothic"/>
                <a:cs typeface="Century Gothic"/>
              </a:rPr>
              <a:t>que</a:t>
            </a:r>
            <a:r>
              <a:rPr sz="1600" spc="-55" dirty="0">
                <a:solidFill>
                  <a:srgbClr val="FFFFFF"/>
                </a:solidFill>
                <a:latin typeface="Century Gothic"/>
                <a:cs typeface="Century Gothic"/>
              </a:rPr>
              <a:t> </a:t>
            </a:r>
            <a:r>
              <a:rPr sz="1600" dirty="0">
                <a:solidFill>
                  <a:srgbClr val="FFFFFF"/>
                </a:solidFill>
                <a:latin typeface="Century Gothic"/>
                <a:cs typeface="Century Gothic"/>
              </a:rPr>
              <a:t>se</a:t>
            </a:r>
            <a:r>
              <a:rPr sz="1600" spc="-50" dirty="0">
                <a:solidFill>
                  <a:srgbClr val="FFFFFF"/>
                </a:solidFill>
                <a:latin typeface="Century Gothic"/>
                <a:cs typeface="Century Gothic"/>
              </a:rPr>
              <a:t> </a:t>
            </a:r>
            <a:r>
              <a:rPr sz="1600" spc="-10" dirty="0">
                <a:solidFill>
                  <a:srgbClr val="FFFFFF"/>
                </a:solidFill>
                <a:latin typeface="Century Gothic"/>
                <a:cs typeface="Century Gothic"/>
              </a:rPr>
              <a:t>encontrarán.</a:t>
            </a:r>
            <a:endParaRPr sz="1600">
              <a:latin typeface="Century Gothic"/>
              <a:cs typeface="Century Gothic"/>
            </a:endParaRPr>
          </a:p>
          <a:p>
            <a:pPr>
              <a:spcBef>
                <a:spcPts val="310"/>
              </a:spcBef>
            </a:pPr>
            <a:endParaRPr sz="1600">
              <a:latin typeface="Century Gothic"/>
              <a:cs typeface="Century Gothic"/>
            </a:endParaRPr>
          </a:p>
          <a:p>
            <a:pPr marL="3716654" lvl="1" indent="-286385">
              <a:buClr>
                <a:srgbClr val="1E5154"/>
              </a:buClr>
              <a:buSzPct val="75000"/>
              <a:buFont typeface="Wingdings"/>
              <a:buChar char=""/>
              <a:tabLst>
                <a:tab pos="3716654" algn="l"/>
              </a:tabLst>
            </a:pPr>
            <a:r>
              <a:rPr sz="1400" dirty="0">
                <a:solidFill>
                  <a:srgbClr val="FFFFFF"/>
                </a:solidFill>
                <a:latin typeface="Verdana"/>
                <a:cs typeface="Verdana"/>
              </a:rPr>
              <a:t>Ajustar</a:t>
            </a:r>
            <a:r>
              <a:rPr sz="1400" spc="-30" dirty="0">
                <a:solidFill>
                  <a:srgbClr val="FFFFFF"/>
                </a:solidFill>
                <a:latin typeface="Verdana"/>
                <a:cs typeface="Verdana"/>
              </a:rPr>
              <a:t> </a:t>
            </a:r>
            <a:r>
              <a:rPr sz="1400" dirty="0">
                <a:solidFill>
                  <a:srgbClr val="FFFFFF"/>
                </a:solidFill>
                <a:latin typeface="Verdana"/>
                <a:cs typeface="Verdana"/>
              </a:rPr>
              <a:t>la</a:t>
            </a:r>
            <a:r>
              <a:rPr sz="1400" spc="-30" dirty="0">
                <a:solidFill>
                  <a:srgbClr val="FFFFFF"/>
                </a:solidFill>
                <a:latin typeface="Verdana"/>
                <a:cs typeface="Verdana"/>
              </a:rPr>
              <a:t> </a:t>
            </a:r>
            <a:r>
              <a:rPr sz="1400" dirty="0">
                <a:solidFill>
                  <a:srgbClr val="FFFFFF"/>
                </a:solidFill>
                <a:latin typeface="Verdana"/>
                <a:cs typeface="Verdana"/>
              </a:rPr>
              <a:t>tasa</a:t>
            </a:r>
            <a:r>
              <a:rPr sz="1400" spc="-30" dirty="0">
                <a:solidFill>
                  <a:srgbClr val="FFFFFF"/>
                </a:solidFill>
                <a:latin typeface="Verdana"/>
                <a:cs typeface="Verdana"/>
              </a:rPr>
              <a:t> </a:t>
            </a:r>
            <a:r>
              <a:rPr sz="1400" dirty="0">
                <a:solidFill>
                  <a:srgbClr val="FFFFFF"/>
                </a:solidFill>
                <a:latin typeface="Verdana"/>
                <a:cs typeface="Verdana"/>
              </a:rPr>
              <a:t>según</a:t>
            </a:r>
            <a:r>
              <a:rPr sz="1400" spc="-40" dirty="0">
                <a:solidFill>
                  <a:srgbClr val="FFFFFF"/>
                </a:solidFill>
                <a:latin typeface="Verdana"/>
                <a:cs typeface="Verdana"/>
              </a:rPr>
              <a:t> </a:t>
            </a:r>
            <a:r>
              <a:rPr sz="1400" dirty="0">
                <a:solidFill>
                  <a:srgbClr val="FFFFFF"/>
                </a:solidFill>
                <a:latin typeface="Verdana"/>
                <a:cs typeface="Verdana"/>
              </a:rPr>
              <a:t>los</a:t>
            </a:r>
            <a:r>
              <a:rPr sz="1400" spc="-45" dirty="0">
                <a:solidFill>
                  <a:srgbClr val="FFFFFF"/>
                </a:solidFill>
                <a:latin typeface="Verdana"/>
                <a:cs typeface="Verdana"/>
              </a:rPr>
              <a:t> </a:t>
            </a:r>
            <a:r>
              <a:rPr sz="1400" dirty="0">
                <a:solidFill>
                  <a:srgbClr val="FFFFFF"/>
                </a:solidFill>
                <a:latin typeface="Verdana"/>
                <a:cs typeface="Verdana"/>
              </a:rPr>
              <a:t>siguientes</a:t>
            </a:r>
            <a:r>
              <a:rPr sz="1400" spc="-35" dirty="0">
                <a:solidFill>
                  <a:srgbClr val="FFFFFF"/>
                </a:solidFill>
                <a:latin typeface="Verdana"/>
                <a:cs typeface="Verdana"/>
              </a:rPr>
              <a:t> </a:t>
            </a:r>
            <a:r>
              <a:rPr sz="1400" spc="-10" dirty="0">
                <a:solidFill>
                  <a:srgbClr val="FFFFFF"/>
                </a:solidFill>
                <a:latin typeface="Verdana"/>
                <a:cs typeface="Verdana"/>
              </a:rPr>
              <a:t>factores:</a:t>
            </a:r>
            <a:endParaRPr sz="1400">
              <a:latin typeface="Verdana"/>
              <a:cs typeface="Verdana"/>
            </a:endParaRPr>
          </a:p>
          <a:p>
            <a:pPr marL="4116070" lvl="2" indent="-228600">
              <a:spcBef>
                <a:spcPts val="285"/>
              </a:spcBef>
              <a:buClr>
                <a:srgbClr val="AF1512"/>
              </a:buClr>
              <a:buSzPct val="62500"/>
              <a:buFont typeface="Wingdings"/>
              <a:buChar char=""/>
              <a:tabLst>
                <a:tab pos="4116070" algn="l"/>
              </a:tabLst>
            </a:pPr>
            <a:r>
              <a:rPr sz="1200" dirty="0">
                <a:solidFill>
                  <a:srgbClr val="FFFFFF"/>
                </a:solidFill>
                <a:latin typeface="Verdana"/>
                <a:cs typeface="Verdana"/>
              </a:rPr>
              <a:t>La</a:t>
            </a:r>
            <a:r>
              <a:rPr sz="1200" spc="-30" dirty="0">
                <a:solidFill>
                  <a:srgbClr val="FFFFFF"/>
                </a:solidFill>
                <a:latin typeface="Verdana"/>
                <a:cs typeface="Verdana"/>
              </a:rPr>
              <a:t> </a:t>
            </a:r>
            <a:r>
              <a:rPr sz="1200" dirty="0">
                <a:solidFill>
                  <a:srgbClr val="FFFFFF"/>
                </a:solidFill>
                <a:latin typeface="Verdana"/>
                <a:cs typeface="Verdana"/>
              </a:rPr>
              <a:t>información</a:t>
            </a:r>
            <a:r>
              <a:rPr sz="1200" spc="-25" dirty="0">
                <a:solidFill>
                  <a:srgbClr val="FFFFFF"/>
                </a:solidFill>
                <a:latin typeface="Verdana"/>
                <a:cs typeface="Verdana"/>
              </a:rPr>
              <a:t> </a:t>
            </a:r>
            <a:r>
              <a:rPr sz="1200" dirty="0">
                <a:solidFill>
                  <a:srgbClr val="FFFFFF"/>
                </a:solidFill>
                <a:latin typeface="Verdana"/>
                <a:cs typeface="Verdana"/>
              </a:rPr>
              <a:t>de</a:t>
            </a:r>
            <a:r>
              <a:rPr sz="1200" spc="-30" dirty="0">
                <a:solidFill>
                  <a:srgbClr val="FFFFFF"/>
                </a:solidFill>
                <a:latin typeface="Verdana"/>
                <a:cs typeface="Verdana"/>
              </a:rPr>
              <a:t> </a:t>
            </a:r>
            <a:r>
              <a:rPr sz="1200" dirty="0">
                <a:solidFill>
                  <a:srgbClr val="FFFFFF"/>
                </a:solidFill>
                <a:latin typeface="Verdana"/>
                <a:cs typeface="Verdana"/>
              </a:rPr>
              <a:t>la</a:t>
            </a:r>
            <a:r>
              <a:rPr sz="1200" spc="-25" dirty="0">
                <a:solidFill>
                  <a:srgbClr val="FFFFFF"/>
                </a:solidFill>
                <a:latin typeface="Verdana"/>
                <a:cs typeface="Verdana"/>
              </a:rPr>
              <a:t> </a:t>
            </a:r>
            <a:r>
              <a:rPr sz="1200" dirty="0">
                <a:solidFill>
                  <a:srgbClr val="FFFFFF"/>
                </a:solidFill>
                <a:latin typeface="Verdana"/>
                <a:cs typeface="Verdana"/>
              </a:rPr>
              <a:t>inspección</a:t>
            </a:r>
            <a:r>
              <a:rPr sz="1200" spc="-20" dirty="0">
                <a:solidFill>
                  <a:srgbClr val="FFFFFF"/>
                </a:solidFill>
                <a:latin typeface="Verdana"/>
                <a:cs typeface="Verdana"/>
              </a:rPr>
              <a:t> </a:t>
            </a:r>
            <a:r>
              <a:rPr sz="1200" dirty="0">
                <a:solidFill>
                  <a:srgbClr val="FFFFFF"/>
                </a:solidFill>
                <a:latin typeface="Verdana"/>
                <a:cs typeface="Verdana"/>
              </a:rPr>
              <a:t>previa</a:t>
            </a:r>
            <a:r>
              <a:rPr sz="1200" spc="-25" dirty="0">
                <a:solidFill>
                  <a:srgbClr val="FFFFFF"/>
                </a:solidFill>
                <a:latin typeface="Verdana"/>
                <a:cs typeface="Verdana"/>
              </a:rPr>
              <a:t> </a:t>
            </a:r>
            <a:r>
              <a:rPr sz="1200" dirty="0">
                <a:solidFill>
                  <a:srgbClr val="FFFFFF"/>
                </a:solidFill>
                <a:latin typeface="Verdana"/>
                <a:cs typeface="Verdana"/>
              </a:rPr>
              <a:t>del</a:t>
            </a:r>
            <a:r>
              <a:rPr sz="1200" spc="-30" dirty="0">
                <a:solidFill>
                  <a:srgbClr val="FFFFFF"/>
                </a:solidFill>
                <a:latin typeface="Verdana"/>
                <a:cs typeface="Verdana"/>
              </a:rPr>
              <a:t> </a:t>
            </a:r>
            <a:r>
              <a:rPr sz="1200" spc="-10" dirty="0">
                <a:solidFill>
                  <a:srgbClr val="FFFFFF"/>
                </a:solidFill>
                <a:latin typeface="Verdana"/>
                <a:cs typeface="Verdana"/>
              </a:rPr>
              <a:t>equipo.</a:t>
            </a:r>
            <a:endParaRPr sz="1200">
              <a:latin typeface="Verdana"/>
              <a:cs typeface="Verdana"/>
            </a:endParaRPr>
          </a:p>
          <a:p>
            <a:pPr marL="4116070" lvl="2" indent="-228600">
              <a:spcBef>
                <a:spcPts val="290"/>
              </a:spcBef>
              <a:buClr>
                <a:srgbClr val="AF1512"/>
              </a:buClr>
              <a:buSzPct val="62500"/>
              <a:buFont typeface="Wingdings"/>
              <a:buChar char=""/>
              <a:tabLst>
                <a:tab pos="4116070" algn="l"/>
              </a:tabLst>
            </a:pPr>
            <a:r>
              <a:rPr sz="1200" dirty="0">
                <a:solidFill>
                  <a:srgbClr val="FFFFFF"/>
                </a:solidFill>
                <a:latin typeface="Verdana"/>
                <a:cs typeface="Verdana"/>
              </a:rPr>
              <a:t>La</a:t>
            </a:r>
            <a:r>
              <a:rPr sz="1200" spc="-30" dirty="0">
                <a:solidFill>
                  <a:srgbClr val="FFFFFF"/>
                </a:solidFill>
                <a:latin typeface="Verdana"/>
                <a:cs typeface="Verdana"/>
              </a:rPr>
              <a:t> </a:t>
            </a:r>
            <a:r>
              <a:rPr sz="1200" dirty="0">
                <a:solidFill>
                  <a:srgbClr val="FFFFFF"/>
                </a:solidFill>
                <a:latin typeface="Verdana"/>
                <a:cs typeface="Verdana"/>
              </a:rPr>
              <a:t>cantidad</a:t>
            </a:r>
            <a:r>
              <a:rPr sz="1200" spc="10" dirty="0">
                <a:solidFill>
                  <a:srgbClr val="FFFFFF"/>
                </a:solidFill>
                <a:latin typeface="Verdana"/>
                <a:cs typeface="Verdana"/>
              </a:rPr>
              <a:t> </a:t>
            </a:r>
            <a:r>
              <a:rPr sz="1200" dirty="0">
                <a:solidFill>
                  <a:srgbClr val="FFFFFF"/>
                </a:solidFill>
                <a:latin typeface="Verdana"/>
                <a:cs typeface="Verdana"/>
              </a:rPr>
              <a:t>del</a:t>
            </a:r>
            <a:r>
              <a:rPr sz="1200" spc="-40" dirty="0">
                <a:solidFill>
                  <a:srgbClr val="FFFFFF"/>
                </a:solidFill>
                <a:latin typeface="Verdana"/>
                <a:cs typeface="Verdana"/>
              </a:rPr>
              <a:t> </a:t>
            </a:r>
            <a:r>
              <a:rPr sz="1200" dirty="0">
                <a:solidFill>
                  <a:srgbClr val="FFFFFF"/>
                </a:solidFill>
                <a:latin typeface="Verdana"/>
                <a:cs typeface="Verdana"/>
              </a:rPr>
              <a:t>texto</a:t>
            </a:r>
            <a:r>
              <a:rPr sz="1200" spc="-15" dirty="0">
                <a:solidFill>
                  <a:srgbClr val="FFFFFF"/>
                </a:solidFill>
                <a:latin typeface="Verdana"/>
                <a:cs typeface="Verdana"/>
              </a:rPr>
              <a:t> </a:t>
            </a:r>
            <a:r>
              <a:rPr sz="1200" dirty="0">
                <a:solidFill>
                  <a:srgbClr val="FFFFFF"/>
                </a:solidFill>
                <a:latin typeface="Verdana"/>
                <a:cs typeface="Verdana"/>
              </a:rPr>
              <a:t>de</a:t>
            </a:r>
            <a:r>
              <a:rPr sz="1200" spc="-30" dirty="0">
                <a:solidFill>
                  <a:srgbClr val="FFFFFF"/>
                </a:solidFill>
                <a:latin typeface="Verdana"/>
                <a:cs typeface="Verdana"/>
              </a:rPr>
              <a:t> </a:t>
            </a:r>
            <a:r>
              <a:rPr sz="1200" dirty="0">
                <a:solidFill>
                  <a:srgbClr val="FFFFFF"/>
                </a:solidFill>
                <a:latin typeface="Verdana"/>
                <a:cs typeface="Verdana"/>
              </a:rPr>
              <a:t>cada</a:t>
            </a:r>
            <a:r>
              <a:rPr sz="1200" spc="-10" dirty="0">
                <a:solidFill>
                  <a:srgbClr val="FFFFFF"/>
                </a:solidFill>
                <a:latin typeface="Verdana"/>
                <a:cs typeface="Verdana"/>
              </a:rPr>
              <a:t> página.</a:t>
            </a:r>
            <a:endParaRPr sz="1200">
              <a:latin typeface="Verdana"/>
              <a:cs typeface="Verdana"/>
            </a:endParaRPr>
          </a:p>
          <a:p>
            <a:pPr marL="4116070" lvl="2" indent="-228600">
              <a:spcBef>
                <a:spcPts val="285"/>
              </a:spcBef>
              <a:buClr>
                <a:srgbClr val="AF1512"/>
              </a:buClr>
              <a:buSzPct val="62500"/>
              <a:buFont typeface="Wingdings"/>
              <a:buChar char=""/>
              <a:tabLst>
                <a:tab pos="4116070" algn="l"/>
              </a:tabLst>
            </a:pPr>
            <a:r>
              <a:rPr sz="1200" dirty="0">
                <a:solidFill>
                  <a:srgbClr val="FFFFFF"/>
                </a:solidFill>
                <a:latin typeface="Verdana"/>
                <a:cs typeface="Verdana"/>
              </a:rPr>
              <a:t>La</a:t>
            </a:r>
            <a:r>
              <a:rPr sz="1200" spc="-30" dirty="0">
                <a:solidFill>
                  <a:srgbClr val="FFFFFF"/>
                </a:solidFill>
                <a:latin typeface="Verdana"/>
                <a:cs typeface="Verdana"/>
              </a:rPr>
              <a:t> </a:t>
            </a:r>
            <a:r>
              <a:rPr sz="1200" dirty="0">
                <a:solidFill>
                  <a:srgbClr val="FFFFFF"/>
                </a:solidFill>
                <a:latin typeface="Verdana"/>
                <a:cs typeface="Verdana"/>
              </a:rPr>
              <a:t>complejidad</a:t>
            </a:r>
            <a:r>
              <a:rPr sz="1200" spc="-15" dirty="0">
                <a:solidFill>
                  <a:srgbClr val="FFFFFF"/>
                </a:solidFill>
                <a:latin typeface="Verdana"/>
                <a:cs typeface="Verdana"/>
              </a:rPr>
              <a:t> </a:t>
            </a:r>
            <a:r>
              <a:rPr sz="1200" dirty="0">
                <a:solidFill>
                  <a:srgbClr val="FFFFFF"/>
                </a:solidFill>
                <a:latin typeface="Verdana"/>
                <a:cs typeface="Verdana"/>
              </a:rPr>
              <a:t>de</a:t>
            </a:r>
            <a:r>
              <a:rPr sz="1200" spc="-30" dirty="0">
                <a:solidFill>
                  <a:srgbClr val="FFFFFF"/>
                </a:solidFill>
                <a:latin typeface="Verdana"/>
                <a:cs typeface="Verdana"/>
              </a:rPr>
              <a:t> </a:t>
            </a:r>
            <a:r>
              <a:rPr sz="1200" dirty="0">
                <a:solidFill>
                  <a:srgbClr val="FFFFFF"/>
                </a:solidFill>
                <a:latin typeface="Verdana"/>
                <a:cs typeface="Verdana"/>
              </a:rPr>
              <a:t>la</a:t>
            </a:r>
            <a:r>
              <a:rPr sz="1200" spc="-20" dirty="0">
                <a:solidFill>
                  <a:srgbClr val="FFFFFF"/>
                </a:solidFill>
                <a:latin typeface="Verdana"/>
                <a:cs typeface="Verdana"/>
              </a:rPr>
              <a:t> </a:t>
            </a:r>
            <a:r>
              <a:rPr sz="1200" spc="-10" dirty="0">
                <a:solidFill>
                  <a:srgbClr val="FFFFFF"/>
                </a:solidFill>
                <a:latin typeface="Verdana"/>
                <a:cs typeface="Verdana"/>
              </a:rPr>
              <a:t>especificación.</a:t>
            </a:r>
            <a:endParaRPr sz="1200">
              <a:latin typeface="Verdana"/>
              <a:cs typeface="Verdana"/>
            </a:endParaRPr>
          </a:p>
          <a:p>
            <a:pPr marL="4116070" lvl="2" indent="-228600">
              <a:spcBef>
                <a:spcPts val="290"/>
              </a:spcBef>
              <a:buClr>
                <a:srgbClr val="AF1512"/>
              </a:buClr>
              <a:buSzPct val="62500"/>
              <a:buFont typeface="Wingdings"/>
              <a:buChar char=""/>
              <a:tabLst>
                <a:tab pos="4116070" algn="l"/>
              </a:tabLst>
            </a:pPr>
            <a:r>
              <a:rPr sz="1200" dirty="0">
                <a:solidFill>
                  <a:srgbClr val="FFFFFF"/>
                </a:solidFill>
                <a:latin typeface="Verdana"/>
                <a:cs typeface="Verdana"/>
              </a:rPr>
              <a:t>El</a:t>
            </a:r>
            <a:r>
              <a:rPr sz="1200" spc="-15" dirty="0">
                <a:solidFill>
                  <a:srgbClr val="FFFFFF"/>
                </a:solidFill>
                <a:latin typeface="Verdana"/>
                <a:cs typeface="Verdana"/>
              </a:rPr>
              <a:t> </a:t>
            </a:r>
            <a:r>
              <a:rPr sz="1200" dirty="0">
                <a:solidFill>
                  <a:srgbClr val="FFFFFF"/>
                </a:solidFill>
                <a:latin typeface="Verdana"/>
                <a:cs typeface="Verdana"/>
              </a:rPr>
              <a:t>riesgo</a:t>
            </a:r>
            <a:r>
              <a:rPr sz="1200" spc="-15" dirty="0">
                <a:solidFill>
                  <a:srgbClr val="FFFFFF"/>
                </a:solidFill>
                <a:latin typeface="Verdana"/>
                <a:cs typeface="Verdana"/>
              </a:rPr>
              <a:t> </a:t>
            </a:r>
            <a:r>
              <a:rPr sz="1200" dirty="0">
                <a:solidFill>
                  <a:srgbClr val="FFFFFF"/>
                </a:solidFill>
                <a:latin typeface="Verdana"/>
                <a:cs typeface="Verdana"/>
              </a:rPr>
              <a:t>de</a:t>
            </a:r>
            <a:r>
              <a:rPr sz="1200" spc="-15" dirty="0">
                <a:solidFill>
                  <a:srgbClr val="FFFFFF"/>
                </a:solidFill>
                <a:latin typeface="Verdana"/>
                <a:cs typeface="Verdana"/>
              </a:rPr>
              <a:t> </a:t>
            </a:r>
            <a:r>
              <a:rPr sz="1200" dirty="0">
                <a:solidFill>
                  <a:srgbClr val="FFFFFF"/>
                </a:solidFill>
                <a:latin typeface="Verdana"/>
                <a:cs typeface="Verdana"/>
              </a:rPr>
              <a:t>tener</a:t>
            </a:r>
            <a:r>
              <a:rPr sz="1200" spc="-15" dirty="0">
                <a:solidFill>
                  <a:srgbClr val="FFFFFF"/>
                </a:solidFill>
                <a:latin typeface="Verdana"/>
                <a:cs typeface="Verdana"/>
              </a:rPr>
              <a:t> </a:t>
            </a:r>
            <a:r>
              <a:rPr sz="1200" dirty="0">
                <a:solidFill>
                  <a:srgbClr val="FFFFFF"/>
                </a:solidFill>
                <a:latin typeface="Verdana"/>
                <a:cs typeface="Verdana"/>
              </a:rPr>
              <a:t>errores</a:t>
            </a:r>
            <a:r>
              <a:rPr sz="1200" spc="-40" dirty="0">
                <a:solidFill>
                  <a:srgbClr val="FFFFFF"/>
                </a:solidFill>
                <a:latin typeface="Verdana"/>
                <a:cs typeface="Verdana"/>
              </a:rPr>
              <a:t> </a:t>
            </a:r>
            <a:r>
              <a:rPr sz="1200" dirty="0">
                <a:solidFill>
                  <a:srgbClr val="FFFFFF"/>
                </a:solidFill>
                <a:latin typeface="Verdana"/>
                <a:cs typeface="Verdana"/>
              </a:rPr>
              <a:t>no</a:t>
            </a:r>
            <a:r>
              <a:rPr sz="1200" spc="-15" dirty="0">
                <a:solidFill>
                  <a:srgbClr val="FFFFFF"/>
                </a:solidFill>
                <a:latin typeface="Verdana"/>
                <a:cs typeface="Verdana"/>
              </a:rPr>
              <a:t> </a:t>
            </a:r>
            <a:r>
              <a:rPr sz="1200" spc="-10" dirty="0">
                <a:solidFill>
                  <a:srgbClr val="FFFFFF"/>
                </a:solidFill>
                <a:latin typeface="Verdana"/>
                <a:cs typeface="Verdana"/>
              </a:rPr>
              <a:t>detectados.</a:t>
            </a:r>
            <a:endParaRPr sz="1200">
              <a:latin typeface="Verdana"/>
              <a:cs typeface="Verdana"/>
            </a:endParaRPr>
          </a:p>
          <a:p>
            <a:pPr marL="4116070" marR="342900" lvl="2" indent="-228600">
              <a:spcBef>
                <a:spcPts val="285"/>
              </a:spcBef>
              <a:buClr>
                <a:srgbClr val="AF1512"/>
              </a:buClr>
              <a:buSzPct val="62500"/>
              <a:buFont typeface="Wingdings"/>
              <a:buChar char=""/>
              <a:tabLst>
                <a:tab pos="4116070" algn="l"/>
              </a:tabLst>
            </a:pPr>
            <a:r>
              <a:rPr sz="1200" dirty="0">
                <a:solidFill>
                  <a:srgbClr val="FFFFFF"/>
                </a:solidFill>
                <a:latin typeface="Verdana"/>
                <a:cs typeface="Verdana"/>
              </a:rPr>
              <a:t>Criticidad</a:t>
            </a:r>
            <a:r>
              <a:rPr sz="1200" spc="-20" dirty="0">
                <a:solidFill>
                  <a:srgbClr val="FFFFFF"/>
                </a:solidFill>
                <a:latin typeface="Verdana"/>
                <a:cs typeface="Verdana"/>
              </a:rPr>
              <a:t> </a:t>
            </a:r>
            <a:r>
              <a:rPr sz="1200" dirty="0">
                <a:solidFill>
                  <a:srgbClr val="FFFFFF"/>
                </a:solidFill>
                <a:latin typeface="Verdana"/>
                <a:cs typeface="Verdana"/>
              </a:rPr>
              <a:t>del</a:t>
            </a:r>
            <a:r>
              <a:rPr sz="1200" spc="-35" dirty="0">
                <a:solidFill>
                  <a:srgbClr val="FFFFFF"/>
                </a:solidFill>
                <a:latin typeface="Verdana"/>
                <a:cs typeface="Verdana"/>
              </a:rPr>
              <a:t> </a:t>
            </a:r>
            <a:r>
              <a:rPr sz="1200" dirty="0">
                <a:solidFill>
                  <a:srgbClr val="FFFFFF"/>
                </a:solidFill>
                <a:latin typeface="Verdana"/>
                <a:cs typeface="Verdana"/>
              </a:rPr>
              <a:t>material</a:t>
            </a:r>
            <a:r>
              <a:rPr sz="1200" spc="-30" dirty="0">
                <a:solidFill>
                  <a:srgbClr val="FFFFFF"/>
                </a:solidFill>
                <a:latin typeface="Verdana"/>
                <a:cs typeface="Verdana"/>
              </a:rPr>
              <a:t> </a:t>
            </a:r>
            <a:r>
              <a:rPr sz="1200" dirty="0">
                <a:solidFill>
                  <a:srgbClr val="FFFFFF"/>
                </a:solidFill>
                <a:latin typeface="Verdana"/>
                <a:cs typeface="Verdana"/>
              </a:rPr>
              <a:t>inspeccionado</a:t>
            </a:r>
            <a:r>
              <a:rPr sz="1200" spc="-25" dirty="0">
                <a:solidFill>
                  <a:srgbClr val="FFFFFF"/>
                </a:solidFill>
                <a:latin typeface="Verdana"/>
                <a:cs typeface="Verdana"/>
              </a:rPr>
              <a:t> </a:t>
            </a:r>
            <a:r>
              <a:rPr sz="1200" dirty="0">
                <a:solidFill>
                  <a:srgbClr val="FFFFFF"/>
                </a:solidFill>
                <a:latin typeface="Verdana"/>
                <a:cs typeface="Verdana"/>
              </a:rPr>
              <a:t>sobre</a:t>
            </a:r>
            <a:r>
              <a:rPr sz="1200" spc="-25" dirty="0">
                <a:solidFill>
                  <a:srgbClr val="FFFFFF"/>
                </a:solidFill>
                <a:latin typeface="Verdana"/>
                <a:cs typeface="Verdana"/>
              </a:rPr>
              <a:t> </a:t>
            </a:r>
            <a:r>
              <a:rPr sz="1200" dirty="0">
                <a:solidFill>
                  <a:srgbClr val="FFFFFF"/>
                </a:solidFill>
                <a:latin typeface="Verdana"/>
                <a:cs typeface="Verdana"/>
              </a:rPr>
              <a:t>el</a:t>
            </a:r>
            <a:r>
              <a:rPr sz="1200" spc="-35" dirty="0">
                <a:solidFill>
                  <a:srgbClr val="FFFFFF"/>
                </a:solidFill>
                <a:latin typeface="Verdana"/>
                <a:cs typeface="Verdana"/>
              </a:rPr>
              <a:t> </a:t>
            </a:r>
            <a:r>
              <a:rPr sz="1200" dirty="0">
                <a:solidFill>
                  <a:srgbClr val="FFFFFF"/>
                </a:solidFill>
                <a:latin typeface="Verdana"/>
                <a:cs typeface="Verdana"/>
              </a:rPr>
              <a:t>éxito</a:t>
            </a:r>
            <a:r>
              <a:rPr sz="1200" spc="-35" dirty="0">
                <a:solidFill>
                  <a:srgbClr val="FFFFFF"/>
                </a:solidFill>
                <a:latin typeface="Verdana"/>
                <a:cs typeface="Verdana"/>
              </a:rPr>
              <a:t> </a:t>
            </a:r>
            <a:r>
              <a:rPr sz="1200" spc="-25" dirty="0">
                <a:solidFill>
                  <a:srgbClr val="FFFFFF"/>
                </a:solidFill>
                <a:latin typeface="Verdana"/>
                <a:cs typeface="Verdana"/>
              </a:rPr>
              <a:t>del </a:t>
            </a:r>
            <a:r>
              <a:rPr sz="1200" spc="-10" dirty="0">
                <a:solidFill>
                  <a:srgbClr val="FFFFFF"/>
                </a:solidFill>
                <a:latin typeface="Verdana"/>
                <a:cs typeface="Verdana"/>
              </a:rPr>
              <a:t>proyecto.</a:t>
            </a:r>
            <a:endParaRPr sz="1200">
              <a:latin typeface="Verdana"/>
              <a:cs typeface="Verdana"/>
            </a:endParaRPr>
          </a:p>
          <a:p>
            <a:pPr marL="4116070" marR="551180" lvl="2" indent="-228600">
              <a:spcBef>
                <a:spcPts val="290"/>
              </a:spcBef>
              <a:buClr>
                <a:srgbClr val="AF1512"/>
              </a:buClr>
              <a:buSzPct val="62500"/>
              <a:buFont typeface="Wingdings"/>
              <a:buChar char=""/>
              <a:tabLst>
                <a:tab pos="4116070" algn="l"/>
              </a:tabLst>
            </a:pPr>
            <a:r>
              <a:rPr sz="1200" dirty="0">
                <a:solidFill>
                  <a:srgbClr val="FFFFFF"/>
                </a:solidFill>
                <a:latin typeface="Verdana"/>
                <a:cs typeface="Verdana"/>
              </a:rPr>
              <a:t>El</a:t>
            </a:r>
            <a:r>
              <a:rPr sz="1200" spc="-30" dirty="0">
                <a:solidFill>
                  <a:srgbClr val="FFFFFF"/>
                </a:solidFill>
                <a:latin typeface="Verdana"/>
                <a:cs typeface="Verdana"/>
              </a:rPr>
              <a:t> </a:t>
            </a:r>
            <a:r>
              <a:rPr sz="1200" dirty="0">
                <a:solidFill>
                  <a:srgbClr val="FFFFFF"/>
                </a:solidFill>
                <a:latin typeface="Verdana"/>
                <a:cs typeface="Verdana"/>
              </a:rPr>
              <a:t>nivel</a:t>
            </a:r>
            <a:r>
              <a:rPr sz="1200" spc="-25" dirty="0">
                <a:solidFill>
                  <a:srgbClr val="FFFFFF"/>
                </a:solidFill>
                <a:latin typeface="Verdana"/>
                <a:cs typeface="Verdana"/>
              </a:rPr>
              <a:t> </a:t>
            </a:r>
            <a:r>
              <a:rPr sz="1200" dirty="0">
                <a:solidFill>
                  <a:srgbClr val="FFFFFF"/>
                </a:solidFill>
                <a:latin typeface="Verdana"/>
                <a:cs typeface="Verdana"/>
              </a:rPr>
              <a:t>de</a:t>
            </a:r>
            <a:r>
              <a:rPr sz="1200" spc="-25" dirty="0">
                <a:solidFill>
                  <a:srgbClr val="FFFFFF"/>
                </a:solidFill>
                <a:latin typeface="Verdana"/>
                <a:cs typeface="Verdana"/>
              </a:rPr>
              <a:t> </a:t>
            </a:r>
            <a:r>
              <a:rPr sz="1200" dirty="0">
                <a:solidFill>
                  <a:srgbClr val="FFFFFF"/>
                </a:solidFill>
                <a:latin typeface="Verdana"/>
                <a:cs typeface="Verdana"/>
              </a:rPr>
              <a:t>experiencia</a:t>
            </a:r>
            <a:r>
              <a:rPr sz="1200" spc="-20" dirty="0">
                <a:solidFill>
                  <a:srgbClr val="FFFFFF"/>
                </a:solidFill>
                <a:latin typeface="Verdana"/>
                <a:cs typeface="Verdana"/>
              </a:rPr>
              <a:t> </a:t>
            </a:r>
            <a:r>
              <a:rPr sz="1200" dirty="0">
                <a:solidFill>
                  <a:srgbClr val="FFFFFF"/>
                </a:solidFill>
                <a:latin typeface="Verdana"/>
                <a:cs typeface="Verdana"/>
              </a:rPr>
              <a:t>de</a:t>
            </a:r>
            <a:r>
              <a:rPr sz="1200" spc="-25" dirty="0">
                <a:solidFill>
                  <a:srgbClr val="FFFFFF"/>
                </a:solidFill>
                <a:latin typeface="Verdana"/>
                <a:cs typeface="Verdana"/>
              </a:rPr>
              <a:t> </a:t>
            </a:r>
            <a:r>
              <a:rPr sz="1200" dirty="0">
                <a:solidFill>
                  <a:srgbClr val="FFFFFF"/>
                </a:solidFill>
                <a:latin typeface="Verdana"/>
                <a:cs typeface="Verdana"/>
              </a:rPr>
              <a:t>la</a:t>
            </a:r>
            <a:r>
              <a:rPr sz="1200" spc="-20" dirty="0">
                <a:solidFill>
                  <a:srgbClr val="FFFFFF"/>
                </a:solidFill>
                <a:latin typeface="Verdana"/>
                <a:cs typeface="Verdana"/>
              </a:rPr>
              <a:t> </a:t>
            </a:r>
            <a:r>
              <a:rPr sz="1200" dirty="0">
                <a:solidFill>
                  <a:srgbClr val="FFFFFF"/>
                </a:solidFill>
                <a:latin typeface="Verdana"/>
                <a:cs typeface="Verdana"/>
              </a:rPr>
              <a:t>persona</a:t>
            </a:r>
            <a:r>
              <a:rPr sz="1200" spc="-25" dirty="0">
                <a:solidFill>
                  <a:srgbClr val="FFFFFF"/>
                </a:solidFill>
                <a:latin typeface="Verdana"/>
                <a:cs typeface="Verdana"/>
              </a:rPr>
              <a:t> </a:t>
            </a:r>
            <a:r>
              <a:rPr sz="1200" dirty="0">
                <a:solidFill>
                  <a:srgbClr val="FFFFFF"/>
                </a:solidFill>
                <a:latin typeface="Verdana"/>
                <a:cs typeface="Verdana"/>
              </a:rPr>
              <a:t>que</a:t>
            </a:r>
            <a:r>
              <a:rPr sz="1200" spc="-15" dirty="0">
                <a:solidFill>
                  <a:srgbClr val="FFFFFF"/>
                </a:solidFill>
                <a:latin typeface="Verdana"/>
                <a:cs typeface="Verdana"/>
              </a:rPr>
              <a:t> </a:t>
            </a:r>
            <a:r>
              <a:rPr sz="1200" dirty="0">
                <a:solidFill>
                  <a:srgbClr val="FFFFFF"/>
                </a:solidFill>
                <a:latin typeface="Verdana"/>
                <a:cs typeface="Verdana"/>
              </a:rPr>
              <a:t>escribió</a:t>
            </a:r>
            <a:r>
              <a:rPr sz="1200" spc="-25" dirty="0">
                <a:solidFill>
                  <a:srgbClr val="FFFFFF"/>
                </a:solidFill>
                <a:latin typeface="Verdana"/>
                <a:cs typeface="Verdana"/>
              </a:rPr>
              <a:t> la </a:t>
            </a:r>
            <a:r>
              <a:rPr sz="1200" spc="-10" dirty="0">
                <a:solidFill>
                  <a:srgbClr val="FFFFFF"/>
                </a:solidFill>
                <a:latin typeface="Verdana"/>
                <a:cs typeface="Verdana"/>
              </a:rPr>
              <a:t>especificación.</a:t>
            </a:r>
            <a:endParaRPr sz="1200">
              <a:latin typeface="Verdana"/>
              <a:cs typeface="Verdan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94952" y="570992"/>
            <a:ext cx="419100" cy="452120"/>
          </a:xfrm>
          <a:prstGeom prst="rect">
            <a:avLst/>
          </a:prstGeom>
        </p:spPr>
        <p:txBody>
          <a:bodyPr vert="horz" wrap="square" lIns="0" tIns="12065" rIns="0" bIns="0" rtlCol="0">
            <a:spAutoFit/>
          </a:bodyPr>
          <a:lstStyle/>
          <a:p>
            <a:pPr marL="12700">
              <a:spcBef>
                <a:spcPts val="95"/>
              </a:spcBef>
            </a:pPr>
            <a:r>
              <a:rPr sz="2800" spc="-25" dirty="0">
                <a:solidFill>
                  <a:srgbClr val="FFFFFF"/>
                </a:solidFill>
                <a:latin typeface="Century Gothic"/>
                <a:cs typeface="Century Gothic"/>
              </a:rPr>
              <a:t>24</a:t>
            </a:r>
            <a:endParaRPr sz="2800">
              <a:latin typeface="Century Gothic"/>
              <a:cs typeface="Century Gothic"/>
            </a:endParaRPr>
          </a:p>
        </p:txBody>
      </p:sp>
      <p:grpSp>
        <p:nvGrpSpPr>
          <p:cNvPr id="3" name="object 3"/>
          <p:cNvGrpSpPr/>
          <p:nvPr/>
        </p:nvGrpSpPr>
        <p:grpSpPr>
          <a:xfrm>
            <a:off x="1524000" y="1459992"/>
            <a:ext cx="9144000" cy="5398135"/>
            <a:chOff x="0" y="1459991"/>
            <a:chExt cx="9144000" cy="5398135"/>
          </a:xfrm>
        </p:grpSpPr>
        <p:pic>
          <p:nvPicPr>
            <p:cNvPr id="4" name="object 4"/>
            <p:cNvPicPr/>
            <p:nvPr/>
          </p:nvPicPr>
          <p:blipFill>
            <a:blip r:embed="rId2" cstate="print"/>
            <a:stretch>
              <a:fillRect/>
            </a:stretch>
          </p:blipFill>
          <p:spPr>
            <a:xfrm>
              <a:off x="0" y="1459991"/>
              <a:ext cx="9144000" cy="5398007"/>
            </a:xfrm>
            <a:prstGeom prst="rect">
              <a:avLst/>
            </a:prstGeom>
          </p:spPr>
        </p:pic>
        <p:pic>
          <p:nvPicPr>
            <p:cNvPr id="5" name="object 5"/>
            <p:cNvPicPr/>
            <p:nvPr/>
          </p:nvPicPr>
          <p:blipFill>
            <a:blip r:embed="rId3" cstate="print"/>
            <a:stretch>
              <a:fillRect/>
            </a:stretch>
          </p:blipFill>
          <p:spPr>
            <a:xfrm>
              <a:off x="65531" y="2727959"/>
              <a:ext cx="9002268" cy="3860291"/>
            </a:xfrm>
            <a:prstGeom prst="rect">
              <a:avLst/>
            </a:prstGeom>
          </p:spPr>
        </p:pic>
        <p:sp>
          <p:nvSpPr>
            <p:cNvPr id="6" name="object 6"/>
            <p:cNvSpPr/>
            <p:nvPr/>
          </p:nvSpPr>
          <p:spPr>
            <a:xfrm>
              <a:off x="118871" y="2743200"/>
              <a:ext cx="8900160" cy="3758565"/>
            </a:xfrm>
            <a:custGeom>
              <a:avLst/>
              <a:gdLst/>
              <a:ahLst/>
              <a:cxnLst/>
              <a:rect l="l" t="t" r="r" b="b"/>
              <a:pathLst>
                <a:path w="8900160" h="3758565">
                  <a:moveTo>
                    <a:pt x="8900160" y="0"/>
                  </a:moveTo>
                  <a:lnTo>
                    <a:pt x="0" y="0"/>
                  </a:lnTo>
                  <a:lnTo>
                    <a:pt x="0" y="3758184"/>
                  </a:lnTo>
                  <a:lnTo>
                    <a:pt x="8900160" y="3758184"/>
                  </a:lnTo>
                  <a:lnTo>
                    <a:pt x="8900160" y="0"/>
                  </a:lnTo>
                  <a:close/>
                </a:path>
              </a:pathLst>
            </a:custGeom>
            <a:solidFill>
              <a:srgbClr val="467576"/>
            </a:solidFill>
          </p:spPr>
          <p:txBody>
            <a:bodyPr wrap="square" lIns="0" tIns="0" rIns="0" bIns="0" rtlCol="0"/>
            <a:lstStyle/>
            <a:p>
              <a:endParaRPr/>
            </a:p>
          </p:txBody>
        </p:sp>
      </p:grpSp>
      <p:sp>
        <p:nvSpPr>
          <p:cNvPr id="7" name="object 7"/>
          <p:cNvSpPr txBox="1">
            <a:spLocks noGrp="1"/>
          </p:cNvSpPr>
          <p:nvPr>
            <p:ph type="title"/>
          </p:nvPr>
        </p:nvSpPr>
        <p:spPr>
          <a:xfrm>
            <a:off x="2031125" y="467602"/>
            <a:ext cx="8518635" cy="689932"/>
          </a:xfrm>
          <a:prstGeom prst="rect">
            <a:avLst/>
          </a:prstGeom>
        </p:spPr>
        <p:txBody>
          <a:bodyPr vert="horz" wrap="square" lIns="0" tIns="12700" rIns="0" bIns="0" rtlCol="0">
            <a:spAutoFit/>
          </a:bodyPr>
          <a:lstStyle/>
          <a:p>
            <a:pPr marL="12700">
              <a:lnSpc>
                <a:spcPct val="100000"/>
              </a:lnSpc>
              <a:spcBef>
                <a:spcPts val="100"/>
              </a:spcBef>
            </a:pPr>
            <a:r>
              <a:rPr dirty="0"/>
              <a:t>Proceso</a:t>
            </a:r>
            <a:r>
              <a:rPr spc="-35" dirty="0"/>
              <a:t> </a:t>
            </a:r>
            <a:r>
              <a:rPr dirty="0"/>
              <a:t>de</a:t>
            </a:r>
            <a:r>
              <a:rPr spc="-50" dirty="0"/>
              <a:t> </a:t>
            </a:r>
            <a:r>
              <a:rPr spc="-10" dirty="0"/>
              <a:t>Validación</a:t>
            </a:r>
          </a:p>
        </p:txBody>
      </p:sp>
      <p:sp>
        <p:nvSpPr>
          <p:cNvPr id="8" name="object 8"/>
          <p:cNvSpPr txBox="1"/>
          <p:nvPr/>
        </p:nvSpPr>
        <p:spPr>
          <a:xfrm>
            <a:off x="475380" y="1427521"/>
            <a:ext cx="5357495" cy="452120"/>
          </a:xfrm>
          <a:prstGeom prst="rect">
            <a:avLst/>
          </a:prstGeom>
        </p:spPr>
        <p:txBody>
          <a:bodyPr vert="horz" wrap="square" lIns="0" tIns="12065" rIns="0" bIns="0" rtlCol="0">
            <a:spAutoFit/>
          </a:bodyPr>
          <a:lstStyle/>
          <a:p>
            <a:pPr marL="12700">
              <a:spcBef>
                <a:spcPts val="95"/>
              </a:spcBef>
            </a:pPr>
            <a:r>
              <a:rPr sz="2800" b="1" dirty="0">
                <a:solidFill>
                  <a:srgbClr val="AF1512"/>
                </a:solidFill>
                <a:latin typeface="Century Gothic"/>
                <a:cs typeface="Century Gothic"/>
              </a:rPr>
              <a:t>Técnicas</a:t>
            </a:r>
            <a:r>
              <a:rPr sz="2800" b="1" spc="-75" dirty="0">
                <a:solidFill>
                  <a:srgbClr val="AF1512"/>
                </a:solidFill>
                <a:latin typeface="Century Gothic"/>
                <a:cs typeface="Century Gothic"/>
              </a:rPr>
              <a:t> </a:t>
            </a:r>
            <a:r>
              <a:rPr sz="2800" b="1" dirty="0">
                <a:solidFill>
                  <a:srgbClr val="AF1512"/>
                </a:solidFill>
                <a:latin typeface="Century Gothic"/>
                <a:cs typeface="Century Gothic"/>
              </a:rPr>
              <a:t>–</a:t>
            </a:r>
            <a:r>
              <a:rPr sz="2800" b="1" spc="-80" dirty="0">
                <a:solidFill>
                  <a:srgbClr val="AF1512"/>
                </a:solidFill>
                <a:latin typeface="Century Gothic"/>
                <a:cs typeface="Century Gothic"/>
              </a:rPr>
              <a:t> </a:t>
            </a:r>
            <a:r>
              <a:rPr sz="2800" b="1" dirty="0">
                <a:solidFill>
                  <a:srgbClr val="002060"/>
                </a:solidFill>
                <a:latin typeface="Century Gothic"/>
                <a:cs typeface="Century Gothic"/>
              </a:rPr>
              <a:t>Revisiones</a:t>
            </a:r>
            <a:r>
              <a:rPr sz="2800" b="1" spc="-75" dirty="0">
                <a:solidFill>
                  <a:srgbClr val="002060"/>
                </a:solidFill>
                <a:latin typeface="Century Gothic"/>
                <a:cs typeface="Century Gothic"/>
              </a:rPr>
              <a:t> </a:t>
            </a:r>
            <a:r>
              <a:rPr sz="2800" b="1" spc="-10" dirty="0">
                <a:solidFill>
                  <a:srgbClr val="002060"/>
                </a:solidFill>
                <a:latin typeface="Century Gothic"/>
                <a:cs typeface="Century Gothic"/>
              </a:rPr>
              <a:t>Formales</a:t>
            </a:r>
            <a:endParaRPr sz="2800" dirty="0">
              <a:solidFill>
                <a:srgbClr val="002060"/>
              </a:solidFill>
              <a:latin typeface="Century Gothic"/>
              <a:cs typeface="Century Gothic"/>
            </a:endParaRPr>
          </a:p>
        </p:txBody>
      </p:sp>
      <p:sp>
        <p:nvSpPr>
          <p:cNvPr id="9" name="object 9"/>
          <p:cNvSpPr txBox="1"/>
          <p:nvPr/>
        </p:nvSpPr>
        <p:spPr>
          <a:xfrm>
            <a:off x="1755141" y="2140289"/>
            <a:ext cx="8437245" cy="4100829"/>
          </a:xfrm>
          <a:prstGeom prst="rect">
            <a:avLst/>
          </a:prstGeom>
        </p:spPr>
        <p:txBody>
          <a:bodyPr vert="horz" wrap="square" lIns="0" tIns="180340" rIns="0" bIns="0" rtlCol="0">
            <a:spAutoFit/>
          </a:bodyPr>
          <a:lstStyle/>
          <a:p>
            <a:pPr marR="482600" algn="ctr">
              <a:spcBef>
                <a:spcPts val="1420"/>
              </a:spcBef>
            </a:pPr>
            <a:r>
              <a:rPr sz="2400" b="1" dirty="0">
                <a:solidFill>
                  <a:srgbClr val="AF1512"/>
                </a:solidFill>
                <a:latin typeface="Century Gothic"/>
                <a:cs typeface="Century Gothic"/>
              </a:rPr>
              <a:t>Inspection</a:t>
            </a:r>
            <a:r>
              <a:rPr sz="2400" b="1" spc="-70" dirty="0">
                <a:solidFill>
                  <a:srgbClr val="AF1512"/>
                </a:solidFill>
                <a:latin typeface="Century Gothic"/>
                <a:cs typeface="Century Gothic"/>
              </a:rPr>
              <a:t> </a:t>
            </a:r>
            <a:r>
              <a:rPr sz="2400" b="1" dirty="0">
                <a:solidFill>
                  <a:srgbClr val="AF1512"/>
                </a:solidFill>
                <a:latin typeface="Century Gothic"/>
                <a:cs typeface="Century Gothic"/>
              </a:rPr>
              <a:t>–</a:t>
            </a:r>
            <a:r>
              <a:rPr sz="2400" b="1" spc="-85" dirty="0">
                <a:solidFill>
                  <a:srgbClr val="AF1512"/>
                </a:solidFill>
                <a:latin typeface="Century Gothic"/>
                <a:cs typeface="Century Gothic"/>
              </a:rPr>
              <a:t> </a:t>
            </a:r>
            <a:r>
              <a:rPr sz="2400" b="1" spc="-10" dirty="0">
                <a:solidFill>
                  <a:srgbClr val="AF1512"/>
                </a:solidFill>
                <a:latin typeface="Century Gothic"/>
                <a:cs typeface="Century Gothic"/>
              </a:rPr>
              <a:t>Proceso</a:t>
            </a:r>
            <a:endParaRPr sz="2400">
              <a:latin typeface="Century Gothic"/>
              <a:cs typeface="Century Gothic"/>
            </a:endParaRPr>
          </a:p>
          <a:p>
            <a:pPr marL="299085" marR="44450" indent="-287020">
              <a:lnSpc>
                <a:spcPct val="80000"/>
              </a:lnSpc>
              <a:spcBef>
                <a:spcPts val="1425"/>
              </a:spcBef>
              <a:buClr>
                <a:srgbClr val="AF1512"/>
              </a:buClr>
              <a:buSzPct val="80555"/>
              <a:buFont typeface="Wingdings"/>
              <a:buChar char=""/>
              <a:tabLst>
                <a:tab pos="299085" algn="l"/>
              </a:tabLst>
            </a:pPr>
            <a:r>
              <a:rPr b="1" dirty="0">
                <a:solidFill>
                  <a:srgbClr val="FFFFFF"/>
                </a:solidFill>
                <a:latin typeface="Century Gothic"/>
                <a:cs typeface="Century Gothic"/>
              </a:rPr>
              <a:t>Overview</a:t>
            </a:r>
            <a:r>
              <a:rPr b="1" spc="-35" dirty="0">
                <a:solidFill>
                  <a:srgbClr val="FFFFFF"/>
                </a:solidFill>
                <a:latin typeface="Century Gothic"/>
                <a:cs typeface="Century Gothic"/>
              </a:rPr>
              <a:t> </a:t>
            </a:r>
            <a:r>
              <a:rPr b="1" dirty="0">
                <a:solidFill>
                  <a:srgbClr val="FFFFFF"/>
                </a:solidFill>
                <a:latin typeface="Century Gothic"/>
                <a:cs typeface="Century Gothic"/>
              </a:rPr>
              <a:t>meeting</a:t>
            </a:r>
            <a:r>
              <a:rPr b="1" spc="430" dirty="0">
                <a:solidFill>
                  <a:srgbClr val="FFFFFF"/>
                </a:solidFill>
                <a:latin typeface="Century Gothic"/>
                <a:cs typeface="Century Gothic"/>
              </a:rPr>
              <a:t> </a:t>
            </a:r>
            <a:r>
              <a:rPr dirty="0">
                <a:solidFill>
                  <a:srgbClr val="FFFFFF"/>
                </a:solidFill>
                <a:latin typeface="Century Gothic"/>
                <a:cs typeface="Century Gothic"/>
              </a:rPr>
              <a:t>el</a:t>
            </a:r>
            <a:r>
              <a:rPr spc="-25" dirty="0">
                <a:solidFill>
                  <a:srgbClr val="FFFFFF"/>
                </a:solidFill>
                <a:latin typeface="Century Gothic"/>
                <a:cs typeface="Century Gothic"/>
              </a:rPr>
              <a:t> </a:t>
            </a:r>
            <a:r>
              <a:rPr dirty="0">
                <a:solidFill>
                  <a:srgbClr val="FFFFFF"/>
                </a:solidFill>
                <a:latin typeface="Century Gothic"/>
                <a:cs typeface="Century Gothic"/>
              </a:rPr>
              <a:t>autor</a:t>
            </a:r>
            <a:r>
              <a:rPr spc="-20" dirty="0">
                <a:solidFill>
                  <a:srgbClr val="FFFFFF"/>
                </a:solidFill>
                <a:latin typeface="Century Gothic"/>
                <a:cs typeface="Century Gothic"/>
              </a:rPr>
              <a:t> </a:t>
            </a:r>
            <a:r>
              <a:rPr dirty="0">
                <a:solidFill>
                  <a:srgbClr val="FFFFFF"/>
                </a:solidFill>
                <a:latin typeface="Century Gothic"/>
                <a:cs typeface="Century Gothic"/>
              </a:rPr>
              <a:t>describe</a:t>
            </a:r>
            <a:r>
              <a:rPr spc="-40" dirty="0">
                <a:solidFill>
                  <a:srgbClr val="FFFFFF"/>
                </a:solidFill>
                <a:latin typeface="Century Gothic"/>
                <a:cs typeface="Century Gothic"/>
              </a:rPr>
              <a:t> </a:t>
            </a:r>
            <a:r>
              <a:rPr dirty="0">
                <a:solidFill>
                  <a:srgbClr val="FFFFFF"/>
                </a:solidFill>
                <a:latin typeface="Century Gothic"/>
                <a:cs typeface="Century Gothic"/>
              </a:rPr>
              <a:t>el</a:t>
            </a:r>
            <a:r>
              <a:rPr spc="-30" dirty="0">
                <a:solidFill>
                  <a:srgbClr val="FFFFFF"/>
                </a:solidFill>
                <a:latin typeface="Century Gothic"/>
                <a:cs typeface="Century Gothic"/>
              </a:rPr>
              <a:t> </a:t>
            </a:r>
            <a:r>
              <a:rPr dirty="0">
                <a:solidFill>
                  <a:srgbClr val="FFFFFF"/>
                </a:solidFill>
                <a:latin typeface="Century Gothic"/>
                <a:cs typeface="Century Gothic"/>
              </a:rPr>
              <a:t>material</a:t>
            </a:r>
            <a:r>
              <a:rPr spc="-30" dirty="0">
                <a:solidFill>
                  <a:srgbClr val="FFFFFF"/>
                </a:solidFill>
                <a:latin typeface="Century Gothic"/>
                <a:cs typeface="Century Gothic"/>
              </a:rPr>
              <a:t> </a:t>
            </a:r>
            <a:r>
              <a:rPr dirty="0">
                <a:solidFill>
                  <a:srgbClr val="FFFFFF"/>
                </a:solidFill>
                <a:latin typeface="Century Gothic"/>
                <a:cs typeface="Century Gothic"/>
              </a:rPr>
              <a:t>que</a:t>
            </a:r>
            <a:r>
              <a:rPr spc="-20" dirty="0">
                <a:solidFill>
                  <a:srgbClr val="FFFFFF"/>
                </a:solidFill>
                <a:latin typeface="Century Gothic"/>
                <a:cs typeface="Century Gothic"/>
              </a:rPr>
              <a:t> </a:t>
            </a:r>
            <a:r>
              <a:rPr dirty="0">
                <a:solidFill>
                  <a:srgbClr val="FFFFFF"/>
                </a:solidFill>
                <a:latin typeface="Century Gothic"/>
                <a:cs typeface="Century Gothic"/>
              </a:rPr>
              <a:t>se</a:t>
            </a:r>
            <a:r>
              <a:rPr spc="-25" dirty="0">
                <a:solidFill>
                  <a:srgbClr val="FFFFFF"/>
                </a:solidFill>
                <a:latin typeface="Century Gothic"/>
                <a:cs typeface="Century Gothic"/>
              </a:rPr>
              <a:t> </a:t>
            </a:r>
            <a:r>
              <a:rPr dirty="0">
                <a:solidFill>
                  <a:srgbClr val="FFFFFF"/>
                </a:solidFill>
                <a:latin typeface="Century Gothic"/>
                <a:cs typeface="Century Gothic"/>
              </a:rPr>
              <a:t>va</a:t>
            </a:r>
            <a:r>
              <a:rPr spc="-55" dirty="0">
                <a:solidFill>
                  <a:srgbClr val="FFFFFF"/>
                </a:solidFill>
                <a:latin typeface="Century Gothic"/>
                <a:cs typeface="Century Gothic"/>
              </a:rPr>
              <a:t> </a:t>
            </a:r>
            <a:r>
              <a:rPr dirty="0">
                <a:solidFill>
                  <a:srgbClr val="FFFFFF"/>
                </a:solidFill>
                <a:latin typeface="Century Gothic"/>
                <a:cs typeface="Century Gothic"/>
              </a:rPr>
              <a:t>a</a:t>
            </a:r>
            <a:r>
              <a:rPr spc="-35" dirty="0">
                <a:solidFill>
                  <a:srgbClr val="FFFFFF"/>
                </a:solidFill>
                <a:latin typeface="Century Gothic"/>
                <a:cs typeface="Century Gothic"/>
              </a:rPr>
              <a:t> </a:t>
            </a:r>
            <a:r>
              <a:rPr dirty="0">
                <a:solidFill>
                  <a:srgbClr val="FFFFFF"/>
                </a:solidFill>
                <a:latin typeface="Century Gothic"/>
                <a:cs typeface="Century Gothic"/>
              </a:rPr>
              <a:t>revisar,</a:t>
            </a:r>
            <a:r>
              <a:rPr spc="-60" dirty="0">
                <a:solidFill>
                  <a:srgbClr val="FFFFFF"/>
                </a:solidFill>
                <a:latin typeface="Century Gothic"/>
                <a:cs typeface="Century Gothic"/>
              </a:rPr>
              <a:t> </a:t>
            </a:r>
            <a:r>
              <a:rPr spc="-25" dirty="0">
                <a:solidFill>
                  <a:srgbClr val="FFFFFF"/>
                </a:solidFill>
                <a:latin typeface="Century Gothic"/>
                <a:cs typeface="Century Gothic"/>
              </a:rPr>
              <a:t>los </a:t>
            </a:r>
            <a:r>
              <a:rPr dirty="0">
                <a:solidFill>
                  <a:srgbClr val="FFFFFF"/>
                </a:solidFill>
                <a:latin typeface="Century Gothic"/>
                <a:cs typeface="Century Gothic"/>
              </a:rPr>
              <a:t>supuestos</a:t>
            </a:r>
            <a:r>
              <a:rPr spc="5" dirty="0">
                <a:solidFill>
                  <a:srgbClr val="FFFFFF"/>
                </a:solidFill>
                <a:latin typeface="Century Gothic"/>
                <a:cs typeface="Century Gothic"/>
              </a:rPr>
              <a:t> </a:t>
            </a:r>
            <a:r>
              <a:rPr dirty="0">
                <a:solidFill>
                  <a:srgbClr val="FFFFFF"/>
                </a:solidFill>
                <a:latin typeface="Century Gothic"/>
                <a:cs typeface="Century Gothic"/>
              </a:rPr>
              <a:t>y</a:t>
            </a:r>
            <a:r>
              <a:rPr spc="-30" dirty="0">
                <a:solidFill>
                  <a:srgbClr val="FFFFFF"/>
                </a:solidFill>
                <a:latin typeface="Century Gothic"/>
                <a:cs typeface="Century Gothic"/>
              </a:rPr>
              <a:t> </a:t>
            </a:r>
            <a:r>
              <a:rPr dirty="0">
                <a:solidFill>
                  <a:srgbClr val="FFFFFF"/>
                </a:solidFill>
                <a:latin typeface="Century Gothic"/>
                <a:cs typeface="Century Gothic"/>
              </a:rPr>
              <a:t>los</a:t>
            </a:r>
            <a:r>
              <a:rPr spc="-50" dirty="0">
                <a:solidFill>
                  <a:srgbClr val="FFFFFF"/>
                </a:solidFill>
                <a:latin typeface="Century Gothic"/>
                <a:cs typeface="Century Gothic"/>
              </a:rPr>
              <a:t> </a:t>
            </a:r>
            <a:r>
              <a:rPr dirty="0">
                <a:solidFill>
                  <a:srgbClr val="FFFFFF"/>
                </a:solidFill>
                <a:latin typeface="Century Gothic"/>
                <a:cs typeface="Century Gothic"/>
              </a:rPr>
              <a:t>objetivos</a:t>
            </a:r>
            <a:r>
              <a:rPr spc="-55" dirty="0">
                <a:solidFill>
                  <a:srgbClr val="FFFFFF"/>
                </a:solidFill>
                <a:latin typeface="Century Gothic"/>
                <a:cs typeface="Century Gothic"/>
              </a:rPr>
              <a:t> </a:t>
            </a:r>
            <a:r>
              <a:rPr dirty="0">
                <a:solidFill>
                  <a:srgbClr val="FFFFFF"/>
                </a:solidFill>
                <a:latin typeface="Century Gothic"/>
                <a:cs typeface="Century Gothic"/>
              </a:rPr>
              <a:t>específicos</a:t>
            </a:r>
            <a:r>
              <a:rPr spc="-50" dirty="0">
                <a:solidFill>
                  <a:srgbClr val="FFFFFF"/>
                </a:solidFill>
                <a:latin typeface="Century Gothic"/>
                <a:cs typeface="Century Gothic"/>
              </a:rPr>
              <a:t> </a:t>
            </a:r>
            <a:r>
              <a:rPr dirty="0">
                <a:solidFill>
                  <a:srgbClr val="FFFFFF"/>
                </a:solidFill>
                <a:latin typeface="Century Gothic"/>
                <a:cs typeface="Century Gothic"/>
              </a:rPr>
              <a:t>de</a:t>
            </a:r>
            <a:r>
              <a:rPr spc="-25" dirty="0">
                <a:solidFill>
                  <a:srgbClr val="FFFFFF"/>
                </a:solidFill>
                <a:latin typeface="Century Gothic"/>
                <a:cs typeface="Century Gothic"/>
              </a:rPr>
              <a:t> </a:t>
            </a:r>
            <a:r>
              <a:rPr dirty="0">
                <a:solidFill>
                  <a:srgbClr val="FFFFFF"/>
                </a:solidFill>
                <a:latin typeface="Century Gothic"/>
                <a:cs typeface="Century Gothic"/>
              </a:rPr>
              <a:t>la</a:t>
            </a:r>
            <a:r>
              <a:rPr spc="-55" dirty="0">
                <a:solidFill>
                  <a:srgbClr val="FFFFFF"/>
                </a:solidFill>
                <a:latin typeface="Century Gothic"/>
                <a:cs typeface="Century Gothic"/>
              </a:rPr>
              <a:t> </a:t>
            </a:r>
            <a:r>
              <a:rPr dirty="0">
                <a:solidFill>
                  <a:srgbClr val="FFFFFF"/>
                </a:solidFill>
                <a:latin typeface="Century Gothic"/>
                <a:cs typeface="Century Gothic"/>
              </a:rPr>
              <a:t>inspección.</a:t>
            </a:r>
            <a:r>
              <a:rPr spc="-40" dirty="0">
                <a:solidFill>
                  <a:srgbClr val="FFFFFF"/>
                </a:solidFill>
                <a:latin typeface="Century Gothic"/>
                <a:cs typeface="Century Gothic"/>
              </a:rPr>
              <a:t> </a:t>
            </a:r>
            <a:r>
              <a:rPr dirty="0">
                <a:solidFill>
                  <a:srgbClr val="FFFFFF"/>
                </a:solidFill>
                <a:latin typeface="Century Gothic"/>
                <a:cs typeface="Century Gothic"/>
              </a:rPr>
              <a:t>Esta</a:t>
            </a:r>
            <a:r>
              <a:rPr spc="-25" dirty="0">
                <a:solidFill>
                  <a:srgbClr val="FFFFFF"/>
                </a:solidFill>
                <a:latin typeface="Century Gothic"/>
                <a:cs typeface="Century Gothic"/>
              </a:rPr>
              <a:t> </a:t>
            </a:r>
            <a:r>
              <a:rPr dirty="0">
                <a:solidFill>
                  <a:srgbClr val="FFFFFF"/>
                </a:solidFill>
                <a:latin typeface="Century Gothic"/>
                <a:cs typeface="Century Gothic"/>
              </a:rPr>
              <a:t>fase</a:t>
            </a:r>
            <a:r>
              <a:rPr spc="-25" dirty="0">
                <a:solidFill>
                  <a:srgbClr val="FFFFFF"/>
                </a:solidFill>
                <a:latin typeface="Century Gothic"/>
                <a:cs typeface="Century Gothic"/>
              </a:rPr>
              <a:t> </a:t>
            </a:r>
            <a:r>
              <a:rPr dirty="0">
                <a:solidFill>
                  <a:srgbClr val="FFFFFF"/>
                </a:solidFill>
                <a:latin typeface="Century Gothic"/>
                <a:cs typeface="Century Gothic"/>
              </a:rPr>
              <a:t>se</a:t>
            </a:r>
            <a:r>
              <a:rPr spc="-30" dirty="0">
                <a:solidFill>
                  <a:srgbClr val="FFFFFF"/>
                </a:solidFill>
                <a:latin typeface="Century Gothic"/>
                <a:cs typeface="Century Gothic"/>
              </a:rPr>
              <a:t> </a:t>
            </a:r>
            <a:r>
              <a:rPr spc="-10" dirty="0">
                <a:solidFill>
                  <a:srgbClr val="FFFFFF"/>
                </a:solidFill>
                <a:latin typeface="Century Gothic"/>
                <a:cs typeface="Century Gothic"/>
              </a:rPr>
              <a:t>puede omitir.</a:t>
            </a:r>
            <a:endParaRPr>
              <a:latin typeface="Century Gothic"/>
              <a:cs typeface="Century Gothic"/>
            </a:endParaRPr>
          </a:p>
          <a:p>
            <a:pPr>
              <a:spcBef>
                <a:spcPts val="1530"/>
              </a:spcBef>
              <a:buClr>
                <a:srgbClr val="AF1512"/>
              </a:buClr>
              <a:buFont typeface="Wingdings"/>
              <a:buChar char=""/>
            </a:pPr>
            <a:endParaRPr>
              <a:latin typeface="Century Gothic"/>
              <a:cs typeface="Century Gothic"/>
            </a:endParaRPr>
          </a:p>
          <a:p>
            <a:pPr marL="297815" marR="210185" indent="-285750" algn="just">
              <a:lnSpc>
                <a:spcPct val="79700"/>
              </a:lnSpc>
              <a:buClr>
                <a:srgbClr val="AF1512"/>
              </a:buClr>
              <a:buSzPct val="80555"/>
              <a:buFont typeface="Wingdings"/>
              <a:buChar char=""/>
              <a:tabLst>
                <a:tab pos="299085" algn="l"/>
              </a:tabLst>
            </a:pPr>
            <a:r>
              <a:rPr b="1" dirty="0">
                <a:solidFill>
                  <a:srgbClr val="FFFFFF"/>
                </a:solidFill>
                <a:latin typeface="Century Gothic"/>
                <a:cs typeface="Century Gothic"/>
              </a:rPr>
              <a:t>Preparation</a:t>
            </a:r>
            <a:r>
              <a:rPr b="1" spc="445" dirty="0">
                <a:solidFill>
                  <a:srgbClr val="FFFFFF"/>
                </a:solidFill>
                <a:latin typeface="Century Gothic"/>
                <a:cs typeface="Century Gothic"/>
              </a:rPr>
              <a:t> </a:t>
            </a:r>
            <a:r>
              <a:rPr dirty="0">
                <a:solidFill>
                  <a:srgbClr val="FFFFFF"/>
                </a:solidFill>
                <a:latin typeface="Century Gothic"/>
                <a:cs typeface="Century Gothic"/>
              </a:rPr>
              <a:t>antes</a:t>
            </a:r>
            <a:r>
              <a:rPr spc="5" dirty="0">
                <a:solidFill>
                  <a:srgbClr val="FFFFFF"/>
                </a:solidFill>
                <a:latin typeface="Century Gothic"/>
                <a:cs typeface="Century Gothic"/>
              </a:rPr>
              <a:t> </a:t>
            </a:r>
            <a:r>
              <a:rPr dirty="0">
                <a:solidFill>
                  <a:srgbClr val="FFFFFF"/>
                </a:solidFill>
                <a:latin typeface="Century Gothic"/>
                <a:cs typeface="Century Gothic"/>
              </a:rPr>
              <a:t>de</a:t>
            </a:r>
            <a:r>
              <a:rPr spc="-20" dirty="0">
                <a:solidFill>
                  <a:srgbClr val="FFFFFF"/>
                </a:solidFill>
                <a:latin typeface="Century Gothic"/>
                <a:cs typeface="Century Gothic"/>
              </a:rPr>
              <a:t> </a:t>
            </a:r>
            <a:r>
              <a:rPr dirty="0">
                <a:solidFill>
                  <a:srgbClr val="FFFFFF"/>
                </a:solidFill>
                <a:latin typeface="Century Gothic"/>
                <a:cs typeface="Century Gothic"/>
              </a:rPr>
              <a:t>comenzar</a:t>
            </a:r>
            <a:r>
              <a:rPr spc="-25" dirty="0">
                <a:solidFill>
                  <a:srgbClr val="FFFFFF"/>
                </a:solidFill>
                <a:latin typeface="Century Gothic"/>
                <a:cs typeface="Century Gothic"/>
              </a:rPr>
              <a:t> </a:t>
            </a:r>
            <a:r>
              <a:rPr dirty="0">
                <a:solidFill>
                  <a:srgbClr val="FFFFFF"/>
                </a:solidFill>
                <a:latin typeface="Century Gothic"/>
                <a:cs typeface="Century Gothic"/>
              </a:rPr>
              <a:t>la</a:t>
            </a:r>
            <a:r>
              <a:rPr spc="-30" dirty="0">
                <a:solidFill>
                  <a:srgbClr val="FFFFFF"/>
                </a:solidFill>
                <a:latin typeface="Century Gothic"/>
                <a:cs typeface="Century Gothic"/>
              </a:rPr>
              <a:t> </a:t>
            </a:r>
            <a:r>
              <a:rPr spc="-10" dirty="0">
                <a:solidFill>
                  <a:srgbClr val="FFFFFF"/>
                </a:solidFill>
                <a:latin typeface="Century Gothic"/>
                <a:cs typeface="Century Gothic"/>
              </a:rPr>
              <a:t>inspección,</a:t>
            </a:r>
            <a:r>
              <a:rPr spc="-50" dirty="0">
                <a:solidFill>
                  <a:srgbClr val="FFFFFF"/>
                </a:solidFill>
                <a:latin typeface="Century Gothic"/>
                <a:cs typeface="Century Gothic"/>
              </a:rPr>
              <a:t> </a:t>
            </a:r>
            <a:r>
              <a:rPr dirty="0">
                <a:solidFill>
                  <a:srgbClr val="FFFFFF"/>
                </a:solidFill>
                <a:latin typeface="Century Gothic"/>
                <a:cs typeface="Century Gothic"/>
              </a:rPr>
              <a:t>cada</a:t>
            </a:r>
            <a:r>
              <a:rPr spc="-25" dirty="0">
                <a:solidFill>
                  <a:srgbClr val="FFFFFF"/>
                </a:solidFill>
                <a:latin typeface="Century Gothic"/>
                <a:cs typeface="Century Gothic"/>
              </a:rPr>
              <a:t> </a:t>
            </a:r>
            <a:r>
              <a:rPr dirty="0">
                <a:solidFill>
                  <a:srgbClr val="FFFFFF"/>
                </a:solidFill>
                <a:latin typeface="Century Gothic"/>
                <a:cs typeface="Century Gothic"/>
              </a:rPr>
              <a:t>inspector</a:t>
            </a:r>
            <a:r>
              <a:rPr spc="-10" dirty="0">
                <a:solidFill>
                  <a:srgbClr val="FFFFFF"/>
                </a:solidFill>
                <a:latin typeface="Century Gothic"/>
                <a:cs typeface="Century Gothic"/>
              </a:rPr>
              <a:t> </a:t>
            </a:r>
            <a:r>
              <a:rPr dirty="0">
                <a:solidFill>
                  <a:srgbClr val="FFFFFF"/>
                </a:solidFill>
                <a:latin typeface="Century Gothic"/>
                <a:cs typeface="Century Gothic"/>
              </a:rPr>
              <a:t>revisa</a:t>
            </a:r>
            <a:r>
              <a:rPr spc="-60" dirty="0">
                <a:solidFill>
                  <a:srgbClr val="FFFFFF"/>
                </a:solidFill>
                <a:latin typeface="Century Gothic"/>
                <a:cs typeface="Century Gothic"/>
              </a:rPr>
              <a:t> </a:t>
            </a:r>
            <a:r>
              <a:rPr spc="-25" dirty="0">
                <a:solidFill>
                  <a:srgbClr val="FFFFFF"/>
                </a:solidFill>
                <a:latin typeface="Century Gothic"/>
                <a:cs typeface="Century Gothic"/>
              </a:rPr>
              <a:t>el 	</a:t>
            </a:r>
            <a:r>
              <a:rPr dirty="0">
                <a:solidFill>
                  <a:srgbClr val="FFFFFF"/>
                </a:solidFill>
                <a:latin typeface="Century Gothic"/>
                <a:cs typeface="Century Gothic"/>
              </a:rPr>
              <a:t>producto</a:t>
            </a:r>
            <a:r>
              <a:rPr spc="-35" dirty="0">
                <a:solidFill>
                  <a:srgbClr val="FFFFFF"/>
                </a:solidFill>
                <a:latin typeface="Century Gothic"/>
                <a:cs typeface="Century Gothic"/>
              </a:rPr>
              <a:t> </a:t>
            </a:r>
            <a:r>
              <a:rPr dirty="0">
                <a:solidFill>
                  <a:srgbClr val="FFFFFF"/>
                </a:solidFill>
                <a:latin typeface="Century Gothic"/>
                <a:cs typeface="Century Gothic"/>
              </a:rPr>
              <a:t>para</a:t>
            </a:r>
            <a:r>
              <a:rPr spc="-50" dirty="0">
                <a:solidFill>
                  <a:srgbClr val="FFFFFF"/>
                </a:solidFill>
                <a:latin typeface="Century Gothic"/>
                <a:cs typeface="Century Gothic"/>
              </a:rPr>
              <a:t> </a:t>
            </a:r>
            <a:r>
              <a:rPr dirty="0">
                <a:solidFill>
                  <a:srgbClr val="FFFFFF"/>
                </a:solidFill>
                <a:latin typeface="Century Gothic"/>
                <a:cs typeface="Century Gothic"/>
              </a:rPr>
              <a:t>identificar</a:t>
            </a:r>
            <a:r>
              <a:rPr spc="-80" dirty="0">
                <a:solidFill>
                  <a:srgbClr val="FFFFFF"/>
                </a:solidFill>
                <a:latin typeface="Century Gothic"/>
                <a:cs typeface="Century Gothic"/>
              </a:rPr>
              <a:t> </a:t>
            </a:r>
            <a:r>
              <a:rPr dirty="0">
                <a:solidFill>
                  <a:srgbClr val="FFFFFF"/>
                </a:solidFill>
                <a:latin typeface="Century Gothic"/>
                <a:cs typeface="Century Gothic"/>
              </a:rPr>
              <a:t>posibles</a:t>
            </a:r>
            <a:r>
              <a:rPr spc="-50" dirty="0">
                <a:solidFill>
                  <a:srgbClr val="FFFFFF"/>
                </a:solidFill>
                <a:latin typeface="Century Gothic"/>
                <a:cs typeface="Century Gothic"/>
              </a:rPr>
              <a:t> </a:t>
            </a:r>
            <a:r>
              <a:rPr dirty="0">
                <a:solidFill>
                  <a:srgbClr val="FFFFFF"/>
                </a:solidFill>
                <a:latin typeface="Century Gothic"/>
                <a:cs typeface="Century Gothic"/>
              </a:rPr>
              <a:t>defectos</a:t>
            </a:r>
            <a:r>
              <a:rPr spc="-10" dirty="0">
                <a:solidFill>
                  <a:srgbClr val="FFFFFF"/>
                </a:solidFill>
                <a:latin typeface="Century Gothic"/>
                <a:cs typeface="Century Gothic"/>
              </a:rPr>
              <a:t> </a:t>
            </a:r>
            <a:r>
              <a:rPr dirty="0">
                <a:solidFill>
                  <a:srgbClr val="FFFFFF"/>
                </a:solidFill>
                <a:latin typeface="Century Gothic"/>
                <a:cs typeface="Century Gothic"/>
              </a:rPr>
              <a:t>e</a:t>
            </a:r>
            <a:r>
              <a:rPr spc="-25" dirty="0">
                <a:solidFill>
                  <a:srgbClr val="FFFFFF"/>
                </a:solidFill>
                <a:latin typeface="Century Gothic"/>
                <a:cs typeface="Century Gothic"/>
              </a:rPr>
              <a:t> </a:t>
            </a:r>
            <a:r>
              <a:rPr dirty="0">
                <a:solidFill>
                  <a:srgbClr val="FFFFFF"/>
                </a:solidFill>
                <a:latin typeface="Century Gothic"/>
                <a:cs typeface="Century Gothic"/>
              </a:rPr>
              <a:t>issues.</a:t>
            </a:r>
            <a:r>
              <a:rPr spc="-25" dirty="0">
                <a:solidFill>
                  <a:srgbClr val="FFFFFF"/>
                </a:solidFill>
                <a:latin typeface="Century Gothic"/>
                <a:cs typeface="Century Gothic"/>
              </a:rPr>
              <a:t> </a:t>
            </a:r>
            <a:r>
              <a:rPr dirty="0">
                <a:solidFill>
                  <a:srgbClr val="FFFFFF"/>
                </a:solidFill>
                <a:latin typeface="Century Gothic"/>
                <a:cs typeface="Century Gothic"/>
              </a:rPr>
              <a:t>Hasta</a:t>
            </a:r>
            <a:r>
              <a:rPr spc="-30" dirty="0">
                <a:solidFill>
                  <a:srgbClr val="FFFFFF"/>
                </a:solidFill>
                <a:latin typeface="Century Gothic"/>
                <a:cs typeface="Century Gothic"/>
              </a:rPr>
              <a:t> </a:t>
            </a:r>
            <a:r>
              <a:rPr dirty="0">
                <a:solidFill>
                  <a:srgbClr val="FFFFFF"/>
                </a:solidFill>
                <a:latin typeface="Century Gothic"/>
                <a:cs typeface="Century Gothic"/>
              </a:rPr>
              <a:t>el</a:t>
            </a:r>
            <a:r>
              <a:rPr spc="-30" dirty="0">
                <a:solidFill>
                  <a:srgbClr val="FFFFFF"/>
                </a:solidFill>
                <a:latin typeface="Century Gothic"/>
                <a:cs typeface="Century Gothic"/>
              </a:rPr>
              <a:t> </a:t>
            </a:r>
            <a:r>
              <a:rPr dirty="0">
                <a:solidFill>
                  <a:srgbClr val="FFFFFF"/>
                </a:solidFill>
                <a:latin typeface="Century Gothic"/>
                <a:cs typeface="Century Gothic"/>
              </a:rPr>
              <a:t>75%</a:t>
            </a:r>
            <a:r>
              <a:rPr spc="-25" dirty="0">
                <a:solidFill>
                  <a:srgbClr val="FFFFFF"/>
                </a:solidFill>
                <a:latin typeface="Century Gothic"/>
                <a:cs typeface="Century Gothic"/>
              </a:rPr>
              <a:t> </a:t>
            </a:r>
            <a:r>
              <a:rPr dirty="0">
                <a:solidFill>
                  <a:srgbClr val="FFFFFF"/>
                </a:solidFill>
                <a:latin typeface="Century Gothic"/>
                <a:cs typeface="Century Gothic"/>
              </a:rPr>
              <a:t>de</a:t>
            </a:r>
            <a:r>
              <a:rPr spc="-40" dirty="0">
                <a:solidFill>
                  <a:srgbClr val="FFFFFF"/>
                </a:solidFill>
                <a:latin typeface="Century Gothic"/>
                <a:cs typeface="Century Gothic"/>
              </a:rPr>
              <a:t> </a:t>
            </a:r>
            <a:r>
              <a:rPr spc="-25" dirty="0">
                <a:solidFill>
                  <a:srgbClr val="FFFFFF"/>
                </a:solidFill>
                <a:latin typeface="Century Gothic"/>
                <a:cs typeface="Century Gothic"/>
              </a:rPr>
              <a:t>los 	</a:t>
            </a:r>
            <a:r>
              <a:rPr dirty="0">
                <a:solidFill>
                  <a:srgbClr val="FFFFFF"/>
                </a:solidFill>
                <a:latin typeface="Century Gothic"/>
                <a:cs typeface="Century Gothic"/>
              </a:rPr>
              <a:t>defectos</a:t>
            </a:r>
            <a:r>
              <a:rPr spc="-30" dirty="0">
                <a:solidFill>
                  <a:srgbClr val="FFFFFF"/>
                </a:solidFill>
                <a:latin typeface="Century Gothic"/>
                <a:cs typeface="Century Gothic"/>
              </a:rPr>
              <a:t> </a:t>
            </a:r>
            <a:r>
              <a:rPr dirty="0">
                <a:solidFill>
                  <a:srgbClr val="FFFFFF"/>
                </a:solidFill>
                <a:latin typeface="Century Gothic"/>
                <a:cs typeface="Century Gothic"/>
              </a:rPr>
              <a:t>se</a:t>
            </a:r>
            <a:r>
              <a:rPr spc="-50" dirty="0">
                <a:solidFill>
                  <a:srgbClr val="FFFFFF"/>
                </a:solidFill>
                <a:latin typeface="Century Gothic"/>
                <a:cs typeface="Century Gothic"/>
              </a:rPr>
              <a:t> </a:t>
            </a:r>
            <a:r>
              <a:rPr dirty="0">
                <a:solidFill>
                  <a:srgbClr val="FFFFFF"/>
                </a:solidFill>
                <a:latin typeface="Century Gothic"/>
                <a:cs typeface="Century Gothic"/>
              </a:rPr>
              <a:t>encuentran</a:t>
            </a:r>
            <a:r>
              <a:rPr spc="-5" dirty="0">
                <a:solidFill>
                  <a:srgbClr val="FFFFFF"/>
                </a:solidFill>
                <a:latin typeface="Century Gothic"/>
                <a:cs typeface="Century Gothic"/>
              </a:rPr>
              <a:t> </a:t>
            </a:r>
            <a:r>
              <a:rPr dirty="0">
                <a:solidFill>
                  <a:srgbClr val="FFFFFF"/>
                </a:solidFill>
                <a:latin typeface="Century Gothic"/>
                <a:cs typeface="Century Gothic"/>
              </a:rPr>
              <a:t>en</a:t>
            </a:r>
            <a:r>
              <a:rPr spc="-45" dirty="0">
                <a:solidFill>
                  <a:srgbClr val="FFFFFF"/>
                </a:solidFill>
                <a:latin typeface="Century Gothic"/>
                <a:cs typeface="Century Gothic"/>
              </a:rPr>
              <a:t> </a:t>
            </a:r>
            <a:r>
              <a:rPr dirty="0">
                <a:solidFill>
                  <a:srgbClr val="FFFFFF"/>
                </a:solidFill>
                <a:latin typeface="Century Gothic"/>
                <a:cs typeface="Century Gothic"/>
              </a:rPr>
              <a:t>esta</a:t>
            </a:r>
            <a:r>
              <a:rPr spc="-35" dirty="0">
                <a:solidFill>
                  <a:srgbClr val="FFFFFF"/>
                </a:solidFill>
                <a:latin typeface="Century Gothic"/>
                <a:cs typeface="Century Gothic"/>
              </a:rPr>
              <a:t> </a:t>
            </a:r>
            <a:r>
              <a:rPr dirty="0">
                <a:solidFill>
                  <a:srgbClr val="FFFFFF"/>
                </a:solidFill>
                <a:latin typeface="Century Gothic"/>
                <a:cs typeface="Century Gothic"/>
              </a:rPr>
              <a:t>etapa.</a:t>
            </a:r>
            <a:r>
              <a:rPr spc="-35" dirty="0">
                <a:solidFill>
                  <a:srgbClr val="FFFFFF"/>
                </a:solidFill>
                <a:latin typeface="Century Gothic"/>
                <a:cs typeface="Century Gothic"/>
              </a:rPr>
              <a:t> </a:t>
            </a:r>
            <a:r>
              <a:rPr dirty="0">
                <a:solidFill>
                  <a:srgbClr val="FFFFFF"/>
                </a:solidFill>
                <a:latin typeface="Century Gothic"/>
                <a:cs typeface="Century Gothic"/>
              </a:rPr>
              <a:t>Esta</a:t>
            </a:r>
            <a:r>
              <a:rPr spc="-35" dirty="0">
                <a:solidFill>
                  <a:srgbClr val="FFFFFF"/>
                </a:solidFill>
                <a:latin typeface="Century Gothic"/>
                <a:cs typeface="Century Gothic"/>
              </a:rPr>
              <a:t> </a:t>
            </a:r>
            <a:r>
              <a:rPr dirty="0">
                <a:solidFill>
                  <a:srgbClr val="FFFFFF"/>
                </a:solidFill>
                <a:latin typeface="Century Gothic"/>
                <a:cs typeface="Century Gothic"/>
              </a:rPr>
              <a:t>fase</a:t>
            </a:r>
            <a:r>
              <a:rPr spc="-50" dirty="0">
                <a:solidFill>
                  <a:srgbClr val="FFFFFF"/>
                </a:solidFill>
                <a:latin typeface="Century Gothic"/>
                <a:cs typeface="Century Gothic"/>
              </a:rPr>
              <a:t> </a:t>
            </a:r>
            <a:r>
              <a:rPr dirty="0">
                <a:solidFill>
                  <a:srgbClr val="FFFFFF"/>
                </a:solidFill>
                <a:latin typeface="Century Gothic"/>
                <a:cs typeface="Century Gothic"/>
              </a:rPr>
              <a:t>no</a:t>
            </a:r>
            <a:r>
              <a:rPr spc="-55" dirty="0">
                <a:solidFill>
                  <a:srgbClr val="FFFFFF"/>
                </a:solidFill>
                <a:latin typeface="Century Gothic"/>
                <a:cs typeface="Century Gothic"/>
              </a:rPr>
              <a:t> </a:t>
            </a:r>
            <a:r>
              <a:rPr dirty="0">
                <a:solidFill>
                  <a:srgbClr val="FFFFFF"/>
                </a:solidFill>
                <a:latin typeface="Century Gothic"/>
                <a:cs typeface="Century Gothic"/>
              </a:rPr>
              <a:t>se</a:t>
            </a:r>
            <a:r>
              <a:rPr spc="-45" dirty="0">
                <a:solidFill>
                  <a:srgbClr val="FFFFFF"/>
                </a:solidFill>
                <a:latin typeface="Century Gothic"/>
                <a:cs typeface="Century Gothic"/>
              </a:rPr>
              <a:t> </a:t>
            </a:r>
            <a:r>
              <a:rPr dirty="0">
                <a:solidFill>
                  <a:srgbClr val="FFFFFF"/>
                </a:solidFill>
                <a:latin typeface="Century Gothic"/>
                <a:cs typeface="Century Gothic"/>
              </a:rPr>
              <a:t>puede</a:t>
            </a:r>
            <a:r>
              <a:rPr spc="-30" dirty="0">
                <a:solidFill>
                  <a:srgbClr val="FFFFFF"/>
                </a:solidFill>
                <a:latin typeface="Century Gothic"/>
                <a:cs typeface="Century Gothic"/>
              </a:rPr>
              <a:t> </a:t>
            </a:r>
            <a:r>
              <a:rPr spc="-10" dirty="0">
                <a:solidFill>
                  <a:srgbClr val="FFFFFF"/>
                </a:solidFill>
                <a:latin typeface="Century Gothic"/>
                <a:cs typeface="Century Gothic"/>
              </a:rPr>
              <a:t>omitir.</a:t>
            </a:r>
            <a:endParaRPr>
              <a:latin typeface="Century Gothic"/>
              <a:cs typeface="Century Gothic"/>
            </a:endParaRPr>
          </a:p>
          <a:p>
            <a:pPr>
              <a:spcBef>
                <a:spcPts val="1525"/>
              </a:spcBef>
              <a:buClr>
                <a:srgbClr val="AF1512"/>
              </a:buClr>
              <a:buFont typeface="Wingdings"/>
              <a:buChar char=""/>
            </a:pPr>
            <a:endParaRPr>
              <a:latin typeface="Century Gothic"/>
              <a:cs typeface="Century Gothic"/>
            </a:endParaRPr>
          </a:p>
          <a:p>
            <a:pPr marL="299085" marR="5080" indent="-287020">
              <a:lnSpc>
                <a:spcPct val="80000"/>
              </a:lnSpc>
              <a:buClr>
                <a:srgbClr val="AF1512"/>
              </a:buClr>
              <a:buSzPct val="80555"/>
              <a:buFont typeface="Wingdings"/>
              <a:buChar char=""/>
              <a:tabLst>
                <a:tab pos="299085" algn="l"/>
              </a:tabLst>
            </a:pPr>
            <a:r>
              <a:rPr b="1" dirty="0">
                <a:solidFill>
                  <a:srgbClr val="FFFFFF"/>
                </a:solidFill>
                <a:latin typeface="Century Gothic"/>
                <a:cs typeface="Century Gothic"/>
              </a:rPr>
              <a:t>Inspection</a:t>
            </a:r>
            <a:r>
              <a:rPr b="1" spc="-55" dirty="0">
                <a:solidFill>
                  <a:srgbClr val="FFFFFF"/>
                </a:solidFill>
                <a:latin typeface="Century Gothic"/>
                <a:cs typeface="Century Gothic"/>
              </a:rPr>
              <a:t> </a:t>
            </a:r>
            <a:r>
              <a:rPr b="1" dirty="0">
                <a:solidFill>
                  <a:srgbClr val="FFFFFF"/>
                </a:solidFill>
                <a:latin typeface="Century Gothic"/>
                <a:cs typeface="Century Gothic"/>
              </a:rPr>
              <a:t>meeting</a:t>
            </a:r>
            <a:r>
              <a:rPr b="1" spc="434" dirty="0">
                <a:solidFill>
                  <a:srgbClr val="FFFFFF"/>
                </a:solidFill>
                <a:latin typeface="Century Gothic"/>
                <a:cs typeface="Century Gothic"/>
              </a:rPr>
              <a:t> </a:t>
            </a:r>
            <a:r>
              <a:rPr dirty="0">
                <a:solidFill>
                  <a:srgbClr val="FFFFFF"/>
                </a:solidFill>
                <a:latin typeface="Century Gothic"/>
                <a:cs typeface="Century Gothic"/>
              </a:rPr>
              <a:t>se</a:t>
            </a:r>
            <a:r>
              <a:rPr spc="-35" dirty="0">
                <a:solidFill>
                  <a:srgbClr val="FFFFFF"/>
                </a:solidFill>
                <a:latin typeface="Century Gothic"/>
                <a:cs typeface="Century Gothic"/>
              </a:rPr>
              <a:t> </a:t>
            </a:r>
            <a:r>
              <a:rPr dirty="0">
                <a:solidFill>
                  <a:srgbClr val="FFFFFF"/>
                </a:solidFill>
                <a:latin typeface="Century Gothic"/>
                <a:cs typeface="Century Gothic"/>
              </a:rPr>
              <a:t>lee</a:t>
            </a:r>
            <a:r>
              <a:rPr spc="-20" dirty="0">
                <a:solidFill>
                  <a:srgbClr val="FFFFFF"/>
                </a:solidFill>
                <a:latin typeface="Century Gothic"/>
                <a:cs typeface="Century Gothic"/>
              </a:rPr>
              <a:t> </a:t>
            </a:r>
            <a:r>
              <a:rPr dirty="0">
                <a:solidFill>
                  <a:srgbClr val="FFFFFF"/>
                </a:solidFill>
                <a:latin typeface="Century Gothic"/>
                <a:cs typeface="Century Gothic"/>
              </a:rPr>
              <a:t>un</a:t>
            </a:r>
            <a:r>
              <a:rPr spc="-25" dirty="0">
                <a:solidFill>
                  <a:srgbClr val="FFFFFF"/>
                </a:solidFill>
                <a:latin typeface="Century Gothic"/>
                <a:cs typeface="Century Gothic"/>
              </a:rPr>
              <a:t> </a:t>
            </a:r>
            <a:r>
              <a:rPr dirty="0">
                <a:solidFill>
                  <a:srgbClr val="FFFFFF"/>
                </a:solidFill>
                <a:latin typeface="Century Gothic"/>
                <a:cs typeface="Century Gothic"/>
              </a:rPr>
              <a:t>requerimiento</a:t>
            </a:r>
            <a:r>
              <a:rPr spc="-25" dirty="0">
                <a:solidFill>
                  <a:srgbClr val="FFFFFF"/>
                </a:solidFill>
                <a:latin typeface="Century Gothic"/>
                <a:cs typeface="Century Gothic"/>
              </a:rPr>
              <a:t> </a:t>
            </a:r>
            <a:r>
              <a:rPr dirty="0">
                <a:solidFill>
                  <a:srgbClr val="FFFFFF"/>
                </a:solidFill>
                <a:latin typeface="Century Gothic"/>
                <a:cs typeface="Century Gothic"/>
              </a:rPr>
              <a:t>a</a:t>
            </a:r>
            <a:r>
              <a:rPr spc="-35" dirty="0">
                <a:solidFill>
                  <a:srgbClr val="FFFFFF"/>
                </a:solidFill>
                <a:latin typeface="Century Gothic"/>
                <a:cs typeface="Century Gothic"/>
              </a:rPr>
              <a:t> </a:t>
            </a:r>
            <a:r>
              <a:rPr dirty="0">
                <a:solidFill>
                  <a:srgbClr val="FFFFFF"/>
                </a:solidFill>
                <a:latin typeface="Century Gothic"/>
                <a:cs typeface="Century Gothic"/>
              </a:rPr>
              <a:t>la</a:t>
            </a:r>
            <a:r>
              <a:rPr spc="-40" dirty="0">
                <a:solidFill>
                  <a:srgbClr val="FFFFFF"/>
                </a:solidFill>
                <a:latin typeface="Century Gothic"/>
                <a:cs typeface="Century Gothic"/>
              </a:rPr>
              <a:t> </a:t>
            </a:r>
            <a:r>
              <a:rPr dirty="0">
                <a:solidFill>
                  <a:srgbClr val="FFFFFF"/>
                </a:solidFill>
                <a:latin typeface="Century Gothic"/>
                <a:cs typeface="Century Gothic"/>
              </a:rPr>
              <a:t>vez</a:t>
            </a:r>
            <a:r>
              <a:rPr spc="-45" dirty="0">
                <a:solidFill>
                  <a:srgbClr val="FFFFFF"/>
                </a:solidFill>
                <a:latin typeface="Century Gothic"/>
                <a:cs typeface="Century Gothic"/>
              </a:rPr>
              <a:t> </a:t>
            </a:r>
            <a:r>
              <a:rPr dirty="0">
                <a:solidFill>
                  <a:srgbClr val="FFFFFF"/>
                </a:solidFill>
                <a:latin typeface="Century Gothic"/>
                <a:cs typeface="Century Gothic"/>
              </a:rPr>
              <a:t>y</a:t>
            </a:r>
            <a:r>
              <a:rPr spc="-30" dirty="0">
                <a:solidFill>
                  <a:srgbClr val="FFFFFF"/>
                </a:solidFill>
                <a:latin typeface="Century Gothic"/>
                <a:cs typeface="Century Gothic"/>
              </a:rPr>
              <a:t> </a:t>
            </a:r>
            <a:r>
              <a:rPr dirty="0">
                <a:solidFill>
                  <a:srgbClr val="FFFFFF"/>
                </a:solidFill>
                <a:latin typeface="Century Gothic"/>
                <a:cs typeface="Century Gothic"/>
              </a:rPr>
              <a:t>los</a:t>
            </a:r>
            <a:r>
              <a:rPr spc="-40" dirty="0">
                <a:solidFill>
                  <a:srgbClr val="FFFFFF"/>
                </a:solidFill>
                <a:latin typeface="Century Gothic"/>
                <a:cs typeface="Century Gothic"/>
              </a:rPr>
              <a:t> </a:t>
            </a:r>
            <a:r>
              <a:rPr dirty="0">
                <a:solidFill>
                  <a:srgbClr val="FFFFFF"/>
                </a:solidFill>
                <a:latin typeface="Century Gothic"/>
                <a:cs typeface="Century Gothic"/>
              </a:rPr>
              <a:t>inspectores</a:t>
            </a:r>
            <a:r>
              <a:rPr spc="-5" dirty="0">
                <a:solidFill>
                  <a:srgbClr val="FFFFFF"/>
                </a:solidFill>
                <a:latin typeface="Century Gothic"/>
                <a:cs typeface="Century Gothic"/>
              </a:rPr>
              <a:t> </a:t>
            </a:r>
            <a:r>
              <a:rPr spc="-25" dirty="0">
                <a:solidFill>
                  <a:srgbClr val="FFFFFF"/>
                </a:solidFill>
                <a:latin typeface="Century Gothic"/>
                <a:cs typeface="Century Gothic"/>
              </a:rPr>
              <a:t>van </a:t>
            </a:r>
            <a:r>
              <a:rPr dirty="0">
                <a:solidFill>
                  <a:srgbClr val="FFFFFF"/>
                </a:solidFill>
                <a:latin typeface="Century Gothic"/>
                <a:cs typeface="Century Gothic"/>
              </a:rPr>
              <a:t>mencionando</a:t>
            </a:r>
            <a:r>
              <a:rPr spc="-45" dirty="0">
                <a:solidFill>
                  <a:srgbClr val="FFFFFF"/>
                </a:solidFill>
                <a:latin typeface="Century Gothic"/>
                <a:cs typeface="Century Gothic"/>
              </a:rPr>
              <a:t> </a:t>
            </a:r>
            <a:r>
              <a:rPr dirty="0">
                <a:solidFill>
                  <a:srgbClr val="FFFFFF"/>
                </a:solidFill>
                <a:latin typeface="Century Gothic"/>
                <a:cs typeface="Century Gothic"/>
              </a:rPr>
              <a:t>defectos</a:t>
            </a:r>
            <a:r>
              <a:rPr spc="-20" dirty="0">
                <a:solidFill>
                  <a:srgbClr val="FFFFFF"/>
                </a:solidFill>
                <a:latin typeface="Century Gothic"/>
                <a:cs typeface="Century Gothic"/>
              </a:rPr>
              <a:t> </a:t>
            </a:r>
            <a:r>
              <a:rPr dirty="0">
                <a:solidFill>
                  <a:srgbClr val="FFFFFF"/>
                </a:solidFill>
                <a:latin typeface="Century Gothic"/>
                <a:cs typeface="Century Gothic"/>
              </a:rPr>
              <a:t>o</a:t>
            </a:r>
            <a:r>
              <a:rPr spc="-35" dirty="0">
                <a:solidFill>
                  <a:srgbClr val="FFFFFF"/>
                </a:solidFill>
                <a:latin typeface="Century Gothic"/>
                <a:cs typeface="Century Gothic"/>
              </a:rPr>
              <a:t> </a:t>
            </a:r>
            <a:r>
              <a:rPr dirty="0">
                <a:solidFill>
                  <a:srgbClr val="FFFFFF"/>
                </a:solidFill>
                <a:latin typeface="Century Gothic"/>
                <a:cs typeface="Century Gothic"/>
              </a:rPr>
              <a:t>issues.</a:t>
            </a:r>
            <a:r>
              <a:rPr spc="-40" dirty="0">
                <a:solidFill>
                  <a:srgbClr val="FFFFFF"/>
                </a:solidFill>
                <a:latin typeface="Century Gothic"/>
                <a:cs typeface="Century Gothic"/>
              </a:rPr>
              <a:t> </a:t>
            </a:r>
            <a:r>
              <a:rPr dirty="0">
                <a:solidFill>
                  <a:srgbClr val="FFFFFF"/>
                </a:solidFill>
                <a:latin typeface="Century Gothic"/>
                <a:cs typeface="Century Gothic"/>
              </a:rPr>
              <a:t>Estos</a:t>
            </a:r>
            <a:r>
              <a:rPr spc="-30" dirty="0">
                <a:solidFill>
                  <a:srgbClr val="FFFFFF"/>
                </a:solidFill>
                <a:latin typeface="Century Gothic"/>
                <a:cs typeface="Century Gothic"/>
              </a:rPr>
              <a:t> </a:t>
            </a:r>
            <a:r>
              <a:rPr dirty="0">
                <a:solidFill>
                  <a:srgbClr val="FFFFFF"/>
                </a:solidFill>
                <a:latin typeface="Century Gothic"/>
                <a:cs typeface="Century Gothic"/>
              </a:rPr>
              <a:t>issues</a:t>
            </a:r>
            <a:r>
              <a:rPr spc="-30" dirty="0">
                <a:solidFill>
                  <a:srgbClr val="FFFFFF"/>
                </a:solidFill>
                <a:latin typeface="Century Gothic"/>
                <a:cs typeface="Century Gothic"/>
              </a:rPr>
              <a:t> </a:t>
            </a:r>
            <a:r>
              <a:rPr dirty="0">
                <a:solidFill>
                  <a:srgbClr val="FFFFFF"/>
                </a:solidFill>
                <a:latin typeface="Century Gothic"/>
                <a:cs typeface="Century Gothic"/>
              </a:rPr>
              <a:t>se</a:t>
            </a:r>
            <a:r>
              <a:rPr spc="-40" dirty="0">
                <a:solidFill>
                  <a:srgbClr val="FFFFFF"/>
                </a:solidFill>
                <a:latin typeface="Century Gothic"/>
                <a:cs typeface="Century Gothic"/>
              </a:rPr>
              <a:t> </a:t>
            </a:r>
            <a:r>
              <a:rPr dirty="0">
                <a:solidFill>
                  <a:srgbClr val="FFFFFF"/>
                </a:solidFill>
                <a:latin typeface="Century Gothic"/>
                <a:cs typeface="Century Gothic"/>
              </a:rPr>
              <a:t>identifican</a:t>
            </a:r>
            <a:r>
              <a:rPr spc="-80" dirty="0">
                <a:solidFill>
                  <a:srgbClr val="FFFFFF"/>
                </a:solidFill>
                <a:latin typeface="Century Gothic"/>
                <a:cs typeface="Century Gothic"/>
              </a:rPr>
              <a:t> </a:t>
            </a:r>
            <a:r>
              <a:rPr dirty="0">
                <a:solidFill>
                  <a:srgbClr val="FFFFFF"/>
                </a:solidFill>
                <a:latin typeface="Century Gothic"/>
                <a:cs typeface="Century Gothic"/>
              </a:rPr>
              <a:t>y</a:t>
            </a:r>
            <a:r>
              <a:rPr spc="-45" dirty="0">
                <a:solidFill>
                  <a:srgbClr val="FFFFFF"/>
                </a:solidFill>
                <a:latin typeface="Century Gothic"/>
                <a:cs typeface="Century Gothic"/>
              </a:rPr>
              <a:t> </a:t>
            </a:r>
            <a:r>
              <a:rPr dirty="0">
                <a:solidFill>
                  <a:srgbClr val="FFFFFF"/>
                </a:solidFill>
                <a:latin typeface="Century Gothic"/>
                <a:cs typeface="Century Gothic"/>
              </a:rPr>
              <a:t>luego</a:t>
            </a:r>
            <a:r>
              <a:rPr spc="-40" dirty="0">
                <a:solidFill>
                  <a:srgbClr val="FFFFFF"/>
                </a:solidFill>
                <a:latin typeface="Century Gothic"/>
                <a:cs typeface="Century Gothic"/>
              </a:rPr>
              <a:t> </a:t>
            </a:r>
            <a:r>
              <a:rPr spc="-10" dirty="0">
                <a:solidFill>
                  <a:srgbClr val="FFFFFF"/>
                </a:solidFill>
                <a:latin typeface="Century Gothic"/>
                <a:cs typeface="Century Gothic"/>
              </a:rPr>
              <a:t>serán </a:t>
            </a:r>
            <a:r>
              <a:rPr dirty="0">
                <a:solidFill>
                  <a:srgbClr val="FFFFFF"/>
                </a:solidFill>
                <a:latin typeface="Century Gothic"/>
                <a:cs typeface="Century Gothic"/>
              </a:rPr>
              <a:t>clasificados</a:t>
            </a:r>
            <a:r>
              <a:rPr spc="-100" dirty="0">
                <a:solidFill>
                  <a:srgbClr val="FFFFFF"/>
                </a:solidFill>
                <a:latin typeface="Century Gothic"/>
                <a:cs typeface="Century Gothic"/>
              </a:rPr>
              <a:t> </a:t>
            </a:r>
            <a:r>
              <a:rPr dirty="0">
                <a:solidFill>
                  <a:srgbClr val="FFFFFF"/>
                </a:solidFill>
                <a:latin typeface="Century Gothic"/>
                <a:cs typeface="Century Gothic"/>
              </a:rPr>
              <a:t>(cosméticos,</a:t>
            </a:r>
            <a:r>
              <a:rPr spc="-40" dirty="0">
                <a:solidFill>
                  <a:srgbClr val="FFFFFF"/>
                </a:solidFill>
                <a:latin typeface="Century Gothic"/>
                <a:cs typeface="Century Gothic"/>
              </a:rPr>
              <a:t> </a:t>
            </a:r>
            <a:r>
              <a:rPr dirty="0">
                <a:solidFill>
                  <a:srgbClr val="FFFFFF"/>
                </a:solidFill>
                <a:latin typeface="Century Gothic"/>
                <a:cs typeface="Century Gothic"/>
              </a:rPr>
              <a:t>menores,</a:t>
            </a:r>
            <a:r>
              <a:rPr spc="-35" dirty="0">
                <a:solidFill>
                  <a:srgbClr val="FFFFFF"/>
                </a:solidFill>
                <a:latin typeface="Century Gothic"/>
                <a:cs typeface="Century Gothic"/>
              </a:rPr>
              <a:t> </a:t>
            </a:r>
            <a:r>
              <a:rPr dirty="0">
                <a:solidFill>
                  <a:srgbClr val="FFFFFF"/>
                </a:solidFill>
                <a:latin typeface="Century Gothic"/>
                <a:cs typeface="Century Gothic"/>
              </a:rPr>
              <a:t>medios,</a:t>
            </a:r>
            <a:r>
              <a:rPr spc="-85" dirty="0">
                <a:solidFill>
                  <a:srgbClr val="FFFFFF"/>
                </a:solidFill>
                <a:latin typeface="Century Gothic"/>
                <a:cs typeface="Century Gothic"/>
              </a:rPr>
              <a:t> </a:t>
            </a:r>
            <a:r>
              <a:rPr dirty="0">
                <a:solidFill>
                  <a:srgbClr val="FFFFFF"/>
                </a:solidFill>
                <a:latin typeface="Century Gothic"/>
                <a:cs typeface="Century Gothic"/>
              </a:rPr>
              <a:t>graves).</a:t>
            </a:r>
            <a:r>
              <a:rPr spc="-50" dirty="0">
                <a:solidFill>
                  <a:srgbClr val="FFFFFF"/>
                </a:solidFill>
                <a:latin typeface="Century Gothic"/>
                <a:cs typeface="Century Gothic"/>
              </a:rPr>
              <a:t> </a:t>
            </a:r>
            <a:r>
              <a:rPr dirty="0">
                <a:solidFill>
                  <a:srgbClr val="FFFFFF"/>
                </a:solidFill>
                <a:latin typeface="Century Gothic"/>
                <a:cs typeface="Century Gothic"/>
              </a:rPr>
              <a:t>La</a:t>
            </a:r>
            <a:r>
              <a:rPr spc="-60" dirty="0">
                <a:solidFill>
                  <a:srgbClr val="FFFFFF"/>
                </a:solidFill>
                <a:latin typeface="Century Gothic"/>
                <a:cs typeface="Century Gothic"/>
              </a:rPr>
              <a:t> </a:t>
            </a:r>
            <a:r>
              <a:rPr dirty="0">
                <a:solidFill>
                  <a:srgbClr val="FFFFFF"/>
                </a:solidFill>
                <a:latin typeface="Century Gothic"/>
                <a:cs typeface="Century Gothic"/>
              </a:rPr>
              <a:t>revisión</a:t>
            </a:r>
            <a:r>
              <a:rPr spc="-100" dirty="0">
                <a:solidFill>
                  <a:srgbClr val="FFFFFF"/>
                </a:solidFill>
                <a:latin typeface="Century Gothic"/>
                <a:cs typeface="Century Gothic"/>
              </a:rPr>
              <a:t> </a:t>
            </a:r>
            <a:r>
              <a:rPr spc="-25" dirty="0">
                <a:solidFill>
                  <a:srgbClr val="FFFFFF"/>
                </a:solidFill>
                <a:latin typeface="Century Gothic"/>
                <a:cs typeface="Century Gothic"/>
              </a:rPr>
              <a:t>no </a:t>
            </a:r>
            <a:r>
              <a:rPr dirty="0">
                <a:solidFill>
                  <a:srgbClr val="FFFFFF"/>
                </a:solidFill>
                <a:latin typeface="Century Gothic"/>
                <a:cs typeface="Century Gothic"/>
              </a:rPr>
              <a:t>debería</a:t>
            </a:r>
            <a:r>
              <a:rPr spc="-30" dirty="0">
                <a:solidFill>
                  <a:srgbClr val="FFFFFF"/>
                </a:solidFill>
                <a:latin typeface="Century Gothic"/>
                <a:cs typeface="Century Gothic"/>
              </a:rPr>
              <a:t> </a:t>
            </a:r>
            <a:r>
              <a:rPr dirty="0">
                <a:solidFill>
                  <a:srgbClr val="FFFFFF"/>
                </a:solidFill>
                <a:latin typeface="Century Gothic"/>
                <a:cs typeface="Century Gothic"/>
              </a:rPr>
              <a:t>durar</a:t>
            </a:r>
            <a:r>
              <a:rPr spc="-35" dirty="0">
                <a:solidFill>
                  <a:srgbClr val="FFFFFF"/>
                </a:solidFill>
                <a:latin typeface="Century Gothic"/>
                <a:cs typeface="Century Gothic"/>
              </a:rPr>
              <a:t> </a:t>
            </a:r>
            <a:r>
              <a:rPr dirty="0">
                <a:solidFill>
                  <a:srgbClr val="FFFFFF"/>
                </a:solidFill>
                <a:latin typeface="Century Gothic"/>
                <a:cs typeface="Century Gothic"/>
              </a:rPr>
              <a:t>más</a:t>
            </a:r>
            <a:r>
              <a:rPr spc="-45" dirty="0">
                <a:solidFill>
                  <a:srgbClr val="FFFFFF"/>
                </a:solidFill>
                <a:latin typeface="Century Gothic"/>
                <a:cs typeface="Century Gothic"/>
              </a:rPr>
              <a:t> </a:t>
            </a:r>
            <a:r>
              <a:rPr dirty="0">
                <a:solidFill>
                  <a:srgbClr val="FFFFFF"/>
                </a:solidFill>
                <a:latin typeface="Century Gothic"/>
                <a:cs typeface="Century Gothic"/>
              </a:rPr>
              <a:t>de</a:t>
            </a:r>
            <a:r>
              <a:rPr spc="-40" dirty="0">
                <a:solidFill>
                  <a:srgbClr val="FFFFFF"/>
                </a:solidFill>
                <a:latin typeface="Century Gothic"/>
                <a:cs typeface="Century Gothic"/>
              </a:rPr>
              <a:t> </a:t>
            </a:r>
            <a:r>
              <a:rPr dirty="0">
                <a:solidFill>
                  <a:srgbClr val="FFFFFF"/>
                </a:solidFill>
                <a:latin typeface="Century Gothic"/>
                <a:cs typeface="Century Gothic"/>
              </a:rPr>
              <a:t>2</a:t>
            </a:r>
            <a:r>
              <a:rPr spc="-30" dirty="0">
                <a:solidFill>
                  <a:srgbClr val="FFFFFF"/>
                </a:solidFill>
                <a:latin typeface="Century Gothic"/>
                <a:cs typeface="Century Gothic"/>
              </a:rPr>
              <a:t> </a:t>
            </a:r>
            <a:r>
              <a:rPr dirty="0">
                <a:solidFill>
                  <a:srgbClr val="FFFFFF"/>
                </a:solidFill>
                <a:latin typeface="Century Gothic"/>
                <a:cs typeface="Century Gothic"/>
              </a:rPr>
              <a:t>horas.</a:t>
            </a:r>
            <a:r>
              <a:rPr spc="-35" dirty="0">
                <a:solidFill>
                  <a:srgbClr val="FFFFFF"/>
                </a:solidFill>
                <a:latin typeface="Century Gothic"/>
                <a:cs typeface="Century Gothic"/>
              </a:rPr>
              <a:t> </a:t>
            </a:r>
            <a:r>
              <a:rPr dirty="0">
                <a:solidFill>
                  <a:srgbClr val="FFFFFF"/>
                </a:solidFill>
                <a:latin typeface="Century Gothic"/>
                <a:cs typeface="Century Gothic"/>
              </a:rPr>
              <a:t>La</a:t>
            </a:r>
            <a:r>
              <a:rPr spc="-30" dirty="0">
                <a:solidFill>
                  <a:srgbClr val="FFFFFF"/>
                </a:solidFill>
                <a:latin typeface="Century Gothic"/>
                <a:cs typeface="Century Gothic"/>
              </a:rPr>
              <a:t> </a:t>
            </a:r>
            <a:r>
              <a:rPr dirty="0">
                <a:solidFill>
                  <a:srgbClr val="FFFFFF"/>
                </a:solidFill>
                <a:latin typeface="Century Gothic"/>
                <a:cs typeface="Century Gothic"/>
              </a:rPr>
              <a:t>conclusión</a:t>
            </a:r>
            <a:r>
              <a:rPr spc="-55" dirty="0">
                <a:solidFill>
                  <a:srgbClr val="FFFFFF"/>
                </a:solidFill>
                <a:latin typeface="Century Gothic"/>
                <a:cs typeface="Century Gothic"/>
              </a:rPr>
              <a:t> </a:t>
            </a:r>
            <a:r>
              <a:rPr dirty="0">
                <a:solidFill>
                  <a:srgbClr val="FFFFFF"/>
                </a:solidFill>
                <a:latin typeface="Century Gothic"/>
                <a:cs typeface="Century Gothic"/>
              </a:rPr>
              <a:t>será</a:t>
            </a:r>
            <a:r>
              <a:rPr spc="-35" dirty="0">
                <a:solidFill>
                  <a:srgbClr val="FFFFFF"/>
                </a:solidFill>
                <a:latin typeface="Century Gothic"/>
                <a:cs typeface="Century Gothic"/>
              </a:rPr>
              <a:t> </a:t>
            </a:r>
            <a:r>
              <a:rPr dirty="0">
                <a:solidFill>
                  <a:srgbClr val="FFFFFF"/>
                </a:solidFill>
                <a:latin typeface="Century Gothic"/>
                <a:cs typeface="Century Gothic"/>
              </a:rPr>
              <a:t>si</a:t>
            </a:r>
            <a:r>
              <a:rPr spc="-35" dirty="0">
                <a:solidFill>
                  <a:srgbClr val="FFFFFF"/>
                </a:solidFill>
                <a:latin typeface="Century Gothic"/>
                <a:cs typeface="Century Gothic"/>
              </a:rPr>
              <a:t> </a:t>
            </a:r>
            <a:r>
              <a:rPr dirty="0">
                <a:solidFill>
                  <a:srgbClr val="FFFFFF"/>
                </a:solidFill>
                <a:latin typeface="Century Gothic"/>
                <a:cs typeface="Century Gothic"/>
              </a:rPr>
              <a:t>se</a:t>
            </a:r>
            <a:r>
              <a:rPr spc="-30" dirty="0">
                <a:solidFill>
                  <a:srgbClr val="FFFFFF"/>
                </a:solidFill>
                <a:latin typeface="Century Gothic"/>
                <a:cs typeface="Century Gothic"/>
              </a:rPr>
              <a:t> </a:t>
            </a:r>
            <a:r>
              <a:rPr dirty="0">
                <a:solidFill>
                  <a:srgbClr val="FFFFFF"/>
                </a:solidFill>
                <a:latin typeface="Century Gothic"/>
                <a:cs typeface="Century Gothic"/>
              </a:rPr>
              <a:t>acepta</a:t>
            </a:r>
            <a:r>
              <a:rPr spc="-20" dirty="0">
                <a:solidFill>
                  <a:srgbClr val="FFFFFF"/>
                </a:solidFill>
                <a:latin typeface="Century Gothic"/>
                <a:cs typeface="Century Gothic"/>
              </a:rPr>
              <a:t> </a:t>
            </a:r>
            <a:r>
              <a:rPr spc="-25" dirty="0">
                <a:solidFill>
                  <a:srgbClr val="FFFFFF"/>
                </a:solidFill>
                <a:latin typeface="Century Gothic"/>
                <a:cs typeface="Century Gothic"/>
              </a:rPr>
              <a:t>el </a:t>
            </a:r>
            <a:r>
              <a:rPr dirty="0">
                <a:solidFill>
                  <a:srgbClr val="FFFFFF"/>
                </a:solidFill>
                <a:latin typeface="Century Gothic"/>
                <a:cs typeface="Century Gothic"/>
              </a:rPr>
              <a:t>documento</a:t>
            </a:r>
            <a:r>
              <a:rPr spc="-25" dirty="0">
                <a:solidFill>
                  <a:srgbClr val="FFFFFF"/>
                </a:solidFill>
                <a:latin typeface="Century Gothic"/>
                <a:cs typeface="Century Gothic"/>
              </a:rPr>
              <a:t> </a:t>
            </a:r>
            <a:r>
              <a:rPr dirty="0">
                <a:solidFill>
                  <a:srgbClr val="FFFFFF"/>
                </a:solidFill>
                <a:latin typeface="Century Gothic"/>
                <a:cs typeface="Century Gothic"/>
              </a:rPr>
              <a:t>o</a:t>
            </a:r>
            <a:r>
              <a:rPr spc="-50" dirty="0">
                <a:solidFill>
                  <a:srgbClr val="FFFFFF"/>
                </a:solidFill>
                <a:latin typeface="Century Gothic"/>
                <a:cs typeface="Century Gothic"/>
              </a:rPr>
              <a:t> </a:t>
            </a:r>
            <a:r>
              <a:rPr dirty="0">
                <a:solidFill>
                  <a:srgbClr val="FFFFFF"/>
                </a:solidFill>
                <a:latin typeface="Century Gothic"/>
                <a:cs typeface="Century Gothic"/>
              </a:rPr>
              <a:t>si</a:t>
            </a:r>
            <a:r>
              <a:rPr spc="-45" dirty="0">
                <a:solidFill>
                  <a:srgbClr val="FFFFFF"/>
                </a:solidFill>
                <a:latin typeface="Century Gothic"/>
                <a:cs typeface="Century Gothic"/>
              </a:rPr>
              <a:t> </a:t>
            </a:r>
            <a:r>
              <a:rPr dirty="0">
                <a:solidFill>
                  <a:srgbClr val="FFFFFF"/>
                </a:solidFill>
                <a:latin typeface="Century Gothic"/>
                <a:cs typeface="Century Gothic"/>
              </a:rPr>
              <a:t>es</a:t>
            </a:r>
            <a:r>
              <a:rPr spc="-35" dirty="0">
                <a:solidFill>
                  <a:srgbClr val="FFFFFF"/>
                </a:solidFill>
                <a:latin typeface="Century Gothic"/>
                <a:cs typeface="Century Gothic"/>
              </a:rPr>
              <a:t> </a:t>
            </a:r>
            <a:r>
              <a:rPr dirty="0">
                <a:solidFill>
                  <a:srgbClr val="FFFFFF"/>
                </a:solidFill>
                <a:latin typeface="Century Gothic"/>
                <a:cs typeface="Century Gothic"/>
              </a:rPr>
              <a:t>necesaria</a:t>
            </a:r>
            <a:r>
              <a:rPr spc="-40" dirty="0">
                <a:solidFill>
                  <a:srgbClr val="FFFFFF"/>
                </a:solidFill>
                <a:latin typeface="Century Gothic"/>
                <a:cs typeface="Century Gothic"/>
              </a:rPr>
              <a:t> </a:t>
            </a:r>
            <a:r>
              <a:rPr dirty="0">
                <a:solidFill>
                  <a:srgbClr val="FFFFFF"/>
                </a:solidFill>
                <a:latin typeface="Century Gothic"/>
                <a:cs typeface="Century Gothic"/>
              </a:rPr>
              <a:t>una</a:t>
            </a:r>
            <a:r>
              <a:rPr spc="-35" dirty="0">
                <a:solidFill>
                  <a:srgbClr val="FFFFFF"/>
                </a:solidFill>
                <a:latin typeface="Century Gothic"/>
                <a:cs typeface="Century Gothic"/>
              </a:rPr>
              <a:t> </a:t>
            </a:r>
            <a:r>
              <a:rPr dirty="0">
                <a:solidFill>
                  <a:srgbClr val="FFFFFF"/>
                </a:solidFill>
                <a:latin typeface="Century Gothic"/>
                <a:cs typeface="Century Gothic"/>
              </a:rPr>
              <a:t>nueva</a:t>
            </a:r>
            <a:r>
              <a:rPr spc="-55" dirty="0">
                <a:solidFill>
                  <a:srgbClr val="FFFFFF"/>
                </a:solidFill>
                <a:latin typeface="Century Gothic"/>
                <a:cs typeface="Century Gothic"/>
              </a:rPr>
              <a:t> </a:t>
            </a:r>
            <a:r>
              <a:rPr spc="-10" dirty="0">
                <a:solidFill>
                  <a:srgbClr val="FFFFFF"/>
                </a:solidFill>
                <a:latin typeface="Century Gothic"/>
                <a:cs typeface="Century Gothic"/>
              </a:rPr>
              <a:t>revisión.</a:t>
            </a:r>
            <a:endParaRPr>
              <a:latin typeface="Century Gothic"/>
              <a:cs typeface="Century Gothic"/>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94952" y="570992"/>
            <a:ext cx="419100" cy="452120"/>
          </a:xfrm>
          <a:prstGeom prst="rect">
            <a:avLst/>
          </a:prstGeom>
        </p:spPr>
        <p:txBody>
          <a:bodyPr vert="horz" wrap="square" lIns="0" tIns="12065" rIns="0" bIns="0" rtlCol="0">
            <a:spAutoFit/>
          </a:bodyPr>
          <a:lstStyle/>
          <a:p>
            <a:pPr marL="12700">
              <a:spcBef>
                <a:spcPts val="95"/>
              </a:spcBef>
            </a:pPr>
            <a:r>
              <a:rPr sz="2800" spc="-25" dirty="0">
                <a:solidFill>
                  <a:srgbClr val="FFFFFF"/>
                </a:solidFill>
                <a:latin typeface="Century Gothic"/>
                <a:cs typeface="Century Gothic"/>
              </a:rPr>
              <a:t>25</a:t>
            </a:r>
            <a:endParaRPr sz="2800">
              <a:latin typeface="Century Gothic"/>
              <a:cs typeface="Century Gothic"/>
            </a:endParaRPr>
          </a:p>
        </p:txBody>
      </p:sp>
      <p:pic>
        <p:nvPicPr>
          <p:cNvPr id="3" name="object 3"/>
          <p:cNvPicPr/>
          <p:nvPr/>
        </p:nvPicPr>
        <p:blipFill>
          <a:blip r:embed="rId2" cstate="print"/>
          <a:stretch>
            <a:fillRect/>
          </a:stretch>
        </p:blipFill>
        <p:spPr>
          <a:xfrm>
            <a:off x="1524000" y="1459992"/>
            <a:ext cx="9144000" cy="5398007"/>
          </a:xfrm>
          <a:prstGeom prst="rect">
            <a:avLst/>
          </a:prstGeom>
        </p:spPr>
      </p:pic>
      <p:sp>
        <p:nvSpPr>
          <p:cNvPr id="4" name="object 4"/>
          <p:cNvSpPr txBox="1"/>
          <p:nvPr/>
        </p:nvSpPr>
        <p:spPr>
          <a:xfrm>
            <a:off x="4193794" y="2308097"/>
            <a:ext cx="3069590" cy="391160"/>
          </a:xfrm>
          <a:prstGeom prst="rect">
            <a:avLst/>
          </a:prstGeom>
        </p:spPr>
        <p:txBody>
          <a:bodyPr vert="horz" wrap="square" lIns="0" tIns="12700" rIns="0" bIns="0" rtlCol="0">
            <a:spAutoFit/>
          </a:bodyPr>
          <a:lstStyle/>
          <a:p>
            <a:pPr marL="12700">
              <a:spcBef>
                <a:spcPts val="100"/>
              </a:spcBef>
            </a:pPr>
            <a:r>
              <a:rPr sz="2400" b="1" dirty="0">
                <a:solidFill>
                  <a:srgbClr val="AF1512"/>
                </a:solidFill>
                <a:latin typeface="Century Gothic"/>
                <a:cs typeface="Century Gothic"/>
              </a:rPr>
              <a:t>Inspection</a:t>
            </a:r>
            <a:r>
              <a:rPr sz="2400" b="1" spc="-70" dirty="0">
                <a:solidFill>
                  <a:srgbClr val="AF1512"/>
                </a:solidFill>
                <a:latin typeface="Century Gothic"/>
                <a:cs typeface="Century Gothic"/>
              </a:rPr>
              <a:t> </a:t>
            </a:r>
            <a:r>
              <a:rPr sz="2400" b="1" dirty="0">
                <a:solidFill>
                  <a:srgbClr val="AF1512"/>
                </a:solidFill>
                <a:latin typeface="Century Gothic"/>
                <a:cs typeface="Century Gothic"/>
              </a:rPr>
              <a:t>–</a:t>
            </a:r>
            <a:r>
              <a:rPr sz="2400" b="1" spc="-85" dirty="0">
                <a:solidFill>
                  <a:srgbClr val="AF1512"/>
                </a:solidFill>
                <a:latin typeface="Century Gothic"/>
                <a:cs typeface="Century Gothic"/>
              </a:rPr>
              <a:t> </a:t>
            </a:r>
            <a:r>
              <a:rPr sz="2400" b="1" spc="-10" dirty="0">
                <a:solidFill>
                  <a:srgbClr val="AF1512"/>
                </a:solidFill>
                <a:latin typeface="Century Gothic"/>
                <a:cs typeface="Century Gothic"/>
              </a:rPr>
              <a:t>Proceso</a:t>
            </a:r>
            <a:endParaRPr sz="2400">
              <a:latin typeface="Century Gothic"/>
              <a:cs typeface="Century Gothic"/>
            </a:endParaRPr>
          </a:p>
        </p:txBody>
      </p:sp>
      <p:sp>
        <p:nvSpPr>
          <p:cNvPr id="5" name="object 5"/>
          <p:cNvSpPr txBox="1">
            <a:spLocks noGrp="1"/>
          </p:cNvSpPr>
          <p:nvPr>
            <p:ph type="title"/>
          </p:nvPr>
        </p:nvSpPr>
        <p:spPr>
          <a:xfrm>
            <a:off x="2031125" y="467602"/>
            <a:ext cx="8518635" cy="689932"/>
          </a:xfrm>
          <a:prstGeom prst="rect">
            <a:avLst/>
          </a:prstGeom>
        </p:spPr>
        <p:txBody>
          <a:bodyPr vert="horz" wrap="square" lIns="0" tIns="12700" rIns="0" bIns="0" rtlCol="0">
            <a:spAutoFit/>
          </a:bodyPr>
          <a:lstStyle/>
          <a:p>
            <a:pPr marL="12700">
              <a:lnSpc>
                <a:spcPct val="100000"/>
              </a:lnSpc>
              <a:spcBef>
                <a:spcPts val="100"/>
              </a:spcBef>
            </a:pPr>
            <a:r>
              <a:rPr dirty="0"/>
              <a:t>Proceso</a:t>
            </a:r>
            <a:r>
              <a:rPr spc="-35" dirty="0"/>
              <a:t> </a:t>
            </a:r>
            <a:r>
              <a:rPr dirty="0"/>
              <a:t>de</a:t>
            </a:r>
            <a:r>
              <a:rPr spc="-50" dirty="0"/>
              <a:t> </a:t>
            </a:r>
            <a:r>
              <a:rPr spc="-10" dirty="0"/>
              <a:t>Validación</a:t>
            </a:r>
          </a:p>
        </p:txBody>
      </p:sp>
      <p:sp>
        <p:nvSpPr>
          <p:cNvPr id="6" name="object 6"/>
          <p:cNvSpPr txBox="1"/>
          <p:nvPr/>
        </p:nvSpPr>
        <p:spPr>
          <a:xfrm>
            <a:off x="456526" y="1459992"/>
            <a:ext cx="5357495" cy="452120"/>
          </a:xfrm>
          <a:prstGeom prst="rect">
            <a:avLst/>
          </a:prstGeom>
        </p:spPr>
        <p:txBody>
          <a:bodyPr vert="horz" wrap="square" lIns="0" tIns="12065" rIns="0" bIns="0" rtlCol="0">
            <a:spAutoFit/>
          </a:bodyPr>
          <a:lstStyle/>
          <a:p>
            <a:pPr marL="12700">
              <a:spcBef>
                <a:spcPts val="95"/>
              </a:spcBef>
            </a:pPr>
            <a:r>
              <a:rPr sz="2800" b="1" dirty="0">
                <a:solidFill>
                  <a:srgbClr val="AF1512"/>
                </a:solidFill>
                <a:latin typeface="Century Gothic"/>
                <a:cs typeface="Century Gothic"/>
              </a:rPr>
              <a:t>Técnicas</a:t>
            </a:r>
            <a:r>
              <a:rPr sz="2800" b="1" spc="-75" dirty="0">
                <a:solidFill>
                  <a:srgbClr val="AF1512"/>
                </a:solidFill>
                <a:latin typeface="Century Gothic"/>
                <a:cs typeface="Century Gothic"/>
              </a:rPr>
              <a:t> </a:t>
            </a:r>
            <a:r>
              <a:rPr sz="2800" b="1" dirty="0">
                <a:solidFill>
                  <a:srgbClr val="AF1512"/>
                </a:solidFill>
                <a:latin typeface="Century Gothic"/>
                <a:cs typeface="Century Gothic"/>
              </a:rPr>
              <a:t>–</a:t>
            </a:r>
            <a:r>
              <a:rPr sz="2800" b="1" spc="-80" dirty="0">
                <a:solidFill>
                  <a:srgbClr val="AF1512"/>
                </a:solidFill>
                <a:latin typeface="Century Gothic"/>
                <a:cs typeface="Century Gothic"/>
              </a:rPr>
              <a:t> </a:t>
            </a:r>
            <a:r>
              <a:rPr sz="2800" b="1" dirty="0">
                <a:solidFill>
                  <a:srgbClr val="002060"/>
                </a:solidFill>
                <a:latin typeface="Century Gothic"/>
                <a:cs typeface="Century Gothic"/>
              </a:rPr>
              <a:t>Revisiones</a:t>
            </a:r>
            <a:r>
              <a:rPr sz="2800" b="1" spc="-75" dirty="0">
                <a:solidFill>
                  <a:srgbClr val="002060"/>
                </a:solidFill>
                <a:latin typeface="Century Gothic"/>
                <a:cs typeface="Century Gothic"/>
              </a:rPr>
              <a:t> </a:t>
            </a:r>
            <a:r>
              <a:rPr sz="2800" b="1" spc="-10" dirty="0">
                <a:solidFill>
                  <a:srgbClr val="002060"/>
                </a:solidFill>
                <a:latin typeface="Century Gothic"/>
                <a:cs typeface="Century Gothic"/>
              </a:rPr>
              <a:t>Formales</a:t>
            </a:r>
            <a:endParaRPr sz="2800" dirty="0">
              <a:solidFill>
                <a:srgbClr val="002060"/>
              </a:solidFill>
              <a:latin typeface="Century Gothic"/>
              <a:cs typeface="Century Gothic"/>
            </a:endParaRPr>
          </a:p>
        </p:txBody>
      </p:sp>
      <p:grpSp>
        <p:nvGrpSpPr>
          <p:cNvPr id="7" name="object 7"/>
          <p:cNvGrpSpPr/>
          <p:nvPr/>
        </p:nvGrpSpPr>
        <p:grpSpPr>
          <a:xfrm>
            <a:off x="1589532" y="2727960"/>
            <a:ext cx="9002395" cy="3860800"/>
            <a:chOff x="65531" y="2727960"/>
            <a:chExt cx="9002395" cy="3860800"/>
          </a:xfrm>
        </p:grpSpPr>
        <p:pic>
          <p:nvPicPr>
            <p:cNvPr id="8" name="object 8"/>
            <p:cNvPicPr/>
            <p:nvPr/>
          </p:nvPicPr>
          <p:blipFill>
            <a:blip r:embed="rId3" cstate="print"/>
            <a:stretch>
              <a:fillRect/>
            </a:stretch>
          </p:blipFill>
          <p:spPr>
            <a:xfrm>
              <a:off x="65531" y="2727960"/>
              <a:ext cx="9002268" cy="3860291"/>
            </a:xfrm>
            <a:prstGeom prst="rect">
              <a:avLst/>
            </a:prstGeom>
          </p:spPr>
        </p:pic>
        <p:sp>
          <p:nvSpPr>
            <p:cNvPr id="9" name="object 9"/>
            <p:cNvSpPr/>
            <p:nvPr/>
          </p:nvSpPr>
          <p:spPr>
            <a:xfrm>
              <a:off x="118871" y="2743200"/>
              <a:ext cx="8900160" cy="3758565"/>
            </a:xfrm>
            <a:custGeom>
              <a:avLst/>
              <a:gdLst/>
              <a:ahLst/>
              <a:cxnLst/>
              <a:rect l="l" t="t" r="r" b="b"/>
              <a:pathLst>
                <a:path w="8900160" h="3758565">
                  <a:moveTo>
                    <a:pt x="8900160" y="0"/>
                  </a:moveTo>
                  <a:lnTo>
                    <a:pt x="0" y="0"/>
                  </a:lnTo>
                  <a:lnTo>
                    <a:pt x="0" y="3758184"/>
                  </a:lnTo>
                  <a:lnTo>
                    <a:pt x="8900160" y="3758184"/>
                  </a:lnTo>
                  <a:lnTo>
                    <a:pt x="8900160" y="0"/>
                  </a:lnTo>
                  <a:close/>
                </a:path>
              </a:pathLst>
            </a:custGeom>
            <a:solidFill>
              <a:srgbClr val="467576"/>
            </a:solidFill>
          </p:spPr>
          <p:txBody>
            <a:bodyPr wrap="square" lIns="0" tIns="0" rIns="0" bIns="0" rtlCol="0"/>
            <a:lstStyle/>
            <a:p>
              <a:endParaRPr/>
            </a:p>
          </p:txBody>
        </p:sp>
      </p:grpSp>
      <p:sp>
        <p:nvSpPr>
          <p:cNvPr id="10" name="object 10"/>
          <p:cNvSpPr txBox="1"/>
          <p:nvPr/>
        </p:nvSpPr>
        <p:spPr>
          <a:xfrm>
            <a:off x="1873708" y="3225166"/>
            <a:ext cx="8362315" cy="2530475"/>
          </a:xfrm>
          <a:prstGeom prst="rect">
            <a:avLst/>
          </a:prstGeom>
        </p:spPr>
        <p:txBody>
          <a:bodyPr vert="horz" wrap="square" lIns="0" tIns="67310" rIns="0" bIns="0" rtlCol="0">
            <a:spAutoFit/>
          </a:bodyPr>
          <a:lstStyle/>
          <a:p>
            <a:pPr marL="299085" marR="5080" indent="-287020">
              <a:lnSpc>
                <a:spcPct val="80000"/>
              </a:lnSpc>
              <a:spcBef>
                <a:spcPts val="530"/>
              </a:spcBef>
              <a:buClr>
                <a:srgbClr val="AF1512"/>
              </a:buClr>
              <a:buSzPct val="80555"/>
              <a:buFont typeface="Wingdings"/>
              <a:buChar char=""/>
              <a:tabLst>
                <a:tab pos="299085" algn="l"/>
                <a:tab pos="1240790" algn="l"/>
                <a:tab pos="7118350" algn="l"/>
              </a:tabLst>
            </a:pPr>
            <a:r>
              <a:rPr b="1" spc="-10" dirty="0">
                <a:solidFill>
                  <a:srgbClr val="FFFFFF"/>
                </a:solidFill>
                <a:latin typeface="Century Gothic"/>
                <a:cs typeface="Century Gothic"/>
              </a:rPr>
              <a:t>Rework</a:t>
            </a:r>
            <a:r>
              <a:rPr b="1" dirty="0">
                <a:solidFill>
                  <a:srgbClr val="FFFFFF"/>
                </a:solidFill>
                <a:latin typeface="Century Gothic"/>
                <a:cs typeface="Century Gothic"/>
              </a:rPr>
              <a:t>	</a:t>
            </a:r>
            <a:r>
              <a:rPr dirty="0">
                <a:solidFill>
                  <a:srgbClr val="FFFFFF"/>
                </a:solidFill>
                <a:latin typeface="Century Gothic"/>
                <a:cs typeface="Century Gothic"/>
              </a:rPr>
              <a:t>El</a:t>
            </a:r>
            <a:r>
              <a:rPr spc="-40" dirty="0">
                <a:solidFill>
                  <a:srgbClr val="FFFFFF"/>
                </a:solidFill>
                <a:latin typeface="Century Gothic"/>
                <a:cs typeface="Century Gothic"/>
              </a:rPr>
              <a:t> </a:t>
            </a:r>
            <a:r>
              <a:rPr dirty="0">
                <a:solidFill>
                  <a:srgbClr val="FFFFFF"/>
                </a:solidFill>
                <a:latin typeface="Century Gothic"/>
                <a:cs typeface="Century Gothic"/>
              </a:rPr>
              <a:t>autor</a:t>
            </a:r>
            <a:r>
              <a:rPr spc="-30" dirty="0">
                <a:solidFill>
                  <a:srgbClr val="FFFFFF"/>
                </a:solidFill>
                <a:latin typeface="Century Gothic"/>
                <a:cs typeface="Century Gothic"/>
              </a:rPr>
              <a:t> </a:t>
            </a:r>
            <a:r>
              <a:rPr dirty="0">
                <a:solidFill>
                  <a:srgbClr val="FFFFFF"/>
                </a:solidFill>
                <a:latin typeface="Century Gothic"/>
                <a:cs typeface="Century Gothic"/>
              </a:rPr>
              <a:t>tendrá</a:t>
            </a:r>
            <a:r>
              <a:rPr spc="-15" dirty="0">
                <a:solidFill>
                  <a:srgbClr val="FFFFFF"/>
                </a:solidFill>
                <a:latin typeface="Century Gothic"/>
                <a:cs typeface="Century Gothic"/>
              </a:rPr>
              <a:t> </a:t>
            </a:r>
            <a:r>
              <a:rPr dirty="0">
                <a:solidFill>
                  <a:srgbClr val="FFFFFF"/>
                </a:solidFill>
                <a:latin typeface="Century Gothic"/>
                <a:cs typeface="Century Gothic"/>
              </a:rPr>
              <a:t>que</a:t>
            </a:r>
            <a:r>
              <a:rPr spc="-15" dirty="0">
                <a:solidFill>
                  <a:srgbClr val="FFFFFF"/>
                </a:solidFill>
                <a:latin typeface="Century Gothic"/>
                <a:cs typeface="Century Gothic"/>
              </a:rPr>
              <a:t> </a:t>
            </a:r>
            <a:r>
              <a:rPr dirty="0">
                <a:solidFill>
                  <a:srgbClr val="FFFFFF"/>
                </a:solidFill>
                <a:latin typeface="Century Gothic"/>
                <a:cs typeface="Century Gothic"/>
              </a:rPr>
              <a:t>re</a:t>
            </a:r>
            <a:r>
              <a:rPr spc="-45" dirty="0">
                <a:solidFill>
                  <a:srgbClr val="FFFFFF"/>
                </a:solidFill>
                <a:latin typeface="Century Gothic"/>
                <a:cs typeface="Century Gothic"/>
              </a:rPr>
              <a:t> </a:t>
            </a:r>
            <a:r>
              <a:rPr dirty="0">
                <a:solidFill>
                  <a:srgbClr val="FFFFFF"/>
                </a:solidFill>
                <a:latin typeface="Century Gothic"/>
                <a:cs typeface="Century Gothic"/>
              </a:rPr>
              <a:t>trabajar</a:t>
            </a:r>
            <a:r>
              <a:rPr spc="-35" dirty="0">
                <a:solidFill>
                  <a:srgbClr val="FFFFFF"/>
                </a:solidFill>
                <a:latin typeface="Century Gothic"/>
                <a:cs typeface="Century Gothic"/>
              </a:rPr>
              <a:t> </a:t>
            </a:r>
            <a:r>
              <a:rPr dirty="0">
                <a:solidFill>
                  <a:srgbClr val="FFFFFF"/>
                </a:solidFill>
                <a:latin typeface="Century Gothic"/>
                <a:cs typeface="Century Gothic"/>
              </a:rPr>
              <a:t>sobre</a:t>
            </a:r>
            <a:r>
              <a:rPr spc="-35" dirty="0">
                <a:solidFill>
                  <a:srgbClr val="FFFFFF"/>
                </a:solidFill>
                <a:latin typeface="Century Gothic"/>
                <a:cs typeface="Century Gothic"/>
              </a:rPr>
              <a:t> </a:t>
            </a:r>
            <a:r>
              <a:rPr dirty="0">
                <a:solidFill>
                  <a:srgbClr val="FFFFFF"/>
                </a:solidFill>
                <a:latin typeface="Century Gothic"/>
                <a:cs typeface="Century Gothic"/>
              </a:rPr>
              <a:t>el</a:t>
            </a:r>
            <a:r>
              <a:rPr spc="-35" dirty="0">
                <a:solidFill>
                  <a:srgbClr val="FFFFFF"/>
                </a:solidFill>
                <a:latin typeface="Century Gothic"/>
                <a:cs typeface="Century Gothic"/>
              </a:rPr>
              <a:t> </a:t>
            </a:r>
            <a:r>
              <a:rPr spc="-10" dirty="0">
                <a:solidFill>
                  <a:srgbClr val="FFFFFF"/>
                </a:solidFill>
                <a:latin typeface="Century Gothic"/>
                <a:cs typeface="Century Gothic"/>
              </a:rPr>
              <a:t>documento.</a:t>
            </a:r>
            <a:r>
              <a:rPr dirty="0">
                <a:solidFill>
                  <a:srgbClr val="FFFFFF"/>
                </a:solidFill>
                <a:latin typeface="Century Gothic"/>
                <a:cs typeface="Century Gothic"/>
              </a:rPr>
              <a:t>	Si</a:t>
            </a:r>
            <a:r>
              <a:rPr spc="-10" dirty="0">
                <a:solidFill>
                  <a:srgbClr val="FFFFFF"/>
                </a:solidFill>
                <a:latin typeface="Century Gothic"/>
                <a:cs typeface="Century Gothic"/>
              </a:rPr>
              <a:t> </a:t>
            </a:r>
            <a:r>
              <a:rPr spc="-25" dirty="0">
                <a:solidFill>
                  <a:srgbClr val="FFFFFF"/>
                </a:solidFill>
                <a:latin typeface="Century Gothic"/>
                <a:cs typeface="Century Gothic"/>
              </a:rPr>
              <a:t>el </a:t>
            </a:r>
            <a:r>
              <a:rPr dirty="0">
                <a:solidFill>
                  <a:srgbClr val="FFFFFF"/>
                </a:solidFill>
                <a:latin typeface="Century Gothic"/>
                <a:cs typeface="Century Gothic"/>
              </a:rPr>
              <a:t>retrabajo</a:t>
            </a:r>
            <a:r>
              <a:rPr spc="-40" dirty="0">
                <a:solidFill>
                  <a:srgbClr val="FFFFFF"/>
                </a:solidFill>
                <a:latin typeface="Century Gothic"/>
                <a:cs typeface="Century Gothic"/>
              </a:rPr>
              <a:t> </a:t>
            </a:r>
            <a:r>
              <a:rPr dirty="0">
                <a:solidFill>
                  <a:srgbClr val="FFFFFF"/>
                </a:solidFill>
                <a:latin typeface="Century Gothic"/>
                <a:cs typeface="Century Gothic"/>
              </a:rPr>
              <a:t>fuese</a:t>
            </a:r>
            <a:r>
              <a:rPr spc="-40" dirty="0">
                <a:solidFill>
                  <a:srgbClr val="FFFFFF"/>
                </a:solidFill>
                <a:latin typeface="Century Gothic"/>
                <a:cs typeface="Century Gothic"/>
              </a:rPr>
              <a:t> </a:t>
            </a:r>
            <a:r>
              <a:rPr dirty="0">
                <a:solidFill>
                  <a:srgbClr val="FFFFFF"/>
                </a:solidFill>
                <a:latin typeface="Century Gothic"/>
                <a:cs typeface="Century Gothic"/>
              </a:rPr>
              <a:t>muy</a:t>
            </a:r>
            <a:r>
              <a:rPr spc="-55" dirty="0">
                <a:solidFill>
                  <a:srgbClr val="FFFFFF"/>
                </a:solidFill>
                <a:latin typeface="Century Gothic"/>
                <a:cs typeface="Century Gothic"/>
              </a:rPr>
              <a:t> </a:t>
            </a:r>
            <a:r>
              <a:rPr dirty="0">
                <a:solidFill>
                  <a:srgbClr val="FFFFFF"/>
                </a:solidFill>
                <a:latin typeface="Century Gothic"/>
                <a:cs typeface="Century Gothic"/>
              </a:rPr>
              <a:t>grande</a:t>
            </a:r>
            <a:r>
              <a:rPr spc="-40" dirty="0">
                <a:solidFill>
                  <a:srgbClr val="FFFFFF"/>
                </a:solidFill>
                <a:latin typeface="Century Gothic"/>
                <a:cs typeface="Century Gothic"/>
              </a:rPr>
              <a:t> </a:t>
            </a:r>
            <a:r>
              <a:rPr dirty="0">
                <a:solidFill>
                  <a:srgbClr val="FFFFFF"/>
                </a:solidFill>
                <a:latin typeface="Century Gothic"/>
                <a:cs typeface="Century Gothic"/>
              </a:rPr>
              <a:t>o</a:t>
            </a:r>
            <a:r>
              <a:rPr spc="-50" dirty="0">
                <a:solidFill>
                  <a:srgbClr val="FFFFFF"/>
                </a:solidFill>
                <a:latin typeface="Century Gothic"/>
                <a:cs typeface="Century Gothic"/>
              </a:rPr>
              <a:t> </a:t>
            </a:r>
            <a:r>
              <a:rPr dirty="0">
                <a:solidFill>
                  <a:srgbClr val="FFFFFF"/>
                </a:solidFill>
                <a:latin typeface="Century Gothic"/>
                <a:cs typeface="Century Gothic"/>
              </a:rPr>
              <a:t>las</a:t>
            </a:r>
            <a:r>
              <a:rPr spc="-60" dirty="0">
                <a:solidFill>
                  <a:srgbClr val="FFFFFF"/>
                </a:solidFill>
                <a:latin typeface="Century Gothic"/>
                <a:cs typeface="Century Gothic"/>
              </a:rPr>
              <a:t> </a:t>
            </a:r>
            <a:r>
              <a:rPr dirty="0">
                <a:solidFill>
                  <a:srgbClr val="FFFFFF"/>
                </a:solidFill>
                <a:latin typeface="Century Gothic"/>
                <a:cs typeface="Century Gothic"/>
              </a:rPr>
              <a:t>modificaciones</a:t>
            </a:r>
            <a:r>
              <a:rPr spc="-65" dirty="0">
                <a:solidFill>
                  <a:srgbClr val="FFFFFF"/>
                </a:solidFill>
                <a:latin typeface="Century Gothic"/>
                <a:cs typeface="Century Gothic"/>
              </a:rPr>
              <a:t> </a:t>
            </a:r>
            <a:r>
              <a:rPr dirty="0">
                <a:solidFill>
                  <a:srgbClr val="FFFFFF"/>
                </a:solidFill>
                <a:latin typeface="Century Gothic"/>
                <a:cs typeface="Century Gothic"/>
              </a:rPr>
              <a:t>fuesen</a:t>
            </a:r>
            <a:r>
              <a:rPr spc="-20" dirty="0">
                <a:solidFill>
                  <a:srgbClr val="FFFFFF"/>
                </a:solidFill>
                <a:latin typeface="Century Gothic"/>
                <a:cs typeface="Century Gothic"/>
              </a:rPr>
              <a:t> </a:t>
            </a:r>
            <a:r>
              <a:rPr spc="-25" dirty="0">
                <a:solidFill>
                  <a:srgbClr val="FFFFFF"/>
                </a:solidFill>
                <a:latin typeface="Century Gothic"/>
                <a:cs typeface="Century Gothic"/>
              </a:rPr>
              <a:t>muy </a:t>
            </a:r>
            <a:r>
              <a:rPr dirty="0">
                <a:solidFill>
                  <a:srgbClr val="FFFFFF"/>
                </a:solidFill>
                <a:latin typeface="Century Gothic"/>
                <a:cs typeface="Century Gothic"/>
              </a:rPr>
              <a:t>importantes</a:t>
            </a:r>
            <a:r>
              <a:rPr spc="-35" dirty="0">
                <a:solidFill>
                  <a:srgbClr val="FFFFFF"/>
                </a:solidFill>
                <a:latin typeface="Century Gothic"/>
                <a:cs typeface="Century Gothic"/>
              </a:rPr>
              <a:t> </a:t>
            </a:r>
            <a:r>
              <a:rPr dirty="0">
                <a:solidFill>
                  <a:srgbClr val="FFFFFF"/>
                </a:solidFill>
                <a:latin typeface="Century Gothic"/>
                <a:cs typeface="Century Gothic"/>
              </a:rPr>
              <a:t>se</a:t>
            </a:r>
            <a:r>
              <a:rPr spc="-35" dirty="0">
                <a:solidFill>
                  <a:srgbClr val="FFFFFF"/>
                </a:solidFill>
                <a:latin typeface="Century Gothic"/>
                <a:cs typeface="Century Gothic"/>
              </a:rPr>
              <a:t> </a:t>
            </a:r>
            <a:r>
              <a:rPr dirty="0">
                <a:solidFill>
                  <a:srgbClr val="FFFFFF"/>
                </a:solidFill>
                <a:latin typeface="Century Gothic"/>
                <a:cs typeface="Century Gothic"/>
              </a:rPr>
              <a:t>debería</a:t>
            </a:r>
            <a:r>
              <a:rPr spc="-35" dirty="0">
                <a:solidFill>
                  <a:srgbClr val="FFFFFF"/>
                </a:solidFill>
                <a:latin typeface="Century Gothic"/>
                <a:cs typeface="Century Gothic"/>
              </a:rPr>
              <a:t> </a:t>
            </a:r>
            <a:r>
              <a:rPr dirty="0">
                <a:solidFill>
                  <a:srgbClr val="FFFFFF"/>
                </a:solidFill>
                <a:latin typeface="Century Gothic"/>
                <a:cs typeface="Century Gothic"/>
              </a:rPr>
              <a:t>planificar</a:t>
            </a:r>
            <a:r>
              <a:rPr spc="-75" dirty="0">
                <a:solidFill>
                  <a:srgbClr val="FFFFFF"/>
                </a:solidFill>
                <a:latin typeface="Century Gothic"/>
                <a:cs typeface="Century Gothic"/>
              </a:rPr>
              <a:t> </a:t>
            </a:r>
            <a:r>
              <a:rPr dirty="0">
                <a:solidFill>
                  <a:srgbClr val="FFFFFF"/>
                </a:solidFill>
                <a:latin typeface="Century Gothic"/>
                <a:cs typeface="Century Gothic"/>
              </a:rPr>
              <a:t>una</a:t>
            </a:r>
            <a:r>
              <a:rPr spc="-30" dirty="0">
                <a:solidFill>
                  <a:srgbClr val="FFFFFF"/>
                </a:solidFill>
                <a:latin typeface="Century Gothic"/>
                <a:cs typeface="Century Gothic"/>
              </a:rPr>
              <a:t> </a:t>
            </a:r>
            <a:r>
              <a:rPr dirty="0">
                <a:solidFill>
                  <a:srgbClr val="FFFFFF"/>
                </a:solidFill>
                <a:latin typeface="Century Gothic"/>
                <a:cs typeface="Century Gothic"/>
              </a:rPr>
              <a:t>nueva</a:t>
            </a:r>
            <a:r>
              <a:rPr spc="-50" dirty="0">
                <a:solidFill>
                  <a:srgbClr val="FFFFFF"/>
                </a:solidFill>
                <a:latin typeface="Century Gothic"/>
                <a:cs typeface="Century Gothic"/>
              </a:rPr>
              <a:t> </a:t>
            </a:r>
            <a:r>
              <a:rPr dirty="0">
                <a:solidFill>
                  <a:srgbClr val="FFFFFF"/>
                </a:solidFill>
                <a:latin typeface="Century Gothic"/>
                <a:cs typeface="Century Gothic"/>
              </a:rPr>
              <a:t>inspección</a:t>
            </a:r>
            <a:r>
              <a:rPr spc="-60" dirty="0">
                <a:solidFill>
                  <a:srgbClr val="FFFFFF"/>
                </a:solidFill>
                <a:latin typeface="Century Gothic"/>
                <a:cs typeface="Century Gothic"/>
              </a:rPr>
              <a:t> </a:t>
            </a:r>
            <a:r>
              <a:rPr dirty="0">
                <a:solidFill>
                  <a:srgbClr val="FFFFFF"/>
                </a:solidFill>
                <a:latin typeface="Century Gothic"/>
                <a:cs typeface="Century Gothic"/>
              </a:rPr>
              <a:t>para</a:t>
            </a:r>
            <a:r>
              <a:rPr spc="-55" dirty="0">
                <a:solidFill>
                  <a:srgbClr val="FFFFFF"/>
                </a:solidFill>
                <a:latin typeface="Century Gothic"/>
                <a:cs typeface="Century Gothic"/>
              </a:rPr>
              <a:t> </a:t>
            </a:r>
            <a:r>
              <a:rPr spc="-10" dirty="0">
                <a:solidFill>
                  <a:srgbClr val="FFFFFF"/>
                </a:solidFill>
                <a:latin typeface="Century Gothic"/>
                <a:cs typeface="Century Gothic"/>
              </a:rPr>
              <a:t>corroborar </a:t>
            </a:r>
            <a:r>
              <a:rPr dirty="0">
                <a:solidFill>
                  <a:srgbClr val="FFFFFF"/>
                </a:solidFill>
                <a:latin typeface="Century Gothic"/>
                <a:cs typeface="Century Gothic"/>
              </a:rPr>
              <a:t>que</a:t>
            </a:r>
            <a:r>
              <a:rPr spc="-30" dirty="0">
                <a:solidFill>
                  <a:srgbClr val="FFFFFF"/>
                </a:solidFill>
                <a:latin typeface="Century Gothic"/>
                <a:cs typeface="Century Gothic"/>
              </a:rPr>
              <a:t> </a:t>
            </a:r>
            <a:r>
              <a:rPr dirty="0">
                <a:solidFill>
                  <a:srgbClr val="FFFFFF"/>
                </a:solidFill>
                <a:latin typeface="Century Gothic"/>
                <a:cs typeface="Century Gothic"/>
              </a:rPr>
              <a:t>la</a:t>
            </a:r>
            <a:r>
              <a:rPr spc="-55" dirty="0">
                <a:solidFill>
                  <a:srgbClr val="FFFFFF"/>
                </a:solidFill>
                <a:latin typeface="Century Gothic"/>
                <a:cs typeface="Century Gothic"/>
              </a:rPr>
              <a:t> </a:t>
            </a:r>
            <a:r>
              <a:rPr dirty="0">
                <a:solidFill>
                  <a:srgbClr val="FFFFFF"/>
                </a:solidFill>
                <a:latin typeface="Century Gothic"/>
                <a:cs typeface="Century Gothic"/>
              </a:rPr>
              <a:t>nueva</a:t>
            </a:r>
            <a:r>
              <a:rPr spc="-25" dirty="0">
                <a:solidFill>
                  <a:srgbClr val="FFFFFF"/>
                </a:solidFill>
                <a:latin typeface="Century Gothic"/>
                <a:cs typeface="Century Gothic"/>
              </a:rPr>
              <a:t> </a:t>
            </a:r>
            <a:r>
              <a:rPr dirty="0">
                <a:solidFill>
                  <a:srgbClr val="FFFFFF"/>
                </a:solidFill>
                <a:latin typeface="Century Gothic"/>
                <a:cs typeface="Century Gothic"/>
              </a:rPr>
              <a:t>versión</a:t>
            </a:r>
            <a:r>
              <a:rPr spc="-75" dirty="0">
                <a:solidFill>
                  <a:srgbClr val="FFFFFF"/>
                </a:solidFill>
                <a:latin typeface="Century Gothic"/>
                <a:cs typeface="Century Gothic"/>
              </a:rPr>
              <a:t> </a:t>
            </a:r>
            <a:r>
              <a:rPr dirty="0">
                <a:solidFill>
                  <a:srgbClr val="FFFFFF"/>
                </a:solidFill>
                <a:latin typeface="Century Gothic"/>
                <a:cs typeface="Century Gothic"/>
              </a:rPr>
              <a:t>contiene</a:t>
            </a:r>
            <a:r>
              <a:rPr spc="-20" dirty="0">
                <a:solidFill>
                  <a:srgbClr val="FFFFFF"/>
                </a:solidFill>
                <a:latin typeface="Century Gothic"/>
                <a:cs typeface="Century Gothic"/>
              </a:rPr>
              <a:t> </a:t>
            </a:r>
            <a:r>
              <a:rPr dirty="0">
                <a:solidFill>
                  <a:srgbClr val="FFFFFF"/>
                </a:solidFill>
                <a:latin typeface="Century Gothic"/>
                <a:cs typeface="Century Gothic"/>
              </a:rPr>
              <a:t>las</a:t>
            </a:r>
            <a:r>
              <a:rPr spc="-40" dirty="0">
                <a:solidFill>
                  <a:srgbClr val="FFFFFF"/>
                </a:solidFill>
                <a:latin typeface="Century Gothic"/>
                <a:cs typeface="Century Gothic"/>
              </a:rPr>
              <a:t> </a:t>
            </a:r>
            <a:r>
              <a:rPr dirty="0">
                <a:solidFill>
                  <a:srgbClr val="FFFFFF"/>
                </a:solidFill>
                <a:latin typeface="Century Gothic"/>
                <a:cs typeface="Century Gothic"/>
              </a:rPr>
              <a:t>modificaciones</a:t>
            </a:r>
            <a:r>
              <a:rPr spc="-65" dirty="0">
                <a:solidFill>
                  <a:srgbClr val="FFFFFF"/>
                </a:solidFill>
                <a:latin typeface="Century Gothic"/>
                <a:cs typeface="Century Gothic"/>
              </a:rPr>
              <a:t> </a:t>
            </a:r>
            <a:r>
              <a:rPr spc="-10" dirty="0">
                <a:solidFill>
                  <a:srgbClr val="FFFFFF"/>
                </a:solidFill>
                <a:latin typeface="Century Gothic"/>
                <a:cs typeface="Century Gothic"/>
              </a:rPr>
              <a:t>detectadas.</a:t>
            </a:r>
            <a:endParaRPr>
              <a:latin typeface="Century Gothic"/>
              <a:cs typeface="Century Gothic"/>
            </a:endParaRPr>
          </a:p>
          <a:p>
            <a:pPr>
              <a:spcBef>
                <a:spcPts val="1525"/>
              </a:spcBef>
              <a:buClr>
                <a:srgbClr val="AF1512"/>
              </a:buClr>
              <a:buFont typeface="Wingdings"/>
              <a:buChar char=""/>
            </a:pPr>
            <a:endParaRPr>
              <a:latin typeface="Century Gothic"/>
              <a:cs typeface="Century Gothic"/>
            </a:endParaRPr>
          </a:p>
          <a:p>
            <a:pPr marL="299085" marR="252729" indent="-287020">
              <a:lnSpc>
                <a:spcPct val="80000"/>
              </a:lnSpc>
              <a:buClr>
                <a:srgbClr val="AF1512"/>
              </a:buClr>
              <a:buSzPct val="80555"/>
              <a:buFont typeface="Wingdings"/>
              <a:buChar char=""/>
              <a:tabLst>
                <a:tab pos="299085" algn="l"/>
              </a:tabLst>
            </a:pPr>
            <a:r>
              <a:rPr b="1" spc="-10" dirty="0">
                <a:solidFill>
                  <a:srgbClr val="FFFFFF"/>
                </a:solidFill>
                <a:latin typeface="Century Gothic"/>
                <a:cs typeface="Century Gothic"/>
              </a:rPr>
              <a:t>Follow-</a:t>
            </a:r>
            <a:r>
              <a:rPr b="1" dirty="0">
                <a:solidFill>
                  <a:srgbClr val="FFFFFF"/>
                </a:solidFill>
                <a:latin typeface="Century Gothic"/>
                <a:cs typeface="Century Gothic"/>
              </a:rPr>
              <a:t>up</a:t>
            </a:r>
            <a:r>
              <a:rPr b="1" spc="440" dirty="0">
                <a:solidFill>
                  <a:srgbClr val="FFFFFF"/>
                </a:solidFill>
                <a:latin typeface="Century Gothic"/>
                <a:cs typeface="Century Gothic"/>
              </a:rPr>
              <a:t> </a:t>
            </a:r>
            <a:r>
              <a:rPr dirty="0">
                <a:solidFill>
                  <a:srgbClr val="FFFFFF"/>
                </a:solidFill>
                <a:latin typeface="Century Gothic"/>
                <a:cs typeface="Century Gothic"/>
              </a:rPr>
              <a:t>En</a:t>
            </a:r>
            <a:r>
              <a:rPr spc="-35" dirty="0">
                <a:solidFill>
                  <a:srgbClr val="FFFFFF"/>
                </a:solidFill>
                <a:latin typeface="Century Gothic"/>
                <a:cs typeface="Century Gothic"/>
              </a:rPr>
              <a:t> </a:t>
            </a:r>
            <a:r>
              <a:rPr dirty="0">
                <a:solidFill>
                  <a:srgbClr val="FFFFFF"/>
                </a:solidFill>
                <a:latin typeface="Century Gothic"/>
                <a:cs typeface="Century Gothic"/>
              </a:rPr>
              <a:t>esta</a:t>
            </a:r>
            <a:r>
              <a:rPr spc="-5" dirty="0">
                <a:solidFill>
                  <a:srgbClr val="FFFFFF"/>
                </a:solidFill>
                <a:latin typeface="Century Gothic"/>
                <a:cs typeface="Century Gothic"/>
              </a:rPr>
              <a:t> </a:t>
            </a:r>
            <a:r>
              <a:rPr dirty="0">
                <a:solidFill>
                  <a:srgbClr val="FFFFFF"/>
                </a:solidFill>
                <a:latin typeface="Century Gothic"/>
                <a:cs typeface="Century Gothic"/>
              </a:rPr>
              <a:t>última</a:t>
            </a:r>
            <a:r>
              <a:rPr spc="-30" dirty="0">
                <a:solidFill>
                  <a:srgbClr val="FFFFFF"/>
                </a:solidFill>
                <a:latin typeface="Century Gothic"/>
                <a:cs typeface="Century Gothic"/>
              </a:rPr>
              <a:t> </a:t>
            </a:r>
            <a:r>
              <a:rPr dirty="0">
                <a:solidFill>
                  <a:srgbClr val="FFFFFF"/>
                </a:solidFill>
                <a:latin typeface="Century Gothic"/>
                <a:cs typeface="Century Gothic"/>
              </a:rPr>
              <a:t>etapa</a:t>
            </a:r>
            <a:r>
              <a:rPr spc="-5" dirty="0">
                <a:solidFill>
                  <a:srgbClr val="FFFFFF"/>
                </a:solidFill>
                <a:latin typeface="Century Gothic"/>
                <a:cs typeface="Century Gothic"/>
              </a:rPr>
              <a:t> </a:t>
            </a:r>
            <a:r>
              <a:rPr dirty="0">
                <a:solidFill>
                  <a:srgbClr val="FFFFFF"/>
                </a:solidFill>
                <a:latin typeface="Century Gothic"/>
                <a:cs typeface="Century Gothic"/>
              </a:rPr>
              <a:t>el</a:t>
            </a:r>
            <a:r>
              <a:rPr spc="-25" dirty="0">
                <a:solidFill>
                  <a:srgbClr val="FFFFFF"/>
                </a:solidFill>
                <a:latin typeface="Century Gothic"/>
                <a:cs typeface="Century Gothic"/>
              </a:rPr>
              <a:t> </a:t>
            </a:r>
            <a:r>
              <a:rPr dirty="0">
                <a:solidFill>
                  <a:srgbClr val="FFFFFF"/>
                </a:solidFill>
                <a:latin typeface="Century Gothic"/>
                <a:cs typeface="Century Gothic"/>
              </a:rPr>
              <a:t>moderador</a:t>
            </a:r>
            <a:r>
              <a:rPr spc="-20" dirty="0">
                <a:solidFill>
                  <a:srgbClr val="FFFFFF"/>
                </a:solidFill>
                <a:latin typeface="Century Gothic"/>
                <a:cs typeface="Century Gothic"/>
              </a:rPr>
              <a:t> </a:t>
            </a:r>
            <a:r>
              <a:rPr dirty="0">
                <a:solidFill>
                  <a:srgbClr val="FFFFFF"/>
                </a:solidFill>
                <a:latin typeface="Century Gothic"/>
                <a:cs typeface="Century Gothic"/>
              </a:rPr>
              <a:t>o</a:t>
            </a:r>
            <a:r>
              <a:rPr spc="-20" dirty="0">
                <a:solidFill>
                  <a:srgbClr val="FFFFFF"/>
                </a:solidFill>
                <a:latin typeface="Century Gothic"/>
                <a:cs typeface="Century Gothic"/>
              </a:rPr>
              <a:t> </a:t>
            </a:r>
            <a:r>
              <a:rPr dirty="0">
                <a:solidFill>
                  <a:srgbClr val="FFFFFF"/>
                </a:solidFill>
                <a:latin typeface="Century Gothic"/>
                <a:cs typeface="Century Gothic"/>
              </a:rPr>
              <a:t>alguien</a:t>
            </a:r>
            <a:r>
              <a:rPr spc="-35" dirty="0">
                <a:solidFill>
                  <a:srgbClr val="FFFFFF"/>
                </a:solidFill>
                <a:latin typeface="Century Gothic"/>
                <a:cs typeface="Century Gothic"/>
              </a:rPr>
              <a:t> </a:t>
            </a:r>
            <a:r>
              <a:rPr dirty="0">
                <a:solidFill>
                  <a:srgbClr val="FFFFFF"/>
                </a:solidFill>
                <a:latin typeface="Century Gothic"/>
                <a:cs typeface="Century Gothic"/>
              </a:rPr>
              <a:t>a</a:t>
            </a:r>
            <a:r>
              <a:rPr spc="-35" dirty="0">
                <a:solidFill>
                  <a:srgbClr val="FFFFFF"/>
                </a:solidFill>
                <a:latin typeface="Century Gothic"/>
                <a:cs typeface="Century Gothic"/>
              </a:rPr>
              <a:t> </a:t>
            </a:r>
            <a:r>
              <a:rPr spc="-10" dirty="0">
                <a:solidFill>
                  <a:srgbClr val="FFFFFF"/>
                </a:solidFill>
                <a:latin typeface="Century Gothic"/>
                <a:cs typeface="Century Gothic"/>
              </a:rPr>
              <a:t>designar </a:t>
            </a:r>
            <a:r>
              <a:rPr dirty="0">
                <a:solidFill>
                  <a:srgbClr val="FFFFFF"/>
                </a:solidFill>
                <a:latin typeface="Century Gothic"/>
                <a:cs typeface="Century Gothic"/>
              </a:rPr>
              <a:t>deber</a:t>
            </a:r>
            <a:r>
              <a:rPr spc="-25" dirty="0">
                <a:solidFill>
                  <a:srgbClr val="FFFFFF"/>
                </a:solidFill>
                <a:latin typeface="Century Gothic"/>
                <a:cs typeface="Century Gothic"/>
              </a:rPr>
              <a:t> </a:t>
            </a:r>
            <a:r>
              <a:rPr dirty="0">
                <a:solidFill>
                  <a:srgbClr val="FFFFFF"/>
                </a:solidFill>
                <a:latin typeface="Century Gothic"/>
                <a:cs typeface="Century Gothic"/>
              </a:rPr>
              <a:t>verificar</a:t>
            </a:r>
            <a:r>
              <a:rPr spc="-80" dirty="0">
                <a:solidFill>
                  <a:srgbClr val="FFFFFF"/>
                </a:solidFill>
                <a:latin typeface="Century Gothic"/>
                <a:cs typeface="Century Gothic"/>
              </a:rPr>
              <a:t> </a:t>
            </a:r>
            <a:r>
              <a:rPr dirty="0">
                <a:solidFill>
                  <a:srgbClr val="FFFFFF"/>
                </a:solidFill>
                <a:latin typeface="Century Gothic"/>
                <a:cs typeface="Century Gothic"/>
              </a:rPr>
              <a:t>que</a:t>
            </a:r>
            <a:r>
              <a:rPr spc="-25" dirty="0">
                <a:solidFill>
                  <a:srgbClr val="FFFFFF"/>
                </a:solidFill>
                <a:latin typeface="Century Gothic"/>
                <a:cs typeface="Century Gothic"/>
              </a:rPr>
              <a:t> </a:t>
            </a:r>
            <a:r>
              <a:rPr dirty="0">
                <a:solidFill>
                  <a:srgbClr val="FFFFFF"/>
                </a:solidFill>
                <a:latin typeface="Century Gothic"/>
                <a:cs typeface="Century Gothic"/>
              </a:rPr>
              <a:t>todos</a:t>
            </a:r>
            <a:r>
              <a:rPr spc="-25" dirty="0">
                <a:solidFill>
                  <a:srgbClr val="FFFFFF"/>
                </a:solidFill>
                <a:latin typeface="Century Gothic"/>
                <a:cs typeface="Century Gothic"/>
              </a:rPr>
              <a:t> </a:t>
            </a:r>
            <a:r>
              <a:rPr dirty="0">
                <a:solidFill>
                  <a:srgbClr val="FFFFFF"/>
                </a:solidFill>
                <a:latin typeface="Century Gothic"/>
                <a:cs typeface="Century Gothic"/>
              </a:rPr>
              <a:t>los</a:t>
            </a:r>
            <a:r>
              <a:rPr spc="-35" dirty="0">
                <a:solidFill>
                  <a:srgbClr val="FFFFFF"/>
                </a:solidFill>
                <a:latin typeface="Century Gothic"/>
                <a:cs typeface="Century Gothic"/>
              </a:rPr>
              <a:t> </a:t>
            </a:r>
            <a:r>
              <a:rPr dirty="0">
                <a:solidFill>
                  <a:srgbClr val="FFFFFF"/>
                </a:solidFill>
                <a:latin typeface="Century Gothic"/>
                <a:cs typeface="Century Gothic"/>
              </a:rPr>
              <a:t>issues</a:t>
            </a:r>
            <a:r>
              <a:rPr spc="-40" dirty="0">
                <a:solidFill>
                  <a:srgbClr val="FFFFFF"/>
                </a:solidFill>
                <a:latin typeface="Century Gothic"/>
                <a:cs typeface="Century Gothic"/>
              </a:rPr>
              <a:t> </a:t>
            </a:r>
            <a:r>
              <a:rPr dirty="0">
                <a:solidFill>
                  <a:srgbClr val="FFFFFF"/>
                </a:solidFill>
                <a:latin typeface="Century Gothic"/>
                <a:cs typeface="Century Gothic"/>
              </a:rPr>
              <a:t>detectados</a:t>
            </a:r>
            <a:r>
              <a:rPr spc="5" dirty="0">
                <a:solidFill>
                  <a:srgbClr val="FFFFFF"/>
                </a:solidFill>
                <a:latin typeface="Century Gothic"/>
                <a:cs typeface="Century Gothic"/>
              </a:rPr>
              <a:t> </a:t>
            </a:r>
            <a:r>
              <a:rPr dirty="0">
                <a:solidFill>
                  <a:srgbClr val="FFFFFF"/>
                </a:solidFill>
                <a:latin typeface="Century Gothic"/>
                <a:cs typeface="Century Gothic"/>
              </a:rPr>
              <a:t>o</a:t>
            </a:r>
            <a:r>
              <a:rPr spc="-40" dirty="0">
                <a:solidFill>
                  <a:srgbClr val="FFFFFF"/>
                </a:solidFill>
                <a:latin typeface="Century Gothic"/>
                <a:cs typeface="Century Gothic"/>
              </a:rPr>
              <a:t> </a:t>
            </a:r>
            <a:r>
              <a:rPr dirty="0">
                <a:solidFill>
                  <a:srgbClr val="FFFFFF"/>
                </a:solidFill>
                <a:latin typeface="Century Gothic"/>
                <a:cs typeface="Century Gothic"/>
              </a:rPr>
              <a:t>los</a:t>
            </a:r>
            <a:r>
              <a:rPr spc="-55" dirty="0">
                <a:solidFill>
                  <a:srgbClr val="FFFFFF"/>
                </a:solidFill>
                <a:latin typeface="Century Gothic"/>
                <a:cs typeface="Century Gothic"/>
              </a:rPr>
              <a:t> </a:t>
            </a:r>
            <a:r>
              <a:rPr dirty="0">
                <a:solidFill>
                  <a:srgbClr val="FFFFFF"/>
                </a:solidFill>
                <a:latin typeface="Century Gothic"/>
                <a:cs typeface="Century Gothic"/>
              </a:rPr>
              <a:t>cambios</a:t>
            </a:r>
            <a:r>
              <a:rPr spc="-60" dirty="0">
                <a:solidFill>
                  <a:srgbClr val="FFFFFF"/>
                </a:solidFill>
                <a:latin typeface="Century Gothic"/>
                <a:cs typeface="Century Gothic"/>
              </a:rPr>
              <a:t> </a:t>
            </a:r>
            <a:r>
              <a:rPr dirty="0">
                <a:solidFill>
                  <a:srgbClr val="FFFFFF"/>
                </a:solidFill>
                <a:latin typeface="Century Gothic"/>
                <a:cs typeface="Century Gothic"/>
              </a:rPr>
              <a:t>que</a:t>
            </a:r>
            <a:r>
              <a:rPr spc="-30" dirty="0">
                <a:solidFill>
                  <a:srgbClr val="FFFFFF"/>
                </a:solidFill>
                <a:latin typeface="Century Gothic"/>
                <a:cs typeface="Century Gothic"/>
              </a:rPr>
              <a:t> </a:t>
            </a:r>
            <a:r>
              <a:rPr spc="-25" dirty="0">
                <a:solidFill>
                  <a:srgbClr val="FFFFFF"/>
                </a:solidFill>
                <a:latin typeface="Century Gothic"/>
                <a:cs typeface="Century Gothic"/>
              </a:rPr>
              <a:t>se </a:t>
            </a:r>
            <a:r>
              <a:rPr dirty="0">
                <a:solidFill>
                  <a:srgbClr val="FFFFFF"/>
                </a:solidFill>
                <a:latin typeface="Century Gothic"/>
                <a:cs typeface="Century Gothic"/>
              </a:rPr>
              <a:t>deben</a:t>
            </a:r>
            <a:r>
              <a:rPr spc="-30" dirty="0">
                <a:solidFill>
                  <a:srgbClr val="FFFFFF"/>
                </a:solidFill>
                <a:latin typeface="Century Gothic"/>
                <a:cs typeface="Century Gothic"/>
              </a:rPr>
              <a:t> </a:t>
            </a:r>
            <a:r>
              <a:rPr dirty="0">
                <a:solidFill>
                  <a:srgbClr val="FFFFFF"/>
                </a:solidFill>
                <a:latin typeface="Century Gothic"/>
                <a:cs typeface="Century Gothic"/>
              </a:rPr>
              <a:t>incluir</a:t>
            </a:r>
            <a:r>
              <a:rPr spc="-75" dirty="0">
                <a:solidFill>
                  <a:srgbClr val="FFFFFF"/>
                </a:solidFill>
                <a:latin typeface="Century Gothic"/>
                <a:cs typeface="Century Gothic"/>
              </a:rPr>
              <a:t> </a:t>
            </a:r>
            <a:r>
              <a:rPr dirty="0">
                <a:solidFill>
                  <a:srgbClr val="FFFFFF"/>
                </a:solidFill>
                <a:latin typeface="Century Gothic"/>
                <a:cs typeface="Century Gothic"/>
              </a:rPr>
              <a:t>en</a:t>
            </a:r>
            <a:r>
              <a:rPr spc="-35" dirty="0">
                <a:solidFill>
                  <a:srgbClr val="FFFFFF"/>
                </a:solidFill>
                <a:latin typeface="Century Gothic"/>
                <a:cs typeface="Century Gothic"/>
              </a:rPr>
              <a:t> </a:t>
            </a:r>
            <a:r>
              <a:rPr dirty="0">
                <a:solidFill>
                  <a:srgbClr val="FFFFFF"/>
                </a:solidFill>
                <a:latin typeface="Century Gothic"/>
                <a:cs typeface="Century Gothic"/>
              </a:rPr>
              <a:t>el</a:t>
            </a:r>
            <a:r>
              <a:rPr spc="-40" dirty="0">
                <a:solidFill>
                  <a:srgbClr val="FFFFFF"/>
                </a:solidFill>
                <a:latin typeface="Century Gothic"/>
                <a:cs typeface="Century Gothic"/>
              </a:rPr>
              <a:t> </a:t>
            </a:r>
            <a:r>
              <a:rPr dirty="0">
                <a:solidFill>
                  <a:srgbClr val="FFFFFF"/>
                </a:solidFill>
                <a:latin typeface="Century Gothic"/>
                <a:cs typeface="Century Gothic"/>
              </a:rPr>
              <a:t>documento</a:t>
            </a:r>
            <a:r>
              <a:rPr spc="-25" dirty="0">
                <a:solidFill>
                  <a:srgbClr val="FFFFFF"/>
                </a:solidFill>
                <a:latin typeface="Century Gothic"/>
                <a:cs typeface="Century Gothic"/>
              </a:rPr>
              <a:t> </a:t>
            </a:r>
            <a:r>
              <a:rPr dirty="0">
                <a:solidFill>
                  <a:srgbClr val="FFFFFF"/>
                </a:solidFill>
                <a:latin typeface="Century Gothic"/>
                <a:cs typeface="Century Gothic"/>
              </a:rPr>
              <a:t>se</a:t>
            </a:r>
            <a:r>
              <a:rPr spc="-45" dirty="0">
                <a:solidFill>
                  <a:srgbClr val="FFFFFF"/>
                </a:solidFill>
                <a:latin typeface="Century Gothic"/>
                <a:cs typeface="Century Gothic"/>
              </a:rPr>
              <a:t> </a:t>
            </a:r>
            <a:r>
              <a:rPr dirty="0">
                <a:solidFill>
                  <a:srgbClr val="FFFFFF"/>
                </a:solidFill>
                <a:latin typeface="Century Gothic"/>
                <a:cs typeface="Century Gothic"/>
              </a:rPr>
              <a:t>lleven</a:t>
            </a:r>
            <a:r>
              <a:rPr spc="-60" dirty="0">
                <a:solidFill>
                  <a:srgbClr val="FFFFFF"/>
                </a:solidFill>
                <a:latin typeface="Century Gothic"/>
                <a:cs typeface="Century Gothic"/>
              </a:rPr>
              <a:t> </a:t>
            </a:r>
            <a:r>
              <a:rPr dirty="0">
                <a:solidFill>
                  <a:srgbClr val="FFFFFF"/>
                </a:solidFill>
                <a:latin typeface="Century Gothic"/>
                <a:cs typeface="Century Gothic"/>
              </a:rPr>
              <a:t>a</a:t>
            </a:r>
            <a:r>
              <a:rPr spc="-50" dirty="0">
                <a:solidFill>
                  <a:srgbClr val="FFFFFF"/>
                </a:solidFill>
                <a:latin typeface="Century Gothic"/>
                <a:cs typeface="Century Gothic"/>
              </a:rPr>
              <a:t> </a:t>
            </a:r>
            <a:r>
              <a:rPr dirty="0">
                <a:solidFill>
                  <a:srgbClr val="FFFFFF"/>
                </a:solidFill>
                <a:latin typeface="Century Gothic"/>
                <a:cs typeface="Century Gothic"/>
              </a:rPr>
              <a:t>cabo</a:t>
            </a:r>
            <a:r>
              <a:rPr spc="-60" dirty="0">
                <a:solidFill>
                  <a:srgbClr val="FFFFFF"/>
                </a:solidFill>
                <a:latin typeface="Century Gothic"/>
                <a:cs typeface="Century Gothic"/>
              </a:rPr>
              <a:t> </a:t>
            </a:r>
            <a:r>
              <a:rPr dirty="0">
                <a:solidFill>
                  <a:srgbClr val="FFFFFF"/>
                </a:solidFill>
                <a:latin typeface="Century Gothic"/>
                <a:cs typeface="Century Gothic"/>
              </a:rPr>
              <a:t>finalmente.</a:t>
            </a:r>
            <a:r>
              <a:rPr spc="10" dirty="0">
                <a:solidFill>
                  <a:srgbClr val="FFFFFF"/>
                </a:solidFill>
                <a:latin typeface="Century Gothic"/>
                <a:cs typeface="Century Gothic"/>
              </a:rPr>
              <a:t> </a:t>
            </a:r>
            <a:r>
              <a:rPr spc="-10" dirty="0">
                <a:solidFill>
                  <a:srgbClr val="FFFFFF"/>
                </a:solidFill>
                <a:latin typeface="Century Gothic"/>
                <a:cs typeface="Century Gothic"/>
              </a:rPr>
              <a:t>Follow-</a:t>
            </a:r>
            <a:r>
              <a:rPr spc="-25" dirty="0">
                <a:solidFill>
                  <a:srgbClr val="FFFFFF"/>
                </a:solidFill>
                <a:latin typeface="Century Gothic"/>
                <a:cs typeface="Century Gothic"/>
              </a:rPr>
              <a:t>up </a:t>
            </a:r>
            <a:r>
              <a:rPr dirty="0">
                <a:solidFill>
                  <a:srgbClr val="FFFFFF"/>
                </a:solidFill>
                <a:latin typeface="Century Gothic"/>
                <a:cs typeface="Century Gothic"/>
              </a:rPr>
              <a:t>brinda</a:t>
            </a:r>
            <a:r>
              <a:rPr spc="-35" dirty="0">
                <a:solidFill>
                  <a:srgbClr val="FFFFFF"/>
                </a:solidFill>
                <a:latin typeface="Century Gothic"/>
                <a:cs typeface="Century Gothic"/>
              </a:rPr>
              <a:t> </a:t>
            </a:r>
            <a:r>
              <a:rPr dirty="0">
                <a:solidFill>
                  <a:srgbClr val="FFFFFF"/>
                </a:solidFill>
                <a:latin typeface="Century Gothic"/>
                <a:cs typeface="Century Gothic"/>
              </a:rPr>
              <a:t>el</a:t>
            </a:r>
            <a:r>
              <a:rPr spc="-20" dirty="0">
                <a:solidFill>
                  <a:srgbClr val="FFFFFF"/>
                </a:solidFill>
                <a:latin typeface="Century Gothic"/>
                <a:cs typeface="Century Gothic"/>
              </a:rPr>
              <a:t> </a:t>
            </a:r>
            <a:r>
              <a:rPr dirty="0">
                <a:solidFill>
                  <a:srgbClr val="FFFFFF"/>
                </a:solidFill>
                <a:latin typeface="Century Gothic"/>
                <a:cs typeface="Century Gothic"/>
              </a:rPr>
              <a:t>cierre</a:t>
            </a:r>
            <a:r>
              <a:rPr spc="-30" dirty="0">
                <a:solidFill>
                  <a:srgbClr val="FFFFFF"/>
                </a:solidFill>
                <a:latin typeface="Century Gothic"/>
                <a:cs typeface="Century Gothic"/>
              </a:rPr>
              <a:t> </a:t>
            </a:r>
            <a:r>
              <a:rPr dirty="0">
                <a:solidFill>
                  <a:srgbClr val="FFFFFF"/>
                </a:solidFill>
                <a:latin typeface="Century Gothic"/>
                <a:cs typeface="Century Gothic"/>
              </a:rPr>
              <a:t>al</a:t>
            </a:r>
            <a:r>
              <a:rPr spc="-20" dirty="0">
                <a:solidFill>
                  <a:srgbClr val="FFFFFF"/>
                </a:solidFill>
                <a:latin typeface="Century Gothic"/>
                <a:cs typeface="Century Gothic"/>
              </a:rPr>
              <a:t> </a:t>
            </a:r>
            <a:r>
              <a:rPr dirty="0">
                <a:solidFill>
                  <a:srgbClr val="FFFFFF"/>
                </a:solidFill>
                <a:latin typeface="Century Gothic"/>
                <a:cs typeface="Century Gothic"/>
              </a:rPr>
              <a:t>proceso</a:t>
            </a:r>
            <a:r>
              <a:rPr spc="-25" dirty="0">
                <a:solidFill>
                  <a:srgbClr val="FFFFFF"/>
                </a:solidFill>
                <a:latin typeface="Century Gothic"/>
                <a:cs typeface="Century Gothic"/>
              </a:rPr>
              <a:t> </a:t>
            </a:r>
            <a:r>
              <a:rPr dirty="0">
                <a:solidFill>
                  <a:srgbClr val="FFFFFF"/>
                </a:solidFill>
                <a:latin typeface="Century Gothic"/>
                <a:cs typeface="Century Gothic"/>
              </a:rPr>
              <a:t>de</a:t>
            </a:r>
            <a:r>
              <a:rPr spc="-10" dirty="0">
                <a:solidFill>
                  <a:srgbClr val="FFFFFF"/>
                </a:solidFill>
                <a:latin typeface="Century Gothic"/>
                <a:cs typeface="Century Gothic"/>
              </a:rPr>
              <a:t> </a:t>
            </a:r>
            <a:r>
              <a:rPr dirty="0">
                <a:solidFill>
                  <a:srgbClr val="FFFFFF"/>
                </a:solidFill>
                <a:latin typeface="Century Gothic"/>
                <a:cs typeface="Century Gothic"/>
              </a:rPr>
              <a:t>Inspección</a:t>
            </a:r>
            <a:r>
              <a:rPr spc="-50" dirty="0">
                <a:solidFill>
                  <a:srgbClr val="FFFFFF"/>
                </a:solidFill>
                <a:latin typeface="Century Gothic"/>
                <a:cs typeface="Century Gothic"/>
              </a:rPr>
              <a:t> </a:t>
            </a:r>
            <a:r>
              <a:rPr dirty="0">
                <a:solidFill>
                  <a:srgbClr val="FFFFFF"/>
                </a:solidFill>
                <a:latin typeface="Century Gothic"/>
                <a:cs typeface="Century Gothic"/>
              </a:rPr>
              <a:t>y</a:t>
            </a:r>
            <a:r>
              <a:rPr spc="-20" dirty="0">
                <a:solidFill>
                  <a:srgbClr val="FFFFFF"/>
                </a:solidFill>
                <a:latin typeface="Century Gothic"/>
                <a:cs typeface="Century Gothic"/>
              </a:rPr>
              <a:t> </a:t>
            </a:r>
            <a:r>
              <a:rPr dirty="0">
                <a:solidFill>
                  <a:srgbClr val="FFFFFF"/>
                </a:solidFill>
                <a:latin typeface="Century Gothic"/>
                <a:cs typeface="Century Gothic"/>
              </a:rPr>
              <a:t>habilita</a:t>
            </a:r>
            <a:r>
              <a:rPr spc="-60" dirty="0">
                <a:solidFill>
                  <a:srgbClr val="FFFFFF"/>
                </a:solidFill>
                <a:latin typeface="Century Gothic"/>
                <a:cs typeface="Century Gothic"/>
              </a:rPr>
              <a:t> </a:t>
            </a:r>
            <a:r>
              <a:rPr dirty="0">
                <a:solidFill>
                  <a:srgbClr val="FFFFFF"/>
                </a:solidFill>
                <a:latin typeface="Century Gothic"/>
                <a:cs typeface="Century Gothic"/>
              </a:rPr>
              <a:t>al</a:t>
            </a:r>
            <a:r>
              <a:rPr spc="-20" dirty="0">
                <a:solidFill>
                  <a:srgbClr val="FFFFFF"/>
                </a:solidFill>
                <a:latin typeface="Century Gothic"/>
                <a:cs typeface="Century Gothic"/>
              </a:rPr>
              <a:t> </a:t>
            </a:r>
            <a:r>
              <a:rPr dirty="0">
                <a:solidFill>
                  <a:srgbClr val="FFFFFF"/>
                </a:solidFill>
                <a:latin typeface="Century Gothic"/>
                <a:cs typeface="Century Gothic"/>
              </a:rPr>
              <a:t>moderador</a:t>
            </a:r>
            <a:r>
              <a:rPr spc="-20" dirty="0">
                <a:solidFill>
                  <a:srgbClr val="FFFFFF"/>
                </a:solidFill>
                <a:latin typeface="Century Gothic"/>
                <a:cs typeface="Century Gothic"/>
              </a:rPr>
              <a:t> </a:t>
            </a:r>
            <a:r>
              <a:rPr spc="-50" dirty="0">
                <a:solidFill>
                  <a:srgbClr val="FFFFFF"/>
                </a:solidFill>
                <a:latin typeface="Century Gothic"/>
                <a:cs typeface="Century Gothic"/>
              </a:rPr>
              <a:t>a </a:t>
            </a:r>
            <a:r>
              <a:rPr dirty="0">
                <a:solidFill>
                  <a:srgbClr val="FFFFFF"/>
                </a:solidFill>
                <a:latin typeface="Century Gothic"/>
                <a:cs typeface="Century Gothic"/>
              </a:rPr>
              <a:t>determinar</a:t>
            </a:r>
            <a:r>
              <a:rPr spc="-15" dirty="0">
                <a:solidFill>
                  <a:srgbClr val="FFFFFF"/>
                </a:solidFill>
                <a:latin typeface="Century Gothic"/>
                <a:cs typeface="Century Gothic"/>
              </a:rPr>
              <a:t> </a:t>
            </a:r>
            <a:r>
              <a:rPr dirty="0">
                <a:solidFill>
                  <a:srgbClr val="FFFFFF"/>
                </a:solidFill>
                <a:latin typeface="Century Gothic"/>
                <a:cs typeface="Century Gothic"/>
              </a:rPr>
              <a:t>si</a:t>
            </a:r>
            <a:r>
              <a:rPr spc="-30" dirty="0">
                <a:solidFill>
                  <a:srgbClr val="FFFFFF"/>
                </a:solidFill>
                <a:latin typeface="Century Gothic"/>
                <a:cs typeface="Century Gothic"/>
              </a:rPr>
              <a:t> </a:t>
            </a:r>
            <a:r>
              <a:rPr dirty="0">
                <a:solidFill>
                  <a:srgbClr val="FFFFFF"/>
                </a:solidFill>
                <a:latin typeface="Century Gothic"/>
                <a:cs typeface="Century Gothic"/>
              </a:rPr>
              <a:t>el</a:t>
            </a:r>
            <a:r>
              <a:rPr spc="-20" dirty="0">
                <a:solidFill>
                  <a:srgbClr val="FFFFFF"/>
                </a:solidFill>
                <a:latin typeface="Century Gothic"/>
                <a:cs typeface="Century Gothic"/>
              </a:rPr>
              <a:t> </a:t>
            </a:r>
            <a:r>
              <a:rPr dirty="0">
                <a:solidFill>
                  <a:srgbClr val="FFFFFF"/>
                </a:solidFill>
                <a:latin typeface="Century Gothic"/>
                <a:cs typeface="Century Gothic"/>
              </a:rPr>
              <a:t>criterio</a:t>
            </a:r>
            <a:r>
              <a:rPr spc="-60" dirty="0">
                <a:solidFill>
                  <a:srgbClr val="FFFFFF"/>
                </a:solidFill>
                <a:latin typeface="Century Gothic"/>
                <a:cs typeface="Century Gothic"/>
              </a:rPr>
              <a:t> </a:t>
            </a:r>
            <a:r>
              <a:rPr dirty="0">
                <a:solidFill>
                  <a:srgbClr val="FFFFFF"/>
                </a:solidFill>
                <a:latin typeface="Century Gothic"/>
                <a:cs typeface="Century Gothic"/>
              </a:rPr>
              <a:t>de</a:t>
            </a:r>
            <a:r>
              <a:rPr spc="-20" dirty="0">
                <a:solidFill>
                  <a:srgbClr val="FFFFFF"/>
                </a:solidFill>
                <a:latin typeface="Century Gothic"/>
                <a:cs typeface="Century Gothic"/>
              </a:rPr>
              <a:t> </a:t>
            </a:r>
            <a:r>
              <a:rPr dirty="0">
                <a:solidFill>
                  <a:srgbClr val="FFFFFF"/>
                </a:solidFill>
                <a:latin typeface="Century Gothic"/>
                <a:cs typeface="Century Gothic"/>
              </a:rPr>
              <a:t>salida</a:t>
            </a:r>
            <a:r>
              <a:rPr spc="-50" dirty="0">
                <a:solidFill>
                  <a:srgbClr val="FFFFFF"/>
                </a:solidFill>
                <a:latin typeface="Century Gothic"/>
                <a:cs typeface="Century Gothic"/>
              </a:rPr>
              <a:t> </a:t>
            </a:r>
            <a:r>
              <a:rPr dirty="0">
                <a:solidFill>
                  <a:srgbClr val="FFFFFF"/>
                </a:solidFill>
                <a:latin typeface="Century Gothic"/>
                <a:cs typeface="Century Gothic"/>
              </a:rPr>
              <a:t>se</a:t>
            </a:r>
            <a:r>
              <a:rPr spc="-25" dirty="0">
                <a:solidFill>
                  <a:srgbClr val="FFFFFF"/>
                </a:solidFill>
                <a:latin typeface="Century Gothic"/>
                <a:cs typeface="Century Gothic"/>
              </a:rPr>
              <a:t> </a:t>
            </a:r>
            <a:r>
              <a:rPr dirty="0">
                <a:solidFill>
                  <a:srgbClr val="FFFFFF"/>
                </a:solidFill>
                <a:latin typeface="Century Gothic"/>
                <a:cs typeface="Century Gothic"/>
              </a:rPr>
              <a:t>satisface</a:t>
            </a:r>
            <a:r>
              <a:rPr spc="-40" dirty="0">
                <a:solidFill>
                  <a:srgbClr val="FFFFFF"/>
                </a:solidFill>
                <a:latin typeface="Century Gothic"/>
                <a:cs typeface="Century Gothic"/>
              </a:rPr>
              <a:t> </a:t>
            </a:r>
            <a:r>
              <a:rPr dirty="0">
                <a:solidFill>
                  <a:srgbClr val="FFFFFF"/>
                </a:solidFill>
                <a:latin typeface="Century Gothic"/>
                <a:cs typeface="Century Gothic"/>
              </a:rPr>
              <a:t>o</a:t>
            </a:r>
            <a:r>
              <a:rPr spc="-25" dirty="0">
                <a:solidFill>
                  <a:srgbClr val="FFFFFF"/>
                </a:solidFill>
                <a:latin typeface="Century Gothic"/>
                <a:cs typeface="Century Gothic"/>
              </a:rPr>
              <a:t> no.</a:t>
            </a:r>
            <a:endParaRPr>
              <a:latin typeface="Century Gothic"/>
              <a:cs typeface="Century Gothic"/>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822691" y="1676400"/>
            <a:ext cx="2819400" cy="2819400"/>
          </a:xfrm>
          <a:prstGeom prst="rect">
            <a:avLst/>
          </a:prstGeom>
        </p:spPr>
      </p:pic>
      <p:pic>
        <p:nvPicPr>
          <p:cNvPr id="3" name="object 3"/>
          <p:cNvPicPr/>
          <p:nvPr/>
        </p:nvPicPr>
        <p:blipFill>
          <a:blip r:embed="rId3" cstate="print"/>
          <a:stretch>
            <a:fillRect/>
          </a:stretch>
        </p:blipFill>
        <p:spPr>
          <a:xfrm>
            <a:off x="7213091" y="0"/>
            <a:ext cx="1600200" cy="1143000"/>
          </a:xfrm>
          <a:prstGeom prst="rect">
            <a:avLst/>
          </a:prstGeom>
        </p:spPr>
      </p:pic>
      <p:pic>
        <p:nvPicPr>
          <p:cNvPr id="4" name="object 4"/>
          <p:cNvPicPr/>
          <p:nvPr/>
        </p:nvPicPr>
        <p:blipFill>
          <a:blip r:embed="rId4" cstate="print"/>
          <a:stretch>
            <a:fillRect/>
          </a:stretch>
        </p:blipFill>
        <p:spPr>
          <a:xfrm>
            <a:off x="7822691" y="6096000"/>
            <a:ext cx="990600" cy="762000"/>
          </a:xfrm>
          <a:prstGeom prst="rect">
            <a:avLst/>
          </a:prstGeom>
        </p:spPr>
      </p:pic>
      <p:pic>
        <p:nvPicPr>
          <p:cNvPr id="5" name="object 5"/>
          <p:cNvPicPr/>
          <p:nvPr/>
        </p:nvPicPr>
        <p:blipFill>
          <a:blip r:embed="rId5" cstate="print"/>
          <a:stretch>
            <a:fillRect/>
          </a:stretch>
        </p:blipFill>
        <p:spPr>
          <a:xfrm>
            <a:off x="1524000" y="2667000"/>
            <a:ext cx="4037076" cy="4191000"/>
          </a:xfrm>
          <a:prstGeom prst="rect">
            <a:avLst/>
          </a:prstGeom>
        </p:spPr>
      </p:pic>
      <p:grpSp>
        <p:nvGrpSpPr>
          <p:cNvPr id="6" name="object 6"/>
          <p:cNvGrpSpPr/>
          <p:nvPr/>
        </p:nvGrpSpPr>
        <p:grpSpPr>
          <a:xfrm>
            <a:off x="1524000" y="0"/>
            <a:ext cx="9144000" cy="6858000"/>
            <a:chOff x="0" y="0"/>
            <a:chExt cx="9144000" cy="6858000"/>
          </a:xfrm>
        </p:grpSpPr>
        <p:pic>
          <p:nvPicPr>
            <p:cNvPr id="7" name="object 7"/>
            <p:cNvPicPr/>
            <p:nvPr/>
          </p:nvPicPr>
          <p:blipFill>
            <a:blip r:embed="rId6" cstate="print"/>
            <a:stretch>
              <a:fillRect/>
            </a:stretch>
          </p:blipFill>
          <p:spPr>
            <a:xfrm>
              <a:off x="7714397" y="0"/>
              <a:ext cx="742381" cy="1150703"/>
            </a:xfrm>
            <a:prstGeom prst="rect">
              <a:avLst/>
            </a:prstGeom>
          </p:spPr>
        </p:pic>
        <p:sp>
          <p:nvSpPr>
            <p:cNvPr id="8" name="object 8"/>
            <p:cNvSpPr/>
            <p:nvPr/>
          </p:nvSpPr>
          <p:spPr>
            <a:xfrm>
              <a:off x="7744968" y="0"/>
              <a:ext cx="685800" cy="1099185"/>
            </a:xfrm>
            <a:custGeom>
              <a:avLst/>
              <a:gdLst/>
              <a:ahLst/>
              <a:cxnLst/>
              <a:rect l="l" t="t" r="r" b="b"/>
              <a:pathLst>
                <a:path w="685800" h="1099185">
                  <a:moveTo>
                    <a:pt x="685800" y="0"/>
                  </a:moveTo>
                  <a:lnTo>
                    <a:pt x="0" y="0"/>
                  </a:lnTo>
                  <a:lnTo>
                    <a:pt x="0" y="1098803"/>
                  </a:lnTo>
                  <a:lnTo>
                    <a:pt x="685800" y="1098803"/>
                  </a:lnTo>
                  <a:lnTo>
                    <a:pt x="685800" y="0"/>
                  </a:lnTo>
                  <a:close/>
                </a:path>
              </a:pathLst>
            </a:custGeom>
            <a:solidFill>
              <a:srgbClr val="AF1512"/>
            </a:solidFill>
          </p:spPr>
          <p:txBody>
            <a:bodyPr wrap="square" lIns="0" tIns="0" rIns="0" bIns="0" rtlCol="0"/>
            <a:lstStyle/>
            <a:p>
              <a:endParaRPr/>
            </a:p>
          </p:txBody>
        </p:sp>
        <p:pic>
          <p:nvPicPr>
            <p:cNvPr id="9" name="object 9"/>
            <p:cNvPicPr/>
            <p:nvPr/>
          </p:nvPicPr>
          <p:blipFill>
            <a:blip r:embed="rId7" cstate="print"/>
            <a:stretch>
              <a:fillRect/>
            </a:stretch>
          </p:blipFill>
          <p:spPr>
            <a:xfrm>
              <a:off x="0" y="0"/>
              <a:ext cx="9144000" cy="6858000"/>
            </a:xfrm>
            <a:prstGeom prst="rect">
              <a:avLst/>
            </a:prstGeom>
          </p:spPr>
        </p:pic>
        <p:pic>
          <p:nvPicPr>
            <p:cNvPr id="10" name="object 10"/>
            <p:cNvPicPr/>
            <p:nvPr/>
          </p:nvPicPr>
          <p:blipFill>
            <a:blip r:embed="rId8" cstate="print"/>
            <a:stretch>
              <a:fillRect/>
            </a:stretch>
          </p:blipFill>
          <p:spPr>
            <a:xfrm>
              <a:off x="7792211" y="0"/>
              <a:ext cx="589788" cy="1203960"/>
            </a:xfrm>
            <a:prstGeom prst="rect">
              <a:avLst/>
            </a:prstGeom>
          </p:spPr>
        </p:pic>
        <p:sp>
          <p:nvSpPr>
            <p:cNvPr id="11" name="object 11"/>
            <p:cNvSpPr/>
            <p:nvPr/>
          </p:nvSpPr>
          <p:spPr>
            <a:xfrm>
              <a:off x="7831835" y="0"/>
              <a:ext cx="515620" cy="1143000"/>
            </a:xfrm>
            <a:custGeom>
              <a:avLst/>
              <a:gdLst/>
              <a:ahLst/>
              <a:cxnLst/>
              <a:rect l="l" t="t" r="r" b="b"/>
              <a:pathLst>
                <a:path w="515620" h="1143000">
                  <a:moveTo>
                    <a:pt x="515112" y="0"/>
                  </a:moveTo>
                  <a:lnTo>
                    <a:pt x="0" y="0"/>
                  </a:lnTo>
                  <a:lnTo>
                    <a:pt x="0" y="1143000"/>
                  </a:lnTo>
                  <a:lnTo>
                    <a:pt x="515112" y="1143000"/>
                  </a:lnTo>
                  <a:lnTo>
                    <a:pt x="515112" y="0"/>
                  </a:lnTo>
                  <a:close/>
                </a:path>
              </a:pathLst>
            </a:custGeom>
            <a:solidFill>
              <a:srgbClr val="AF1512"/>
            </a:solidFill>
          </p:spPr>
          <p:txBody>
            <a:bodyPr wrap="square" lIns="0" tIns="0" rIns="0" bIns="0" rtlCol="0"/>
            <a:lstStyle/>
            <a:p>
              <a:endParaRPr/>
            </a:p>
          </p:txBody>
        </p:sp>
      </p:grpSp>
      <p:sp>
        <p:nvSpPr>
          <p:cNvPr id="12" name="object 12"/>
          <p:cNvSpPr txBox="1"/>
          <p:nvPr/>
        </p:nvSpPr>
        <p:spPr>
          <a:xfrm>
            <a:off x="9268968" y="1"/>
            <a:ext cx="685800" cy="1037463"/>
          </a:xfrm>
          <a:prstGeom prst="rect">
            <a:avLst/>
          </a:prstGeom>
        </p:spPr>
        <p:txBody>
          <a:bodyPr vert="horz" wrap="square" lIns="0" tIns="173990" rIns="0" bIns="0" rtlCol="0">
            <a:spAutoFit/>
          </a:bodyPr>
          <a:lstStyle/>
          <a:p>
            <a:pPr>
              <a:spcBef>
                <a:spcPts val="1370"/>
              </a:spcBef>
            </a:pPr>
            <a:endParaRPr sz="2800">
              <a:latin typeface="Times New Roman"/>
              <a:cs typeface="Times New Roman"/>
            </a:endParaRPr>
          </a:p>
          <a:p>
            <a:pPr marL="138430"/>
            <a:r>
              <a:rPr sz="2800" spc="-25" dirty="0">
                <a:solidFill>
                  <a:srgbClr val="FFFFFF"/>
                </a:solidFill>
                <a:latin typeface="Century Gothic"/>
                <a:cs typeface="Century Gothic"/>
              </a:rPr>
              <a:t>26</a:t>
            </a:r>
            <a:endParaRPr sz="2800">
              <a:latin typeface="Century Gothic"/>
              <a:cs typeface="Century Gothic"/>
            </a:endParaRPr>
          </a:p>
        </p:txBody>
      </p:sp>
      <p:pic>
        <p:nvPicPr>
          <p:cNvPr id="13" name="object 13"/>
          <p:cNvPicPr/>
          <p:nvPr/>
        </p:nvPicPr>
        <p:blipFill>
          <a:blip r:embed="rId9" cstate="print"/>
          <a:stretch>
            <a:fillRect/>
          </a:stretch>
        </p:blipFill>
        <p:spPr>
          <a:xfrm>
            <a:off x="1524000" y="1459992"/>
            <a:ext cx="9144000" cy="5398007"/>
          </a:xfrm>
          <a:prstGeom prst="rect">
            <a:avLst/>
          </a:prstGeom>
        </p:spPr>
      </p:pic>
      <p:sp>
        <p:nvSpPr>
          <p:cNvPr id="14" name="object 14"/>
          <p:cNvSpPr txBox="1"/>
          <p:nvPr/>
        </p:nvSpPr>
        <p:spPr>
          <a:xfrm>
            <a:off x="3565399" y="2306828"/>
            <a:ext cx="4556125" cy="391160"/>
          </a:xfrm>
          <a:prstGeom prst="rect">
            <a:avLst/>
          </a:prstGeom>
        </p:spPr>
        <p:txBody>
          <a:bodyPr vert="horz" wrap="square" lIns="0" tIns="12700" rIns="0" bIns="0" rtlCol="0">
            <a:spAutoFit/>
          </a:bodyPr>
          <a:lstStyle/>
          <a:p>
            <a:pPr marL="12700">
              <a:spcBef>
                <a:spcPts val="100"/>
              </a:spcBef>
            </a:pPr>
            <a:r>
              <a:rPr sz="2400" b="1" dirty="0">
                <a:solidFill>
                  <a:srgbClr val="AF1512"/>
                </a:solidFill>
                <a:latin typeface="Century Gothic"/>
                <a:cs typeface="Century Gothic"/>
              </a:rPr>
              <a:t>Inspection</a:t>
            </a:r>
            <a:r>
              <a:rPr sz="2400" b="1" spc="-45" dirty="0">
                <a:solidFill>
                  <a:srgbClr val="AF1512"/>
                </a:solidFill>
                <a:latin typeface="Century Gothic"/>
                <a:cs typeface="Century Gothic"/>
              </a:rPr>
              <a:t> </a:t>
            </a:r>
            <a:r>
              <a:rPr sz="2400" b="1" dirty="0">
                <a:solidFill>
                  <a:srgbClr val="AF1512"/>
                </a:solidFill>
                <a:latin typeface="Century Gothic"/>
                <a:cs typeface="Century Gothic"/>
              </a:rPr>
              <a:t>–</a:t>
            </a:r>
            <a:r>
              <a:rPr sz="2400" b="1" spc="-50" dirty="0">
                <a:solidFill>
                  <a:srgbClr val="AF1512"/>
                </a:solidFill>
                <a:latin typeface="Century Gothic"/>
                <a:cs typeface="Century Gothic"/>
              </a:rPr>
              <a:t> </a:t>
            </a:r>
            <a:r>
              <a:rPr sz="2400" b="1" dirty="0">
                <a:solidFill>
                  <a:srgbClr val="AF1512"/>
                </a:solidFill>
                <a:latin typeface="Century Gothic"/>
                <a:cs typeface="Century Gothic"/>
              </a:rPr>
              <a:t>Criterios</a:t>
            </a:r>
            <a:r>
              <a:rPr sz="2400" b="1" spc="-65" dirty="0">
                <a:solidFill>
                  <a:srgbClr val="AF1512"/>
                </a:solidFill>
                <a:latin typeface="Century Gothic"/>
                <a:cs typeface="Century Gothic"/>
              </a:rPr>
              <a:t> </a:t>
            </a:r>
            <a:r>
              <a:rPr sz="2400" b="1" dirty="0">
                <a:solidFill>
                  <a:srgbClr val="AF1512"/>
                </a:solidFill>
                <a:latin typeface="Century Gothic"/>
                <a:cs typeface="Century Gothic"/>
              </a:rPr>
              <a:t>de</a:t>
            </a:r>
            <a:r>
              <a:rPr sz="2400" b="1" spc="-45" dirty="0">
                <a:solidFill>
                  <a:srgbClr val="AF1512"/>
                </a:solidFill>
                <a:latin typeface="Century Gothic"/>
                <a:cs typeface="Century Gothic"/>
              </a:rPr>
              <a:t> </a:t>
            </a:r>
            <a:r>
              <a:rPr sz="2400" b="1" spc="-10" dirty="0">
                <a:solidFill>
                  <a:srgbClr val="AF1512"/>
                </a:solidFill>
                <a:latin typeface="Century Gothic"/>
                <a:cs typeface="Century Gothic"/>
              </a:rPr>
              <a:t>Salida</a:t>
            </a:r>
            <a:endParaRPr sz="2400">
              <a:latin typeface="Century Gothic"/>
              <a:cs typeface="Century Gothic"/>
            </a:endParaRPr>
          </a:p>
        </p:txBody>
      </p:sp>
      <p:sp>
        <p:nvSpPr>
          <p:cNvPr id="15" name="object 15"/>
          <p:cNvSpPr txBox="1">
            <a:spLocks noGrp="1"/>
          </p:cNvSpPr>
          <p:nvPr>
            <p:ph type="title"/>
          </p:nvPr>
        </p:nvSpPr>
        <p:spPr>
          <a:xfrm>
            <a:off x="2031125" y="467602"/>
            <a:ext cx="8518635" cy="689932"/>
          </a:xfrm>
          <a:prstGeom prst="rect">
            <a:avLst/>
          </a:prstGeom>
        </p:spPr>
        <p:txBody>
          <a:bodyPr vert="horz" wrap="square" lIns="0" tIns="12700" rIns="0" bIns="0" rtlCol="0">
            <a:spAutoFit/>
          </a:bodyPr>
          <a:lstStyle/>
          <a:p>
            <a:pPr marL="12700">
              <a:lnSpc>
                <a:spcPct val="100000"/>
              </a:lnSpc>
              <a:spcBef>
                <a:spcPts val="100"/>
              </a:spcBef>
            </a:pPr>
            <a:r>
              <a:rPr dirty="0"/>
              <a:t>Proceso</a:t>
            </a:r>
            <a:r>
              <a:rPr spc="-35" dirty="0"/>
              <a:t> </a:t>
            </a:r>
            <a:r>
              <a:rPr dirty="0"/>
              <a:t>de</a:t>
            </a:r>
            <a:r>
              <a:rPr spc="-50" dirty="0"/>
              <a:t> </a:t>
            </a:r>
            <a:r>
              <a:rPr spc="-10" dirty="0"/>
              <a:t>Validación</a:t>
            </a:r>
          </a:p>
        </p:txBody>
      </p:sp>
      <p:sp>
        <p:nvSpPr>
          <p:cNvPr id="16" name="object 16"/>
          <p:cNvSpPr txBox="1"/>
          <p:nvPr/>
        </p:nvSpPr>
        <p:spPr>
          <a:xfrm>
            <a:off x="485966" y="1611376"/>
            <a:ext cx="5357495" cy="452120"/>
          </a:xfrm>
          <a:prstGeom prst="rect">
            <a:avLst/>
          </a:prstGeom>
        </p:spPr>
        <p:txBody>
          <a:bodyPr vert="horz" wrap="square" lIns="0" tIns="12065" rIns="0" bIns="0" rtlCol="0">
            <a:spAutoFit/>
          </a:bodyPr>
          <a:lstStyle/>
          <a:p>
            <a:pPr marL="12700">
              <a:spcBef>
                <a:spcPts val="95"/>
              </a:spcBef>
            </a:pPr>
            <a:r>
              <a:rPr sz="2800" b="1" dirty="0">
                <a:solidFill>
                  <a:srgbClr val="AF1512"/>
                </a:solidFill>
                <a:latin typeface="Century Gothic"/>
                <a:cs typeface="Century Gothic"/>
              </a:rPr>
              <a:t>Técnicas</a:t>
            </a:r>
            <a:r>
              <a:rPr sz="2800" b="1" spc="-75" dirty="0">
                <a:solidFill>
                  <a:srgbClr val="AF1512"/>
                </a:solidFill>
                <a:latin typeface="Century Gothic"/>
                <a:cs typeface="Century Gothic"/>
              </a:rPr>
              <a:t> </a:t>
            </a:r>
            <a:r>
              <a:rPr sz="2800" b="1" dirty="0">
                <a:solidFill>
                  <a:srgbClr val="AF1512"/>
                </a:solidFill>
                <a:latin typeface="Century Gothic"/>
                <a:cs typeface="Century Gothic"/>
              </a:rPr>
              <a:t>–</a:t>
            </a:r>
            <a:r>
              <a:rPr sz="2800" b="1" spc="-80" dirty="0">
                <a:solidFill>
                  <a:srgbClr val="AF1512"/>
                </a:solidFill>
                <a:latin typeface="Century Gothic"/>
                <a:cs typeface="Century Gothic"/>
              </a:rPr>
              <a:t> </a:t>
            </a:r>
            <a:r>
              <a:rPr sz="2800" b="1" dirty="0">
                <a:solidFill>
                  <a:srgbClr val="FFFFFF"/>
                </a:solidFill>
                <a:latin typeface="Century Gothic"/>
                <a:cs typeface="Century Gothic"/>
              </a:rPr>
              <a:t>Revisiones</a:t>
            </a:r>
            <a:r>
              <a:rPr sz="2800" b="1" spc="-75" dirty="0">
                <a:solidFill>
                  <a:srgbClr val="FFFFFF"/>
                </a:solidFill>
                <a:latin typeface="Century Gothic"/>
                <a:cs typeface="Century Gothic"/>
              </a:rPr>
              <a:t> </a:t>
            </a:r>
            <a:r>
              <a:rPr sz="2800" b="1" spc="-10" dirty="0">
                <a:solidFill>
                  <a:srgbClr val="FFFFFF"/>
                </a:solidFill>
                <a:latin typeface="Century Gothic"/>
                <a:cs typeface="Century Gothic"/>
              </a:rPr>
              <a:t>Formales</a:t>
            </a:r>
            <a:endParaRPr sz="2800" dirty="0">
              <a:latin typeface="Century Gothic"/>
              <a:cs typeface="Century Gothic"/>
            </a:endParaRPr>
          </a:p>
        </p:txBody>
      </p:sp>
      <p:sp>
        <p:nvSpPr>
          <p:cNvPr id="17" name="object 17"/>
          <p:cNvSpPr txBox="1"/>
          <p:nvPr/>
        </p:nvSpPr>
        <p:spPr>
          <a:xfrm>
            <a:off x="980388" y="3429000"/>
            <a:ext cx="3662097" cy="1392048"/>
          </a:xfrm>
          <a:prstGeom prst="rect">
            <a:avLst/>
          </a:prstGeom>
        </p:spPr>
        <p:txBody>
          <a:bodyPr vert="horz" wrap="square" lIns="0" tIns="45085" rIns="0" bIns="0" rtlCol="0">
            <a:spAutoFit/>
          </a:bodyPr>
          <a:lstStyle/>
          <a:p>
            <a:pPr marL="12700" marR="5080">
              <a:lnSpc>
                <a:spcPts val="2050"/>
              </a:lnSpc>
              <a:spcBef>
                <a:spcPts val="355"/>
              </a:spcBef>
            </a:pPr>
            <a:r>
              <a:rPr sz="1900" dirty="0">
                <a:latin typeface="Century Gothic"/>
                <a:cs typeface="Century Gothic"/>
              </a:rPr>
              <a:t>El</a:t>
            </a:r>
            <a:r>
              <a:rPr sz="1900" spc="-55" dirty="0">
                <a:latin typeface="Century Gothic"/>
                <a:cs typeface="Century Gothic"/>
              </a:rPr>
              <a:t> </a:t>
            </a:r>
            <a:r>
              <a:rPr sz="1900" dirty="0">
                <a:latin typeface="Century Gothic"/>
                <a:cs typeface="Century Gothic"/>
              </a:rPr>
              <a:t>proceso</a:t>
            </a:r>
            <a:r>
              <a:rPr sz="1900" spc="-10" dirty="0">
                <a:latin typeface="Century Gothic"/>
                <a:cs typeface="Century Gothic"/>
              </a:rPr>
              <a:t> </a:t>
            </a:r>
            <a:r>
              <a:rPr sz="1900" dirty="0">
                <a:latin typeface="Century Gothic"/>
                <a:cs typeface="Century Gothic"/>
              </a:rPr>
              <a:t>de</a:t>
            </a:r>
            <a:r>
              <a:rPr sz="1900" spc="-30" dirty="0">
                <a:latin typeface="Century Gothic"/>
                <a:cs typeface="Century Gothic"/>
              </a:rPr>
              <a:t> </a:t>
            </a:r>
            <a:r>
              <a:rPr sz="1900" spc="-10" dirty="0">
                <a:latin typeface="Century Gothic"/>
                <a:cs typeface="Century Gothic"/>
              </a:rPr>
              <a:t>inspección </a:t>
            </a:r>
            <a:r>
              <a:rPr sz="1900" dirty="0">
                <a:latin typeface="Century Gothic"/>
                <a:cs typeface="Century Gothic"/>
              </a:rPr>
              <a:t>debe</a:t>
            </a:r>
            <a:r>
              <a:rPr sz="1900" spc="-45" dirty="0">
                <a:latin typeface="Century Gothic"/>
                <a:cs typeface="Century Gothic"/>
              </a:rPr>
              <a:t> </a:t>
            </a:r>
            <a:r>
              <a:rPr sz="1900" dirty="0">
                <a:latin typeface="Century Gothic"/>
                <a:cs typeface="Century Gothic"/>
              </a:rPr>
              <a:t>definir</a:t>
            </a:r>
            <a:r>
              <a:rPr sz="1900" spc="-80" dirty="0">
                <a:latin typeface="Century Gothic"/>
                <a:cs typeface="Century Gothic"/>
              </a:rPr>
              <a:t> </a:t>
            </a:r>
            <a:r>
              <a:rPr sz="1900" dirty="0">
                <a:latin typeface="Century Gothic"/>
                <a:cs typeface="Century Gothic"/>
              </a:rPr>
              <a:t>el</a:t>
            </a:r>
            <a:r>
              <a:rPr sz="1900" spc="-45" dirty="0">
                <a:latin typeface="Century Gothic"/>
                <a:cs typeface="Century Gothic"/>
              </a:rPr>
              <a:t> </a:t>
            </a:r>
            <a:r>
              <a:rPr sz="1900" b="1" dirty="0">
                <a:latin typeface="Century Gothic"/>
                <a:cs typeface="Century Gothic"/>
              </a:rPr>
              <a:t>criterio</a:t>
            </a:r>
            <a:r>
              <a:rPr sz="1900" b="1" spc="-50" dirty="0">
                <a:latin typeface="Century Gothic"/>
                <a:cs typeface="Century Gothic"/>
              </a:rPr>
              <a:t> </a:t>
            </a:r>
            <a:r>
              <a:rPr sz="1900" b="1" spc="-25" dirty="0">
                <a:latin typeface="Century Gothic"/>
                <a:cs typeface="Century Gothic"/>
              </a:rPr>
              <a:t>de </a:t>
            </a:r>
            <a:r>
              <a:rPr sz="1900" b="1" dirty="0">
                <a:latin typeface="Century Gothic"/>
                <a:cs typeface="Century Gothic"/>
              </a:rPr>
              <a:t>salida</a:t>
            </a:r>
            <a:r>
              <a:rPr sz="1900" dirty="0">
                <a:latin typeface="Century Gothic"/>
                <a:cs typeface="Century Gothic"/>
              </a:rPr>
              <a:t>,</a:t>
            </a:r>
            <a:r>
              <a:rPr sz="1900" spc="-40" dirty="0">
                <a:latin typeface="Century Gothic"/>
                <a:cs typeface="Century Gothic"/>
              </a:rPr>
              <a:t> </a:t>
            </a:r>
            <a:r>
              <a:rPr sz="1900" dirty="0">
                <a:latin typeface="Century Gothic"/>
                <a:cs typeface="Century Gothic"/>
              </a:rPr>
              <a:t>que</a:t>
            </a:r>
            <a:r>
              <a:rPr sz="1900" spc="-25" dirty="0">
                <a:latin typeface="Century Gothic"/>
                <a:cs typeface="Century Gothic"/>
              </a:rPr>
              <a:t> </a:t>
            </a:r>
            <a:r>
              <a:rPr sz="1900" b="1" dirty="0">
                <a:latin typeface="Century Gothic"/>
                <a:cs typeface="Century Gothic"/>
              </a:rPr>
              <a:t>debe</a:t>
            </a:r>
            <a:r>
              <a:rPr sz="1900" b="1" spc="-35" dirty="0">
                <a:latin typeface="Century Gothic"/>
                <a:cs typeface="Century Gothic"/>
              </a:rPr>
              <a:t> </a:t>
            </a:r>
            <a:r>
              <a:rPr sz="1900" b="1" spc="-25" dirty="0">
                <a:latin typeface="Century Gothic"/>
                <a:cs typeface="Century Gothic"/>
              </a:rPr>
              <a:t>ser </a:t>
            </a:r>
            <a:r>
              <a:rPr sz="1900" b="1" dirty="0">
                <a:latin typeface="Century Gothic"/>
                <a:cs typeface="Century Gothic"/>
              </a:rPr>
              <a:t>satisfecho</a:t>
            </a:r>
            <a:r>
              <a:rPr sz="1900" b="1" spc="-45" dirty="0">
                <a:latin typeface="Century Gothic"/>
                <a:cs typeface="Century Gothic"/>
              </a:rPr>
              <a:t> </a:t>
            </a:r>
            <a:r>
              <a:rPr sz="1900" dirty="0">
                <a:latin typeface="Century Gothic"/>
                <a:cs typeface="Century Gothic"/>
              </a:rPr>
              <a:t>antes</a:t>
            </a:r>
            <a:r>
              <a:rPr sz="1900" spc="-55" dirty="0">
                <a:latin typeface="Century Gothic"/>
                <a:cs typeface="Century Gothic"/>
              </a:rPr>
              <a:t> </a:t>
            </a:r>
            <a:r>
              <a:rPr sz="1900" dirty="0">
                <a:latin typeface="Century Gothic"/>
                <a:cs typeface="Century Gothic"/>
              </a:rPr>
              <a:t>que</a:t>
            </a:r>
            <a:r>
              <a:rPr sz="1900" spc="-60" dirty="0">
                <a:latin typeface="Century Gothic"/>
                <a:cs typeface="Century Gothic"/>
              </a:rPr>
              <a:t> </a:t>
            </a:r>
            <a:r>
              <a:rPr sz="1900" spc="-25" dirty="0">
                <a:latin typeface="Century Gothic"/>
                <a:cs typeface="Century Gothic"/>
              </a:rPr>
              <a:t>el </a:t>
            </a:r>
            <a:r>
              <a:rPr sz="1900" dirty="0">
                <a:latin typeface="Century Gothic"/>
                <a:cs typeface="Century Gothic"/>
              </a:rPr>
              <a:t>moderador</a:t>
            </a:r>
            <a:r>
              <a:rPr sz="1900" spc="-45" dirty="0">
                <a:latin typeface="Century Gothic"/>
                <a:cs typeface="Century Gothic"/>
              </a:rPr>
              <a:t> </a:t>
            </a:r>
            <a:r>
              <a:rPr sz="1900" dirty="0">
                <a:latin typeface="Century Gothic"/>
                <a:cs typeface="Century Gothic"/>
              </a:rPr>
              <a:t>declare</a:t>
            </a:r>
            <a:r>
              <a:rPr sz="1900" spc="-75" dirty="0">
                <a:latin typeface="Century Gothic"/>
                <a:cs typeface="Century Gothic"/>
              </a:rPr>
              <a:t> </a:t>
            </a:r>
            <a:r>
              <a:rPr sz="1900" spc="-20" dirty="0">
                <a:latin typeface="Century Gothic"/>
                <a:cs typeface="Century Gothic"/>
              </a:rPr>
              <a:t>como </a:t>
            </a:r>
            <a:r>
              <a:rPr sz="1900" dirty="0">
                <a:latin typeface="Century Gothic"/>
                <a:cs typeface="Century Gothic"/>
              </a:rPr>
              <a:t>finalizada</a:t>
            </a:r>
            <a:r>
              <a:rPr sz="1900" spc="-65" dirty="0">
                <a:latin typeface="Century Gothic"/>
                <a:cs typeface="Century Gothic"/>
              </a:rPr>
              <a:t> </a:t>
            </a:r>
            <a:r>
              <a:rPr sz="1900" dirty="0">
                <a:latin typeface="Century Gothic"/>
                <a:cs typeface="Century Gothic"/>
              </a:rPr>
              <a:t>la</a:t>
            </a:r>
            <a:r>
              <a:rPr sz="1900" spc="-40" dirty="0">
                <a:latin typeface="Century Gothic"/>
                <a:cs typeface="Century Gothic"/>
              </a:rPr>
              <a:t> </a:t>
            </a:r>
            <a:r>
              <a:rPr sz="1900" spc="-10" dirty="0">
                <a:latin typeface="Century Gothic"/>
                <a:cs typeface="Century Gothic"/>
              </a:rPr>
              <a:t>inspección.</a:t>
            </a:r>
            <a:endParaRPr sz="1900" dirty="0">
              <a:latin typeface="Century Gothic"/>
              <a:cs typeface="Century Gothic"/>
            </a:endParaRPr>
          </a:p>
        </p:txBody>
      </p:sp>
      <p:grpSp>
        <p:nvGrpSpPr>
          <p:cNvPr id="18" name="object 18"/>
          <p:cNvGrpSpPr/>
          <p:nvPr/>
        </p:nvGrpSpPr>
        <p:grpSpPr>
          <a:xfrm>
            <a:off x="5082540" y="2732531"/>
            <a:ext cx="5369560" cy="3716020"/>
            <a:chOff x="3558540" y="2732531"/>
            <a:chExt cx="5369560" cy="3716020"/>
          </a:xfrm>
        </p:grpSpPr>
        <p:pic>
          <p:nvPicPr>
            <p:cNvPr id="19" name="object 19"/>
            <p:cNvPicPr/>
            <p:nvPr/>
          </p:nvPicPr>
          <p:blipFill>
            <a:blip r:embed="rId10" cstate="print"/>
            <a:stretch>
              <a:fillRect/>
            </a:stretch>
          </p:blipFill>
          <p:spPr>
            <a:xfrm>
              <a:off x="3604260" y="2810255"/>
              <a:ext cx="5321808" cy="3637788"/>
            </a:xfrm>
            <a:prstGeom prst="rect">
              <a:avLst/>
            </a:prstGeom>
          </p:spPr>
        </p:pic>
        <p:pic>
          <p:nvPicPr>
            <p:cNvPr id="20" name="object 20"/>
            <p:cNvPicPr/>
            <p:nvPr/>
          </p:nvPicPr>
          <p:blipFill>
            <a:blip r:embed="rId11" cstate="print"/>
            <a:stretch>
              <a:fillRect/>
            </a:stretch>
          </p:blipFill>
          <p:spPr>
            <a:xfrm>
              <a:off x="3558540" y="2732531"/>
              <a:ext cx="5369052" cy="3541776"/>
            </a:xfrm>
            <a:prstGeom prst="rect">
              <a:avLst/>
            </a:prstGeom>
          </p:spPr>
        </p:pic>
      </p:grpSp>
      <p:sp>
        <p:nvSpPr>
          <p:cNvPr id="21" name="object 21"/>
          <p:cNvSpPr txBox="1"/>
          <p:nvPr/>
        </p:nvSpPr>
        <p:spPr>
          <a:xfrm>
            <a:off x="5181600" y="2825496"/>
            <a:ext cx="5219700" cy="3262945"/>
          </a:xfrm>
          <a:prstGeom prst="rect">
            <a:avLst/>
          </a:prstGeom>
          <a:solidFill>
            <a:srgbClr val="467576"/>
          </a:solidFill>
        </p:spPr>
        <p:txBody>
          <a:bodyPr vert="horz" wrap="square" lIns="0" tIns="0" rIns="0" bIns="0" rtlCol="0">
            <a:spAutoFit/>
          </a:bodyPr>
          <a:lstStyle/>
          <a:p>
            <a:pPr marL="92075">
              <a:lnSpc>
                <a:spcPts val="2055"/>
              </a:lnSpc>
            </a:pPr>
            <a:r>
              <a:rPr dirty="0">
                <a:solidFill>
                  <a:srgbClr val="FFFFFF"/>
                </a:solidFill>
                <a:latin typeface="Century Gothic"/>
                <a:cs typeface="Century Gothic"/>
              </a:rPr>
              <a:t>Ejemplos</a:t>
            </a:r>
            <a:r>
              <a:rPr spc="-45" dirty="0">
                <a:solidFill>
                  <a:srgbClr val="FFFFFF"/>
                </a:solidFill>
                <a:latin typeface="Century Gothic"/>
                <a:cs typeface="Century Gothic"/>
              </a:rPr>
              <a:t> </a:t>
            </a:r>
            <a:r>
              <a:rPr dirty="0">
                <a:solidFill>
                  <a:srgbClr val="FFFFFF"/>
                </a:solidFill>
                <a:latin typeface="Century Gothic"/>
                <a:cs typeface="Century Gothic"/>
              </a:rPr>
              <a:t>para</a:t>
            </a:r>
            <a:r>
              <a:rPr spc="-40" dirty="0">
                <a:solidFill>
                  <a:srgbClr val="FFFFFF"/>
                </a:solidFill>
                <a:latin typeface="Century Gothic"/>
                <a:cs typeface="Century Gothic"/>
              </a:rPr>
              <a:t> </a:t>
            </a:r>
            <a:r>
              <a:rPr dirty="0">
                <a:solidFill>
                  <a:srgbClr val="FFFFFF"/>
                </a:solidFill>
                <a:latin typeface="Century Gothic"/>
                <a:cs typeface="Century Gothic"/>
              </a:rPr>
              <a:t>una</a:t>
            </a:r>
            <a:r>
              <a:rPr spc="-25" dirty="0">
                <a:solidFill>
                  <a:srgbClr val="FFFFFF"/>
                </a:solidFill>
                <a:latin typeface="Century Gothic"/>
                <a:cs typeface="Century Gothic"/>
              </a:rPr>
              <a:t> SRS</a:t>
            </a:r>
            <a:endParaRPr>
              <a:latin typeface="Century Gothic"/>
              <a:cs typeface="Century Gothic"/>
            </a:endParaRPr>
          </a:p>
          <a:p>
            <a:pPr marL="835660" marR="605790" indent="-287020">
              <a:lnSpc>
                <a:spcPct val="80000"/>
              </a:lnSpc>
              <a:spcBef>
                <a:spcPts val="1000"/>
              </a:spcBef>
              <a:buSzPct val="78125"/>
              <a:buFont typeface="Wingdings"/>
              <a:buChar char=""/>
              <a:tabLst>
                <a:tab pos="835660" algn="l"/>
              </a:tabLst>
            </a:pPr>
            <a:r>
              <a:rPr sz="1600" dirty="0">
                <a:solidFill>
                  <a:srgbClr val="FFFFFF"/>
                </a:solidFill>
                <a:latin typeface="Century Gothic"/>
                <a:cs typeface="Century Gothic"/>
              </a:rPr>
              <a:t>Todos</a:t>
            </a:r>
            <a:r>
              <a:rPr sz="1600" spc="-45" dirty="0">
                <a:solidFill>
                  <a:srgbClr val="FFFFFF"/>
                </a:solidFill>
                <a:latin typeface="Century Gothic"/>
                <a:cs typeface="Century Gothic"/>
              </a:rPr>
              <a:t> </a:t>
            </a:r>
            <a:r>
              <a:rPr sz="1600" dirty="0">
                <a:solidFill>
                  <a:srgbClr val="FFFFFF"/>
                </a:solidFill>
                <a:latin typeface="Century Gothic"/>
                <a:cs typeface="Century Gothic"/>
              </a:rPr>
              <a:t>los</a:t>
            </a:r>
            <a:r>
              <a:rPr sz="1600" spc="-65" dirty="0">
                <a:solidFill>
                  <a:srgbClr val="FFFFFF"/>
                </a:solidFill>
                <a:latin typeface="Century Gothic"/>
                <a:cs typeface="Century Gothic"/>
              </a:rPr>
              <a:t> </a:t>
            </a:r>
            <a:r>
              <a:rPr sz="1600" dirty="0">
                <a:solidFill>
                  <a:srgbClr val="FFFFFF"/>
                </a:solidFill>
                <a:latin typeface="Century Gothic"/>
                <a:cs typeface="Century Gothic"/>
              </a:rPr>
              <a:t>issues</a:t>
            </a:r>
            <a:r>
              <a:rPr sz="1600" spc="-65" dirty="0">
                <a:solidFill>
                  <a:srgbClr val="FFFFFF"/>
                </a:solidFill>
                <a:latin typeface="Century Gothic"/>
                <a:cs typeface="Century Gothic"/>
              </a:rPr>
              <a:t> </a:t>
            </a:r>
            <a:r>
              <a:rPr sz="1600" dirty="0">
                <a:solidFill>
                  <a:srgbClr val="FFFFFF"/>
                </a:solidFill>
                <a:latin typeface="Century Gothic"/>
                <a:cs typeface="Century Gothic"/>
              </a:rPr>
              <a:t>detectados</a:t>
            </a:r>
            <a:r>
              <a:rPr sz="1600" spc="-30" dirty="0">
                <a:solidFill>
                  <a:srgbClr val="FFFFFF"/>
                </a:solidFill>
                <a:latin typeface="Century Gothic"/>
                <a:cs typeface="Century Gothic"/>
              </a:rPr>
              <a:t> </a:t>
            </a:r>
            <a:r>
              <a:rPr sz="1600" dirty="0">
                <a:solidFill>
                  <a:srgbClr val="FFFFFF"/>
                </a:solidFill>
                <a:latin typeface="Century Gothic"/>
                <a:cs typeface="Century Gothic"/>
              </a:rPr>
              <a:t>durante</a:t>
            </a:r>
            <a:r>
              <a:rPr sz="1600" spc="-60" dirty="0">
                <a:solidFill>
                  <a:srgbClr val="FFFFFF"/>
                </a:solidFill>
                <a:latin typeface="Century Gothic"/>
                <a:cs typeface="Century Gothic"/>
              </a:rPr>
              <a:t> </a:t>
            </a:r>
            <a:r>
              <a:rPr sz="1600" spc="-25" dirty="0">
                <a:solidFill>
                  <a:srgbClr val="FFFFFF"/>
                </a:solidFill>
                <a:latin typeface="Century Gothic"/>
                <a:cs typeface="Century Gothic"/>
              </a:rPr>
              <a:t>la </a:t>
            </a:r>
            <a:r>
              <a:rPr sz="1600" dirty="0">
                <a:solidFill>
                  <a:srgbClr val="FFFFFF"/>
                </a:solidFill>
                <a:latin typeface="Century Gothic"/>
                <a:cs typeface="Century Gothic"/>
              </a:rPr>
              <a:t>inspección</a:t>
            </a:r>
            <a:r>
              <a:rPr sz="1600" spc="-60" dirty="0">
                <a:solidFill>
                  <a:srgbClr val="FFFFFF"/>
                </a:solidFill>
                <a:latin typeface="Century Gothic"/>
                <a:cs typeface="Century Gothic"/>
              </a:rPr>
              <a:t> </a:t>
            </a:r>
            <a:r>
              <a:rPr sz="1600" dirty="0">
                <a:solidFill>
                  <a:srgbClr val="FFFFFF"/>
                </a:solidFill>
                <a:latin typeface="Century Gothic"/>
                <a:cs typeface="Century Gothic"/>
              </a:rPr>
              <a:t>deben</a:t>
            </a:r>
            <a:r>
              <a:rPr sz="1600" spc="-70" dirty="0">
                <a:solidFill>
                  <a:srgbClr val="FFFFFF"/>
                </a:solidFill>
                <a:latin typeface="Century Gothic"/>
                <a:cs typeface="Century Gothic"/>
              </a:rPr>
              <a:t> </a:t>
            </a:r>
            <a:r>
              <a:rPr sz="1600" dirty="0">
                <a:solidFill>
                  <a:srgbClr val="FFFFFF"/>
                </a:solidFill>
                <a:latin typeface="Century Gothic"/>
                <a:cs typeface="Century Gothic"/>
              </a:rPr>
              <a:t>quedar</a:t>
            </a:r>
            <a:r>
              <a:rPr sz="1600" spc="-80" dirty="0">
                <a:solidFill>
                  <a:srgbClr val="FFFFFF"/>
                </a:solidFill>
                <a:latin typeface="Century Gothic"/>
                <a:cs typeface="Century Gothic"/>
              </a:rPr>
              <a:t> </a:t>
            </a:r>
            <a:r>
              <a:rPr sz="1600" spc="-10" dirty="0">
                <a:solidFill>
                  <a:srgbClr val="FFFFFF"/>
                </a:solidFill>
                <a:latin typeface="Century Gothic"/>
                <a:cs typeface="Century Gothic"/>
              </a:rPr>
              <a:t>asentados.</a:t>
            </a:r>
            <a:endParaRPr sz="1600">
              <a:latin typeface="Century Gothic"/>
              <a:cs typeface="Century Gothic"/>
            </a:endParaRPr>
          </a:p>
          <a:p>
            <a:pPr marL="835660" marR="285750" indent="-287020">
              <a:lnSpc>
                <a:spcPct val="80100"/>
              </a:lnSpc>
              <a:spcBef>
                <a:spcPts val="994"/>
              </a:spcBef>
              <a:buSzPct val="78125"/>
              <a:buFont typeface="Wingdings"/>
              <a:buChar char=""/>
              <a:tabLst>
                <a:tab pos="835660" algn="l"/>
              </a:tabLst>
            </a:pPr>
            <a:r>
              <a:rPr sz="1600" dirty="0">
                <a:solidFill>
                  <a:srgbClr val="FFFFFF"/>
                </a:solidFill>
                <a:latin typeface="Century Gothic"/>
                <a:cs typeface="Century Gothic"/>
              </a:rPr>
              <a:t>Se</a:t>
            </a:r>
            <a:r>
              <a:rPr sz="1600" spc="-70" dirty="0">
                <a:solidFill>
                  <a:srgbClr val="FFFFFF"/>
                </a:solidFill>
                <a:latin typeface="Century Gothic"/>
                <a:cs typeface="Century Gothic"/>
              </a:rPr>
              <a:t> </a:t>
            </a:r>
            <a:r>
              <a:rPr sz="1600" dirty="0">
                <a:solidFill>
                  <a:srgbClr val="FFFFFF"/>
                </a:solidFill>
                <a:latin typeface="Century Gothic"/>
                <a:cs typeface="Century Gothic"/>
              </a:rPr>
              <a:t>hicieron</a:t>
            </a:r>
            <a:r>
              <a:rPr sz="1600" spc="-50" dirty="0">
                <a:solidFill>
                  <a:srgbClr val="FFFFFF"/>
                </a:solidFill>
                <a:latin typeface="Century Gothic"/>
                <a:cs typeface="Century Gothic"/>
              </a:rPr>
              <a:t> </a:t>
            </a:r>
            <a:r>
              <a:rPr sz="1600" dirty="0">
                <a:solidFill>
                  <a:srgbClr val="FFFFFF"/>
                </a:solidFill>
                <a:latin typeface="Century Gothic"/>
                <a:cs typeface="Century Gothic"/>
              </a:rPr>
              <a:t>correctamente</a:t>
            </a:r>
            <a:r>
              <a:rPr sz="1600" spc="-20" dirty="0">
                <a:solidFill>
                  <a:srgbClr val="FFFFFF"/>
                </a:solidFill>
                <a:latin typeface="Century Gothic"/>
                <a:cs typeface="Century Gothic"/>
              </a:rPr>
              <a:t> </a:t>
            </a:r>
            <a:r>
              <a:rPr sz="1600" dirty="0">
                <a:solidFill>
                  <a:srgbClr val="FFFFFF"/>
                </a:solidFill>
                <a:latin typeface="Century Gothic"/>
                <a:cs typeface="Century Gothic"/>
              </a:rPr>
              <a:t>todos</a:t>
            </a:r>
            <a:r>
              <a:rPr sz="1600" spc="-45" dirty="0">
                <a:solidFill>
                  <a:srgbClr val="FFFFFF"/>
                </a:solidFill>
                <a:latin typeface="Century Gothic"/>
                <a:cs typeface="Century Gothic"/>
              </a:rPr>
              <a:t> </a:t>
            </a:r>
            <a:r>
              <a:rPr sz="1600" spc="-25" dirty="0">
                <a:solidFill>
                  <a:srgbClr val="FFFFFF"/>
                </a:solidFill>
                <a:latin typeface="Century Gothic"/>
                <a:cs typeface="Century Gothic"/>
              </a:rPr>
              <a:t>los </a:t>
            </a:r>
            <a:r>
              <a:rPr sz="1600" dirty="0">
                <a:solidFill>
                  <a:srgbClr val="FFFFFF"/>
                </a:solidFill>
                <a:latin typeface="Century Gothic"/>
                <a:cs typeface="Century Gothic"/>
              </a:rPr>
              <a:t>cambios</a:t>
            </a:r>
            <a:r>
              <a:rPr sz="1600" spc="-65" dirty="0">
                <a:solidFill>
                  <a:srgbClr val="FFFFFF"/>
                </a:solidFill>
                <a:latin typeface="Century Gothic"/>
                <a:cs typeface="Century Gothic"/>
              </a:rPr>
              <a:t> </a:t>
            </a:r>
            <a:r>
              <a:rPr sz="1600" dirty="0">
                <a:solidFill>
                  <a:srgbClr val="FFFFFF"/>
                </a:solidFill>
                <a:latin typeface="Century Gothic"/>
                <a:cs typeface="Century Gothic"/>
              </a:rPr>
              <a:t>necesarios</a:t>
            </a:r>
            <a:r>
              <a:rPr sz="1600" spc="-40" dirty="0">
                <a:solidFill>
                  <a:srgbClr val="FFFFFF"/>
                </a:solidFill>
                <a:latin typeface="Century Gothic"/>
                <a:cs typeface="Century Gothic"/>
              </a:rPr>
              <a:t> </a:t>
            </a:r>
            <a:r>
              <a:rPr sz="1600" dirty="0">
                <a:solidFill>
                  <a:srgbClr val="FFFFFF"/>
                </a:solidFill>
                <a:latin typeface="Century Gothic"/>
                <a:cs typeface="Century Gothic"/>
              </a:rPr>
              <a:t>en</a:t>
            </a:r>
            <a:r>
              <a:rPr sz="1600" spc="-70" dirty="0">
                <a:solidFill>
                  <a:srgbClr val="FFFFFF"/>
                </a:solidFill>
                <a:latin typeface="Century Gothic"/>
                <a:cs typeface="Century Gothic"/>
              </a:rPr>
              <a:t> </a:t>
            </a:r>
            <a:r>
              <a:rPr sz="1600" dirty="0">
                <a:solidFill>
                  <a:srgbClr val="FFFFFF"/>
                </a:solidFill>
                <a:latin typeface="Century Gothic"/>
                <a:cs typeface="Century Gothic"/>
              </a:rPr>
              <a:t>el</a:t>
            </a:r>
            <a:r>
              <a:rPr sz="1600" spc="-60" dirty="0">
                <a:solidFill>
                  <a:srgbClr val="FFFFFF"/>
                </a:solidFill>
                <a:latin typeface="Century Gothic"/>
                <a:cs typeface="Century Gothic"/>
              </a:rPr>
              <a:t> </a:t>
            </a:r>
            <a:r>
              <a:rPr sz="1600" spc="-10" dirty="0">
                <a:solidFill>
                  <a:srgbClr val="FFFFFF"/>
                </a:solidFill>
                <a:latin typeface="Century Gothic"/>
                <a:cs typeface="Century Gothic"/>
              </a:rPr>
              <a:t>producto </a:t>
            </a:r>
            <a:r>
              <a:rPr sz="1600" dirty="0">
                <a:solidFill>
                  <a:srgbClr val="FFFFFF"/>
                </a:solidFill>
                <a:latin typeface="Century Gothic"/>
                <a:cs typeface="Century Gothic"/>
              </a:rPr>
              <a:t>revisado</a:t>
            </a:r>
            <a:r>
              <a:rPr sz="1600" spc="-55" dirty="0">
                <a:solidFill>
                  <a:srgbClr val="FFFFFF"/>
                </a:solidFill>
                <a:latin typeface="Century Gothic"/>
                <a:cs typeface="Century Gothic"/>
              </a:rPr>
              <a:t> </a:t>
            </a:r>
            <a:r>
              <a:rPr sz="1600" dirty="0">
                <a:solidFill>
                  <a:srgbClr val="FFFFFF"/>
                </a:solidFill>
                <a:latin typeface="Century Gothic"/>
                <a:cs typeface="Century Gothic"/>
              </a:rPr>
              <a:t>y</a:t>
            </a:r>
            <a:r>
              <a:rPr sz="1600" spc="-35" dirty="0">
                <a:solidFill>
                  <a:srgbClr val="FFFFFF"/>
                </a:solidFill>
                <a:latin typeface="Century Gothic"/>
                <a:cs typeface="Century Gothic"/>
              </a:rPr>
              <a:t> </a:t>
            </a:r>
            <a:r>
              <a:rPr sz="1600" dirty="0">
                <a:solidFill>
                  <a:srgbClr val="FFFFFF"/>
                </a:solidFill>
                <a:latin typeface="Century Gothic"/>
                <a:cs typeface="Century Gothic"/>
              </a:rPr>
              <a:t>en</a:t>
            </a:r>
            <a:r>
              <a:rPr sz="1600" spc="-50" dirty="0">
                <a:solidFill>
                  <a:srgbClr val="FFFFFF"/>
                </a:solidFill>
                <a:latin typeface="Century Gothic"/>
                <a:cs typeface="Century Gothic"/>
              </a:rPr>
              <a:t> </a:t>
            </a:r>
            <a:r>
              <a:rPr sz="1600" dirty="0">
                <a:solidFill>
                  <a:srgbClr val="FFFFFF"/>
                </a:solidFill>
                <a:latin typeface="Century Gothic"/>
                <a:cs typeface="Century Gothic"/>
              </a:rPr>
              <a:t>los</a:t>
            </a:r>
            <a:r>
              <a:rPr sz="1600" spc="-50" dirty="0">
                <a:solidFill>
                  <a:srgbClr val="FFFFFF"/>
                </a:solidFill>
                <a:latin typeface="Century Gothic"/>
                <a:cs typeface="Century Gothic"/>
              </a:rPr>
              <a:t> </a:t>
            </a:r>
            <a:r>
              <a:rPr sz="1600" dirty="0">
                <a:solidFill>
                  <a:srgbClr val="FFFFFF"/>
                </a:solidFill>
                <a:latin typeface="Century Gothic"/>
                <a:cs typeface="Century Gothic"/>
              </a:rPr>
              <a:t>productos</a:t>
            </a:r>
            <a:r>
              <a:rPr sz="1600" spc="-10" dirty="0">
                <a:solidFill>
                  <a:srgbClr val="FFFFFF"/>
                </a:solidFill>
                <a:latin typeface="Century Gothic"/>
                <a:cs typeface="Century Gothic"/>
              </a:rPr>
              <a:t> relacionados.</a:t>
            </a:r>
            <a:endParaRPr sz="1600">
              <a:latin typeface="Century Gothic"/>
              <a:cs typeface="Century Gothic"/>
            </a:endParaRPr>
          </a:p>
          <a:p>
            <a:pPr marL="835660" marR="269875" indent="-287020">
              <a:lnSpc>
                <a:spcPts val="1540"/>
              </a:lnSpc>
              <a:spcBef>
                <a:spcPts val="980"/>
              </a:spcBef>
              <a:buSzPct val="78125"/>
              <a:buFont typeface="Wingdings"/>
              <a:buChar char=""/>
              <a:tabLst>
                <a:tab pos="835660" algn="l"/>
              </a:tabLst>
            </a:pPr>
            <a:r>
              <a:rPr sz="1600" dirty="0">
                <a:solidFill>
                  <a:srgbClr val="FFFFFF"/>
                </a:solidFill>
                <a:latin typeface="Century Gothic"/>
                <a:cs typeface="Century Gothic"/>
              </a:rPr>
              <a:t>Se</a:t>
            </a:r>
            <a:r>
              <a:rPr sz="1600" spc="-25" dirty="0">
                <a:solidFill>
                  <a:srgbClr val="FFFFFF"/>
                </a:solidFill>
                <a:latin typeface="Century Gothic"/>
                <a:cs typeface="Century Gothic"/>
              </a:rPr>
              <a:t> </a:t>
            </a:r>
            <a:r>
              <a:rPr sz="1600" dirty="0">
                <a:solidFill>
                  <a:srgbClr val="FFFFFF"/>
                </a:solidFill>
                <a:latin typeface="Century Gothic"/>
                <a:cs typeface="Century Gothic"/>
              </a:rPr>
              <a:t>verificó</a:t>
            </a:r>
            <a:r>
              <a:rPr sz="1600" spc="-35" dirty="0">
                <a:solidFill>
                  <a:srgbClr val="FFFFFF"/>
                </a:solidFill>
                <a:latin typeface="Century Gothic"/>
                <a:cs typeface="Century Gothic"/>
              </a:rPr>
              <a:t> </a:t>
            </a:r>
            <a:r>
              <a:rPr sz="1600" dirty="0">
                <a:solidFill>
                  <a:srgbClr val="FFFFFF"/>
                </a:solidFill>
                <a:latin typeface="Century Gothic"/>
                <a:cs typeface="Century Gothic"/>
              </a:rPr>
              <a:t>la</a:t>
            </a:r>
            <a:r>
              <a:rPr sz="1600" spc="-45" dirty="0">
                <a:solidFill>
                  <a:srgbClr val="FFFFFF"/>
                </a:solidFill>
                <a:latin typeface="Century Gothic"/>
                <a:cs typeface="Century Gothic"/>
              </a:rPr>
              <a:t> </a:t>
            </a:r>
            <a:r>
              <a:rPr sz="1600" spc="-10" dirty="0">
                <a:solidFill>
                  <a:srgbClr val="FFFFFF"/>
                </a:solidFill>
                <a:latin typeface="Century Gothic"/>
                <a:cs typeface="Century Gothic"/>
              </a:rPr>
              <a:t>gramática </a:t>
            </a:r>
            <a:r>
              <a:rPr sz="1600" dirty="0">
                <a:solidFill>
                  <a:srgbClr val="FFFFFF"/>
                </a:solidFill>
                <a:latin typeface="Century Gothic"/>
                <a:cs typeface="Century Gothic"/>
              </a:rPr>
              <a:t>en</a:t>
            </a:r>
            <a:r>
              <a:rPr sz="1600" spc="-30" dirty="0">
                <a:solidFill>
                  <a:srgbClr val="FFFFFF"/>
                </a:solidFill>
                <a:latin typeface="Century Gothic"/>
                <a:cs typeface="Century Gothic"/>
              </a:rPr>
              <a:t> </a:t>
            </a:r>
            <a:r>
              <a:rPr sz="1600" dirty="0">
                <a:solidFill>
                  <a:srgbClr val="FFFFFF"/>
                </a:solidFill>
                <a:latin typeface="Century Gothic"/>
                <a:cs typeface="Century Gothic"/>
              </a:rPr>
              <a:t>el</a:t>
            </a:r>
            <a:r>
              <a:rPr sz="1600" spc="-15" dirty="0">
                <a:solidFill>
                  <a:srgbClr val="FFFFFF"/>
                </a:solidFill>
                <a:latin typeface="Century Gothic"/>
                <a:cs typeface="Century Gothic"/>
              </a:rPr>
              <a:t> </a:t>
            </a:r>
            <a:r>
              <a:rPr sz="1600" spc="-10" dirty="0">
                <a:solidFill>
                  <a:srgbClr val="FFFFFF"/>
                </a:solidFill>
                <a:latin typeface="Century Gothic"/>
                <a:cs typeface="Century Gothic"/>
              </a:rPr>
              <a:t>documento revisado.</a:t>
            </a:r>
            <a:endParaRPr sz="1600">
              <a:latin typeface="Century Gothic"/>
              <a:cs typeface="Century Gothic"/>
            </a:endParaRPr>
          </a:p>
          <a:p>
            <a:pPr marL="835660" marR="716280" indent="-287020">
              <a:lnSpc>
                <a:spcPct val="80000"/>
              </a:lnSpc>
              <a:spcBef>
                <a:spcPts val="1020"/>
              </a:spcBef>
              <a:buSzPct val="78125"/>
              <a:buFont typeface="Wingdings"/>
              <a:buChar char=""/>
              <a:tabLst>
                <a:tab pos="835660" algn="l"/>
              </a:tabLst>
            </a:pPr>
            <a:r>
              <a:rPr sz="1600" dirty="0">
                <a:solidFill>
                  <a:srgbClr val="FFFFFF"/>
                </a:solidFill>
                <a:latin typeface="Century Gothic"/>
                <a:cs typeface="Century Gothic"/>
              </a:rPr>
              <a:t>Todos</a:t>
            </a:r>
            <a:r>
              <a:rPr sz="1600" spc="-20" dirty="0">
                <a:solidFill>
                  <a:srgbClr val="FFFFFF"/>
                </a:solidFill>
                <a:latin typeface="Century Gothic"/>
                <a:cs typeface="Century Gothic"/>
              </a:rPr>
              <a:t> </a:t>
            </a:r>
            <a:r>
              <a:rPr sz="1600" dirty="0">
                <a:solidFill>
                  <a:srgbClr val="FFFFFF"/>
                </a:solidFill>
                <a:latin typeface="Century Gothic"/>
                <a:cs typeface="Century Gothic"/>
              </a:rPr>
              <a:t>los</a:t>
            </a:r>
            <a:r>
              <a:rPr sz="1600" spc="-45" dirty="0">
                <a:solidFill>
                  <a:srgbClr val="FFFFFF"/>
                </a:solidFill>
                <a:latin typeface="Century Gothic"/>
                <a:cs typeface="Century Gothic"/>
              </a:rPr>
              <a:t> </a:t>
            </a:r>
            <a:r>
              <a:rPr sz="1600" dirty="0">
                <a:solidFill>
                  <a:srgbClr val="FFFFFF"/>
                </a:solidFill>
                <a:latin typeface="Century Gothic"/>
                <a:cs typeface="Century Gothic"/>
              </a:rPr>
              <a:t>TBDs</a:t>
            </a:r>
            <a:r>
              <a:rPr sz="1600" spc="-30" dirty="0">
                <a:solidFill>
                  <a:srgbClr val="FFFFFF"/>
                </a:solidFill>
                <a:latin typeface="Century Gothic"/>
                <a:cs typeface="Century Gothic"/>
              </a:rPr>
              <a:t> </a:t>
            </a:r>
            <a:r>
              <a:rPr sz="1600" dirty="0">
                <a:solidFill>
                  <a:srgbClr val="FFFFFF"/>
                </a:solidFill>
                <a:latin typeface="Century Gothic"/>
                <a:cs typeface="Century Gothic"/>
              </a:rPr>
              <a:t>fueron</a:t>
            </a:r>
            <a:r>
              <a:rPr sz="1600" spc="-30" dirty="0">
                <a:solidFill>
                  <a:srgbClr val="FFFFFF"/>
                </a:solidFill>
                <a:latin typeface="Century Gothic"/>
                <a:cs typeface="Century Gothic"/>
              </a:rPr>
              <a:t> </a:t>
            </a:r>
            <a:r>
              <a:rPr sz="1600" dirty="0">
                <a:solidFill>
                  <a:srgbClr val="FFFFFF"/>
                </a:solidFill>
                <a:latin typeface="Century Gothic"/>
                <a:cs typeface="Century Gothic"/>
              </a:rPr>
              <a:t>resueltos,</a:t>
            </a:r>
            <a:r>
              <a:rPr sz="1600" spc="-40" dirty="0">
                <a:solidFill>
                  <a:srgbClr val="FFFFFF"/>
                </a:solidFill>
                <a:latin typeface="Century Gothic"/>
                <a:cs typeface="Century Gothic"/>
              </a:rPr>
              <a:t> </a:t>
            </a:r>
            <a:r>
              <a:rPr sz="1600" dirty="0">
                <a:solidFill>
                  <a:srgbClr val="FFFFFF"/>
                </a:solidFill>
                <a:latin typeface="Century Gothic"/>
                <a:cs typeface="Century Gothic"/>
              </a:rPr>
              <a:t>o</a:t>
            </a:r>
            <a:r>
              <a:rPr sz="1600" spc="-55" dirty="0">
                <a:solidFill>
                  <a:srgbClr val="FFFFFF"/>
                </a:solidFill>
                <a:latin typeface="Century Gothic"/>
                <a:cs typeface="Century Gothic"/>
              </a:rPr>
              <a:t> </a:t>
            </a:r>
            <a:r>
              <a:rPr sz="1600" spc="-25" dirty="0">
                <a:solidFill>
                  <a:srgbClr val="FFFFFF"/>
                </a:solidFill>
                <a:latin typeface="Century Gothic"/>
                <a:cs typeface="Century Gothic"/>
              </a:rPr>
              <a:t>los </a:t>
            </a:r>
            <a:r>
              <a:rPr sz="1600" dirty="0">
                <a:solidFill>
                  <a:srgbClr val="FFFFFF"/>
                </a:solidFill>
                <a:latin typeface="Century Gothic"/>
                <a:cs typeface="Century Gothic"/>
              </a:rPr>
              <a:t>procesos</a:t>
            </a:r>
            <a:r>
              <a:rPr sz="1600" spc="-40" dirty="0">
                <a:solidFill>
                  <a:srgbClr val="FFFFFF"/>
                </a:solidFill>
                <a:latin typeface="Century Gothic"/>
                <a:cs typeface="Century Gothic"/>
              </a:rPr>
              <a:t> </a:t>
            </a:r>
            <a:r>
              <a:rPr sz="1600" dirty="0">
                <a:solidFill>
                  <a:srgbClr val="FFFFFF"/>
                </a:solidFill>
                <a:latin typeface="Century Gothic"/>
                <a:cs typeface="Century Gothic"/>
              </a:rPr>
              <a:t>de</a:t>
            </a:r>
            <a:r>
              <a:rPr sz="1600" spc="-65" dirty="0">
                <a:solidFill>
                  <a:srgbClr val="FFFFFF"/>
                </a:solidFill>
                <a:latin typeface="Century Gothic"/>
                <a:cs typeface="Century Gothic"/>
              </a:rPr>
              <a:t> </a:t>
            </a:r>
            <a:r>
              <a:rPr sz="1600" dirty="0">
                <a:solidFill>
                  <a:srgbClr val="FFFFFF"/>
                </a:solidFill>
                <a:latin typeface="Century Gothic"/>
                <a:cs typeface="Century Gothic"/>
              </a:rPr>
              <a:t>resolución,</a:t>
            </a:r>
            <a:r>
              <a:rPr sz="1600" spc="-40" dirty="0">
                <a:solidFill>
                  <a:srgbClr val="FFFFFF"/>
                </a:solidFill>
                <a:latin typeface="Century Gothic"/>
                <a:cs typeface="Century Gothic"/>
              </a:rPr>
              <a:t> </a:t>
            </a:r>
            <a:r>
              <a:rPr sz="1600" dirty="0">
                <a:solidFill>
                  <a:srgbClr val="FFFFFF"/>
                </a:solidFill>
                <a:latin typeface="Century Gothic"/>
                <a:cs typeface="Century Gothic"/>
              </a:rPr>
              <a:t>fechas,</a:t>
            </a:r>
            <a:r>
              <a:rPr sz="1600" spc="-65" dirty="0">
                <a:solidFill>
                  <a:srgbClr val="FFFFFF"/>
                </a:solidFill>
                <a:latin typeface="Century Gothic"/>
                <a:cs typeface="Century Gothic"/>
              </a:rPr>
              <a:t> </a:t>
            </a:r>
            <a:r>
              <a:rPr sz="1600" spc="-50" dirty="0">
                <a:solidFill>
                  <a:srgbClr val="FFFFFF"/>
                </a:solidFill>
                <a:latin typeface="Century Gothic"/>
                <a:cs typeface="Century Gothic"/>
              </a:rPr>
              <a:t>y </a:t>
            </a:r>
            <a:r>
              <a:rPr sz="1600" spc="-10" dirty="0">
                <a:solidFill>
                  <a:srgbClr val="FFFFFF"/>
                </a:solidFill>
                <a:latin typeface="Century Gothic"/>
                <a:cs typeface="Century Gothic"/>
              </a:rPr>
              <a:t>responsables</a:t>
            </a:r>
            <a:r>
              <a:rPr sz="1600" spc="-35" dirty="0">
                <a:solidFill>
                  <a:srgbClr val="FFFFFF"/>
                </a:solidFill>
                <a:latin typeface="Century Gothic"/>
                <a:cs typeface="Century Gothic"/>
              </a:rPr>
              <a:t> </a:t>
            </a:r>
            <a:r>
              <a:rPr sz="1600" dirty="0">
                <a:solidFill>
                  <a:srgbClr val="FFFFFF"/>
                </a:solidFill>
                <a:latin typeface="Century Gothic"/>
                <a:cs typeface="Century Gothic"/>
              </a:rPr>
              <a:t>de</a:t>
            </a:r>
            <a:r>
              <a:rPr sz="1600" spc="-30" dirty="0">
                <a:solidFill>
                  <a:srgbClr val="FFFFFF"/>
                </a:solidFill>
                <a:latin typeface="Century Gothic"/>
                <a:cs typeface="Century Gothic"/>
              </a:rPr>
              <a:t> </a:t>
            </a:r>
            <a:r>
              <a:rPr sz="1600" dirty="0">
                <a:solidFill>
                  <a:srgbClr val="FFFFFF"/>
                </a:solidFill>
                <a:latin typeface="Century Gothic"/>
                <a:cs typeface="Century Gothic"/>
              </a:rPr>
              <a:t>cada</a:t>
            </a:r>
            <a:r>
              <a:rPr sz="1600" spc="-45" dirty="0">
                <a:solidFill>
                  <a:srgbClr val="FFFFFF"/>
                </a:solidFill>
                <a:latin typeface="Century Gothic"/>
                <a:cs typeface="Century Gothic"/>
              </a:rPr>
              <a:t> </a:t>
            </a:r>
            <a:r>
              <a:rPr sz="1600" dirty="0">
                <a:solidFill>
                  <a:srgbClr val="FFFFFF"/>
                </a:solidFill>
                <a:latin typeface="Century Gothic"/>
                <a:cs typeface="Century Gothic"/>
              </a:rPr>
              <a:t>TBD</a:t>
            </a:r>
            <a:r>
              <a:rPr sz="1600" spc="-5" dirty="0">
                <a:solidFill>
                  <a:srgbClr val="FFFFFF"/>
                </a:solidFill>
                <a:latin typeface="Century Gothic"/>
                <a:cs typeface="Century Gothic"/>
              </a:rPr>
              <a:t> </a:t>
            </a:r>
            <a:r>
              <a:rPr sz="1600" spc="-10" dirty="0">
                <a:solidFill>
                  <a:srgbClr val="FFFFFF"/>
                </a:solidFill>
                <a:latin typeface="Century Gothic"/>
                <a:cs typeface="Century Gothic"/>
              </a:rPr>
              <a:t>quedaron documentados.</a:t>
            </a:r>
            <a:endParaRPr sz="1600">
              <a:latin typeface="Century Gothic"/>
              <a:cs typeface="Century Gothic"/>
            </a:endParaRPr>
          </a:p>
          <a:p>
            <a:pPr marL="835660" indent="-286385">
              <a:spcBef>
                <a:spcPts val="610"/>
              </a:spcBef>
              <a:buSzPct val="78125"/>
              <a:buFont typeface="Wingdings"/>
              <a:buChar char=""/>
              <a:tabLst>
                <a:tab pos="835660" algn="l"/>
              </a:tabLst>
            </a:pPr>
            <a:r>
              <a:rPr sz="1600" dirty="0">
                <a:solidFill>
                  <a:srgbClr val="FFFFFF"/>
                </a:solidFill>
                <a:latin typeface="Century Gothic"/>
                <a:cs typeface="Century Gothic"/>
              </a:rPr>
              <a:t>Se</a:t>
            </a:r>
            <a:r>
              <a:rPr sz="1600" spc="-40" dirty="0">
                <a:solidFill>
                  <a:srgbClr val="FFFFFF"/>
                </a:solidFill>
                <a:latin typeface="Century Gothic"/>
                <a:cs typeface="Century Gothic"/>
              </a:rPr>
              <a:t> </a:t>
            </a:r>
            <a:r>
              <a:rPr sz="1600" dirty="0">
                <a:solidFill>
                  <a:srgbClr val="FFFFFF"/>
                </a:solidFill>
                <a:latin typeface="Century Gothic"/>
                <a:cs typeface="Century Gothic"/>
              </a:rPr>
              <a:t>creó</a:t>
            </a:r>
            <a:r>
              <a:rPr sz="1600" spc="-30" dirty="0">
                <a:solidFill>
                  <a:srgbClr val="FFFFFF"/>
                </a:solidFill>
                <a:latin typeface="Century Gothic"/>
                <a:cs typeface="Century Gothic"/>
              </a:rPr>
              <a:t> </a:t>
            </a:r>
            <a:r>
              <a:rPr sz="1600" dirty="0">
                <a:solidFill>
                  <a:srgbClr val="FFFFFF"/>
                </a:solidFill>
                <a:latin typeface="Century Gothic"/>
                <a:cs typeface="Century Gothic"/>
              </a:rPr>
              <a:t>una</a:t>
            </a:r>
            <a:r>
              <a:rPr sz="1600" spc="-40" dirty="0">
                <a:solidFill>
                  <a:srgbClr val="FFFFFF"/>
                </a:solidFill>
                <a:latin typeface="Century Gothic"/>
                <a:cs typeface="Century Gothic"/>
              </a:rPr>
              <a:t> </a:t>
            </a:r>
            <a:r>
              <a:rPr sz="1600" dirty="0">
                <a:solidFill>
                  <a:srgbClr val="FFFFFF"/>
                </a:solidFill>
                <a:latin typeface="Century Gothic"/>
                <a:cs typeface="Century Gothic"/>
              </a:rPr>
              <a:t>nueva</a:t>
            </a:r>
            <a:r>
              <a:rPr sz="1600" spc="-60" dirty="0">
                <a:solidFill>
                  <a:srgbClr val="FFFFFF"/>
                </a:solidFill>
                <a:latin typeface="Century Gothic"/>
                <a:cs typeface="Century Gothic"/>
              </a:rPr>
              <a:t> </a:t>
            </a:r>
            <a:r>
              <a:rPr sz="1600" dirty="0">
                <a:solidFill>
                  <a:srgbClr val="FFFFFF"/>
                </a:solidFill>
                <a:latin typeface="Century Gothic"/>
                <a:cs typeface="Century Gothic"/>
              </a:rPr>
              <a:t>versión</a:t>
            </a:r>
            <a:r>
              <a:rPr sz="1600" spc="-55" dirty="0">
                <a:solidFill>
                  <a:srgbClr val="FFFFFF"/>
                </a:solidFill>
                <a:latin typeface="Century Gothic"/>
                <a:cs typeface="Century Gothic"/>
              </a:rPr>
              <a:t> </a:t>
            </a:r>
            <a:r>
              <a:rPr sz="1600" dirty="0">
                <a:solidFill>
                  <a:srgbClr val="FFFFFF"/>
                </a:solidFill>
                <a:latin typeface="Century Gothic"/>
                <a:cs typeface="Century Gothic"/>
              </a:rPr>
              <a:t>del</a:t>
            </a:r>
            <a:r>
              <a:rPr sz="1600" spc="-25" dirty="0">
                <a:solidFill>
                  <a:srgbClr val="FFFFFF"/>
                </a:solidFill>
                <a:latin typeface="Century Gothic"/>
                <a:cs typeface="Century Gothic"/>
              </a:rPr>
              <a:t> </a:t>
            </a:r>
            <a:r>
              <a:rPr sz="1600" spc="-10" dirty="0">
                <a:solidFill>
                  <a:srgbClr val="FFFFFF"/>
                </a:solidFill>
                <a:latin typeface="Century Gothic"/>
                <a:cs typeface="Century Gothic"/>
              </a:rPr>
              <a:t>documento.</a:t>
            </a:r>
            <a:endParaRPr sz="1600">
              <a:latin typeface="Century Gothic"/>
              <a:cs typeface="Century Gothic"/>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201415" y="3244145"/>
            <a:ext cx="109855" cy="280670"/>
          </a:xfrm>
          <a:prstGeom prst="rect">
            <a:avLst/>
          </a:prstGeom>
        </p:spPr>
        <p:txBody>
          <a:bodyPr vert="horz" wrap="square" lIns="0" tIns="1270" rIns="0" bIns="0" rtlCol="0">
            <a:spAutoFit/>
          </a:bodyPr>
          <a:lstStyle/>
          <a:p>
            <a:pPr>
              <a:spcBef>
                <a:spcPts val="10"/>
              </a:spcBef>
            </a:pPr>
            <a:r>
              <a:rPr spc="-50" dirty="0">
                <a:solidFill>
                  <a:srgbClr val="FFFFFF"/>
                </a:solidFill>
                <a:latin typeface="Century Gothic"/>
                <a:cs typeface="Century Gothic"/>
              </a:rPr>
              <a:t>x</a:t>
            </a:r>
            <a:endParaRPr>
              <a:latin typeface="Century Gothic"/>
              <a:cs typeface="Century Gothic"/>
            </a:endParaRPr>
          </a:p>
        </p:txBody>
      </p:sp>
      <p:sp>
        <p:nvSpPr>
          <p:cNvPr id="3" name="object 3"/>
          <p:cNvSpPr txBox="1"/>
          <p:nvPr/>
        </p:nvSpPr>
        <p:spPr>
          <a:xfrm>
            <a:off x="6090665" y="6631635"/>
            <a:ext cx="162560" cy="175048"/>
          </a:xfrm>
          <a:prstGeom prst="rect">
            <a:avLst/>
          </a:prstGeom>
        </p:spPr>
        <p:txBody>
          <a:bodyPr vert="horz" wrap="square" lIns="0" tIns="13335" rIns="0" bIns="0" rtlCol="0">
            <a:spAutoFit/>
          </a:bodyPr>
          <a:lstStyle/>
          <a:p>
            <a:pPr marL="12700">
              <a:spcBef>
                <a:spcPts val="105"/>
              </a:spcBef>
            </a:pPr>
            <a:r>
              <a:rPr sz="1050" spc="-25" dirty="0">
                <a:solidFill>
                  <a:srgbClr val="AF1512"/>
                </a:solidFill>
                <a:latin typeface="Calibri"/>
                <a:cs typeface="Calibri"/>
              </a:rPr>
              <a:t>27</a:t>
            </a:r>
            <a:endParaRPr sz="1050">
              <a:latin typeface="Calibri"/>
              <a:cs typeface="Calibri"/>
            </a:endParaRPr>
          </a:p>
        </p:txBody>
      </p:sp>
      <p:grpSp>
        <p:nvGrpSpPr>
          <p:cNvPr id="4" name="object 4"/>
          <p:cNvGrpSpPr/>
          <p:nvPr/>
        </p:nvGrpSpPr>
        <p:grpSpPr>
          <a:xfrm>
            <a:off x="2571750" y="1847850"/>
            <a:ext cx="7048500" cy="4889500"/>
            <a:chOff x="1047750" y="1847850"/>
            <a:chExt cx="7048500" cy="4889500"/>
          </a:xfrm>
        </p:grpSpPr>
        <p:pic>
          <p:nvPicPr>
            <p:cNvPr id="5" name="object 5"/>
            <p:cNvPicPr/>
            <p:nvPr/>
          </p:nvPicPr>
          <p:blipFill>
            <a:blip r:embed="rId2" cstate="print"/>
            <a:stretch>
              <a:fillRect/>
            </a:stretch>
          </p:blipFill>
          <p:spPr>
            <a:xfrm>
              <a:off x="2312035" y="6598577"/>
              <a:ext cx="1965198" cy="138565"/>
            </a:xfrm>
            <a:prstGeom prst="rect">
              <a:avLst/>
            </a:prstGeom>
          </p:spPr>
        </p:pic>
        <p:sp>
          <p:nvSpPr>
            <p:cNvPr id="6" name="object 6"/>
            <p:cNvSpPr/>
            <p:nvPr/>
          </p:nvSpPr>
          <p:spPr>
            <a:xfrm>
              <a:off x="4316729" y="6664371"/>
              <a:ext cx="71755" cy="8890"/>
            </a:xfrm>
            <a:custGeom>
              <a:avLst/>
              <a:gdLst/>
              <a:ahLst/>
              <a:cxnLst/>
              <a:rect l="l" t="t" r="r" b="b"/>
              <a:pathLst>
                <a:path w="71754" h="8890">
                  <a:moveTo>
                    <a:pt x="71747" y="0"/>
                  </a:moveTo>
                  <a:lnTo>
                    <a:pt x="0" y="0"/>
                  </a:lnTo>
                  <a:lnTo>
                    <a:pt x="0" y="8831"/>
                  </a:lnTo>
                  <a:lnTo>
                    <a:pt x="71747" y="8831"/>
                  </a:lnTo>
                  <a:lnTo>
                    <a:pt x="71747" y="0"/>
                  </a:lnTo>
                  <a:close/>
                </a:path>
              </a:pathLst>
            </a:custGeom>
            <a:solidFill>
              <a:srgbClr val="FFFFFF">
                <a:alpha val="59999"/>
              </a:srgbClr>
            </a:solidFill>
          </p:spPr>
          <p:txBody>
            <a:bodyPr wrap="square" lIns="0" tIns="0" rIns="0" bIns="0" rtlCol="0"/>
            <a:lstStyle/>
            <a:p>
              <a:endParaRPr/>
            </a:p>
          </p:txBody>
        </p:sp>
        <p:pic>
          <p:nvPicPr>
            <p:cNvPr id="7" name="object 7"/>
            <p:cNvPicPr/>
            <p:nvPr/>
          </p:nvPicPr>
          <p:blipFill>
            <a:blip r:embed="rId3" cstate="print"/>
            <a:stretch>
              <a:fillRect/>
            </a:stretch>
          </p:blipFill>
          <p:spPr>
            <a:xfrm>
              <a:off x="4438522" y="6602819"/>
              <a:ext cx="1822957" cy="134324"/>
            </a:xfrm>
            <a:prstGeom prst="rect">
              <a:avLst/>
            </a:prstGeom>
          </p:spPr>
        </p:pic>
        <p:pic>
          <p:nvPicPr>
            <p:cNvPr id="8" name="object 8"/>
            <p:cNvPicPr/>
            <p:nvPr/>
          </p:nvPicPr>
          <p:blipFill>
            <a:blip r:embed="rId4" cstate="print"/>
            <a:stretch>
              <a:fillRect/>
            </a:stretch>
          </p:blipFill>
          <p:spPr>
            <a:xfrm>
              <a:off x="1104900" y="1905000"/>
              <a:ext cx="6934200" cy="4428744"/>
            </a:xfrm>
            <a:prstGeom prst="rect">
              <a:avLst/>
            </a:prstGeom>
          </p:spPr>
        </p:pic>
        <p:sp>
          <p:nvSpPr>
            <p:cNvPr id="9" name="object 9"/>
            <p:cNvSpPr/>
            <p:nvPr/>
          </p:nvSpPr>
          <p:spPr>
            <a:xfrm>
              <a:off x="1047750" y="1847849"/>
              <a:ext cx="7048500" cy="4542790"/>
            </a:xfrm>
            <a:custGeom>
              <a:avLst/>
              <a:gdLst/>
              <a:ahLst/>
              <a:cxnLst/>
              <a:rect l="l" t="t" r="r" b="b"/>
              <a:pathLst>
                <a:path w="7048500" h="4542790">
                  <a:moveTo>
                    <a:pt x="7002780" y="45720"/>
                  </a:moveTo>
                  <a:lnTo>
                    <a:pt x="6991350" y="45720"/>
                  </a:lnTo>
                  <a:lnTo>
                    <a:pt x="6991350" y="57150"/>
                  </a:lnTo>
                  <a:lnTo>
                    <a:pt x="6991350" y="4485640"/>
                  </a:lnTo>
                  <a:lnTo>
                    <a:pt x="57150" y="4485640"/>
                  </a:lnTo>
                  <a:lnTo>
                    <a:pt x="57150" y="57150"/>
                  </a:lnTo>
                  <a:lnTo>
                    <a:pt x="6991350" y="57150"/>
                  </a:lnTo>
                  <a:lnTo>
                    <a:pt x="6991350" y="45720"/>
                  </a:lnTo>
                  <a:lnTo>
                    <a:pt x="45720" y="45720"/>
                  </a:lnTo>
                  <a:lnTo>
                    <a:pt x="45720" y="57150"/>
                  </a:lnTo>
                  <a:lnTo>
                    <a:pt x="45720" y="4485640"/>
                  </a:lnTo>
                  <a:lnTo>
                    <a:pt x="45720" y="4497070"/>
                  </a:lnTo>
                  <a:lnTo>
                    <a:pt x="7002780" y="4497070"/>
                  </a:lnTo>
                  <a:lnTo>
                    <a:pt x="7002780" y="4485906"/>
                  </a:lnTo>
                  <a:lnTo>
                    <a:pt x="7002780" y="4485640"/>
                  </a:lnTo>
                  <a:lnTo>
                    <a:pt x="7002780" y="57150"/>
                  </a:lnTo>
                  <a:lnTo>
                    <a:pt x="7002780" y="45720"/>
                  </a:lnTo>
                  <a:close/>
                </a:path>
                <a:path w="7048500" h="4542790">
                  <a:moveTo>
                    <a:pt x="7048500" y="0"/>
                  </a:moveTo>
                  <a:lnTo>
                    <a:pt x="7014210" y="0"/>
                  </a:lnTo>
                  <a:lnTo>
                    <a:pt x="7014210" y="34290"/>
                  </a:lnTo>
                  <a:lnTo>
                    <a:pt x="7014210" y="4508500"/>
                  </a:lnTo>
                  <a:lnTo>
                    <a:pt x="34290" y="4508500"/>
                  </a:lnTo>
                  <a:lnTo>
                    <a:pt x="34290" y="34290"/>
                  </a:lnTo>
                  <a:lnTo>
                    <a:pt x="7014210" y="34290"/>
                  </a:lnTo>
                  <a:lnTo>
                    <a:pt x="7014210" y="0"/>
                  </a:lnTo>
                  <a:lnTo>
                    <a:pt x="0" y="0"/>
                  </a:lnTo>
                  <a:lnTo>
                    <a:pt x="0" y="34290"/>
                  </a:lnTo>
                  <a:lnTo>
                    <a:pt x="0" y="4508500"/>
                  </a:lnTo>
                  <a:lnTo>
                    <a:pt x="0" y="4542790"/>
                  </a:lnTo>
                  <a:lnTo>
                    <a:pt x="7048500" y="4542790"/>
                  </a:lnTo>
                  <a:lnTo>
                    <a:pt x="7048500" y="4508754"/>
                  </a:lnTo>
                  <a:lnTo>
                    <a:pt x="7048500" y="4508500"/>
                  </a:lnTo>
                  <a:lnTo>
                    <a:pt x="7048500" y="34290"/>
                  </a:lnTo>
                  <a:lnTo>
                    <a:pt x="7048500" y="0"/>
                  </a:lnTo>
                  <a:close/>
                </a:path>
              </a:pathLst>
            </a:custGeom>
            <a:solidFill>
              <a:srgbClr val="808080"/>
            </a:solidFill>
          </p:spPr>
          <p:txBody>
            <a:bodyPr wrap="square" lIns="0" tIns="0" rIns="0" bIns="0" rtlCol="0"/>
            <a:lstStyle/>
            <a:p>
              <a:endParaRPr/>
            </a:p>
          </p:txBody>
        </p:sp>
      </p:grpSp>
      <p:sp>
        <p:nvSpPr>
          <p:cNvPr id="10" name="object 10"/>
          <p:cNvSpPr txBox="1">
            <a:spLocks noGrp="1"/>
          </p:cNvSpPr>
          <p:nvPr>
            <p:ph type="ctrTitle"/>
          </p:nvPr>
        </p:nvSpPr>
        <p:spPr>
          <a:xfrm>
            <a:off x="1747249" y="47702"/>
            <a:ext cx="4991947" cy="566822"/>
          </a:xfrm>
          <a:prstGeom prst="rect">
            <a:avLst/>
          </a:prstGeom>
        </p:spPr>
        <p:txBody>
          <a:bodyPr vert="horz" wrap="square" lIns="0" tIns="12700" rIns="0" bIns="0" rtlCol="0">
            <a:spAutoFit/>
          </a:bodyPr>
          <a:lstStyle/>
          <a:p>
            <a:pPr marL="12700">
              <a:lnSpc>
                <a:spcPct val="100000"/>
              </a:lnSpc>
              <a:spcBef>
                <a:spcPts val="100"/>
              </a:spcBef>
            </a:pPr>
            <a:r>
              <a:rPr spc="-10" dirty="0"/>
              <a:t>Consideraciones</a:t>
            </a:r>
          </a:p>
        </p:txBody>
      </p:sp>
      <p:sp>
        <p:nvSpPr>
          <p:cNvPr id="11" name="object 11"/>
          <p:cNvSpPr txBox="1"/>
          <p:nvPr/>
        </p:nvSpPr>
        <p:spPr>
          <a:xfrm>
            <a:off x="3050795" y="967486"/>
            <a:ext cx="5620385" cy="452120"/>
          </a:xfrm>
          <a:prstGeom prst="rect">
            <a:avLst/>
          </a:prstGeom>
        </p:spPr>
        <p:txBody>
          <a:bodyPr vert="horz" wrap="square" lIns="0" tIns="12065" rIns="0" bIns="0" rtlCol="0">
            <a:spAutoFit/>
          </a:bodyPr>
          <a:lstStyle/>
          <a:p>
            <a:pPr marL="12700">
              <a:spcBef>
                <a:spcPts val="95"/>
              </a:spcBef>
            </a:pPr>
            <a:r>
              <a:rPr sz="2800" spc="-10" dirty="0">
                <a:solidFill>
                  <a:srgbClr val="FFC000"/>
                </a:solidFill>
                <a:latin typeface="Century Gothic"/>
                <a:cs typeface="Century Gothic"/>
              </a:rPr>
              <a:t>Requerimientos</a:t>
            </a:r>
            <a:r>
              <a:rPr sz="2800" spc="-60" dirty="0">
                <a:solidFill>
                  <a:srgbClr val="FFC000"/>
                </a:solidFill>
                <a:latin typeface="Century Gothic"/>
                <a:cs typeface="Century Gothic"/>
              </a:rPr>
              <a:t> </a:t>
            </a:r>
            <a:r>
              <a:rPr sz="2800" dirty="0">
                <a:solidFill>
                  <a:srgbClr val="FFC000"/>
                </a:solidFill>
                <a:latin typeface="Century Gothic"/>
                <a:cs typeface="Century Gothic"/>
              </a:rPr>
              <a:t>Vs</a:t>
            </a:r>
            <a:r>
              <a:rPr sz="2800" spc="-70" dirty="0">
                <a:solidFill>
                  <a:srgbClr val="FFC000"/>
                </a:solidFill>
                <a:latin typeface="Century Gothic"/>
                <a:cs typeface="Century Gothic"/>
              </a:rPr>
              <a:t> </a:t>
            </a:r>
            <a:r>
              <a:rPr sz="2800" dirty="0">
                <a:solidFill>
                  <a:srgbClr val="FFC000"/>
                </a:solidFill>
                <a:latin typeface="Century Gothic"/>
                <a:cs typeface="Century Gothic"/>
              </a:rPr>
              <a:t>Casos</a:t>
            </a:r>
            <a:r>
              <a:rPr sz="2800" spc="-60" dirty="0">
                <a:solidFill>
                  <a:srgbClr val="FFC000"/>
                </a:solidFill>
                <a:latin typeface="Century Gothic"/>
                <a:cs typeface="Century Gothic"/>
              </a:rPr>
              <a:t> </a:t>
            </a:r>
            <a:r>
              <a:rPr sz="2800" dirty="0">
                <a:solidFill>
                  <a:srgbClr val="FFC000"/>
                </a:solidFill>
                <a:latin typeface="Century Gothic"/>
                <a:cs typeface="Century Gothic"/>
              </a:rPr>
              <a:t>de</a:t>
            </a:r>
            <a:r>
              <a:rPr sz="2800" spc="-70" dirty="0">
                <a:solidFill>
                  <a:srgbClr val="FFC000"/>
                </a:solidFill>
                <a:latin typeface="Century Gothic"/>
                <a:cs typeface="Century Gothic"/>
              </a:rPr>
              <a:t> </a:t>
            </a:r>
            <a:r>
              <a:rPr sz="2800" spc="-20" dirty="0">
                <a:solidFill>
                  <a:srgbClr val="FFC000"/>
                </a:solidFill>
                <a:latin typeface="Century Gothic"/>
                <a:cs typeface="Century Gothic"/>
              </a:rPr>
              <a:t>Test</a:t>
            </a:r>
            <a:endParaRPr sz="2800">
              <a:latin typeface="Century Gothic"/>
              <a:cs typeface="Century Gothic"/>
            </a:endParaRPr>
          </a:p>
        </p:txBody>
      </p:sp>
      <p:sp>
        <p:nvSpPr>
          <p:cNvPr id="12" name="Marcador de número de diapositiva 11">
            <a:extLst>
              <a:ext uri="{FF2B5EF4-FFF2-40B4-BE49-F238E27FC236}">
                <a16:creationId xmlns:a16="http://schemas.microsoft.com/office/drawing/2014/main" id="{96A3EB5C-ED03-80F9-2E45-9041E49CB22C}"/>
              </a:ext>
            </a:extLst>
          </p:cNvPr>
          <p:cNvSpPr>
            <a:spLocks noGrp="1"/>
          </p:cNvSpPr>
          <p:nvPr>
            <p:ph type="sldNum" sz="quarter" idx="7"/>
          </p:nvPr>
        </p:nvSpPr>
        <p:spPr/>
        <p:txBody>
          <a:bodyPr/>
          <a:lstStyle/>
          <a:p>
            <a:fld id="{B6F15528-21DE-4FAA-801E-634DDDAF4B2B}" type="slidenum">
              <a:rPr lang="es-AR" smtClean="0"/>
              <a:t>50</a:t>
            </a:fld>
            <a:endParaRPr lang="es-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2400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pic>
          <p:nvPicPr>
            <p:cNvPr id="4" name="object 4"/>
            <p:cNvPicPr/>
            <p:nvPr/>
          </p:nvPicPr>
          <p:blipFill>
            <a:blip r:embed="rId3" cstate="print"/>
            <a:stretch>
              <a:fillRect/>
            </a:stretch>
          </p:blipFill>
          <p:spPr>
            <a:xfrm>
              <a:off x="6298691" y="1676400"/>
              <a:ext cx="2819400" cy="2819400"/>
            </a:xfrm>
            <a:prstGeom prst="rect">
              <a:avLst/>
            </a:prstGeom>
          </p:spPr>
        </p:pic>
        <p:pic>
          <p:nvPicPr>
            <p:cNvPr id="5" name="object 5"/>
            <p:cNvPicPr/>
            <p:nvPr/>
          </p:nvPicPr>
          <p:blipFill>
            <a:blip r:embed="rId4" cstate="print"/>
            <a:stretch>
              <a:fillRect/>
            </a:stretch>
          </p:blipFill>
          <p:spPr>
            <a:xfrm>
              <a:off x="5689091" y="0"/>
              <a:ext cx="1600200" cy="1143000"/>
            </a:xfrm>
            <a:prstGeom prst="rect">
              <a:avLst/>
            </a:prstGeom>
          </p:spPr>
        </p:pic>
        <p:pic>
          <p:nvPicPr>
            <p:cNvPr id="6" name="object 6"/>
            <p:cNvPicPr/>
            <p:nvPr/>
          </p:nvPicPr>
          <p:blipFill>
            <a:blip r:embed="rId5" cstate="print"/>
            <a:stretch>
              <a:fillRect/>
            </a:stretch>
          </p:blipFill>
          <p:spPr>
            <a:xfrm>
              <a:off x="6298691" y="6096000"/>
              <a:ext cx="990600" cy="762000"/>
            </a:xfrm>
            <a:prstGeom prst="rect">
              <a:avLst/>
            </a:prstGeom>
          </p:spPr>
        </p:pic>
        <p:pic>
          <p:nvPicPr>
            <p:cNvPr id="7" name="object 7"/>
            <p:cNvPicPr/>
            <p:nvPr/>
          </p:nvPicPr>
          <p:blipFill>
            <a:blip r:embed="rId6" cstate="print"/>
            <a:stretch>
              <a:fillRect/>
            </a:stretch>
          </p:blipFill>
          <p:spPr>
            <a:xfrm>
              <a:off x="0" y="2667000"/>
              <a:ext cx="4037076" cy="4191000"/>
            </a:xfrm>
            <a:prstGeom prst="rect">
              <a:avLst/>
            </a:prstGeom>
          </p:spPr>
        </p:pic>
        <p:pic>
          <p:nvPicPr>
            <p:cNvPr id="8" name="object 8"/>
            <p:cNvPicPr/>
            <p:nvPr/>
          </p:nvPicPr>
          <p:blipFill>
            <a:blip r:embed="rId7" cstate="print"/>
            <a:stretch>
              <a:fillRect/>
            </a:stretch>
          </p:blipFill>
          <p:spPr>
            <a:xfrm>
              <a:off x="0" y="2895600"/>
              <a:ext cx="1522476" cy="2362200"/>
            </a:xfrm>
            <a:prstGeom prst="rect">
              <a:avLst/>
            </a:prstGeom>
          </p:spPr>
        </p:pic>
        <p:pic>
          <p:nvPicPr>
            <p:cNvPr id="9" name="object 9"/>
            <p:cNvPicPr/>
            <p:nvPr/>
          </p:nvPicPr>
          <p:blipFill>
            <a:blip r:embed="rId8" cstate="print"/>
            <a:stretch>
              <a:fillRect/>
            </a:stretch>
          </p:blipFill>
          <p:spPr>
            <a:xfrm>
              <a:off x="7705343" y="0"/>
              <a:ext cx="760488" cy="1159764"/>
            </a:xfrm>
            <a:prstGeom prst="rect">
              <a:avLst/>
            </a:prstGeom>
          </p:spPr>
        </p:pic>
        <p:sp>
          <p:nvSpPr>
            <p:cNvPr id="10" name="object 10"/>
            <p:cNvSpPr/>
            <p:nvPr/>
          </p:nvSpPr>
          <p:spPr>
            <a:xfrm>
              <a:off x="7744968" y="0"/>
              <a:ext cx="685800" cy="1099185"/>
            </a:xfrm>
            <a:custGeom>
              <a:avLst/>
              <a:gdLst/>
              <a:ahLst/>
              <a:cxnLst/>
              <a:rect l="l" t="t" r="r" b="b"/>
              <a:pathLst>
                <a:path w="685800" h="1099185">
                  <a:moveTo>
                    <a:pt x="685800" y="0"/>
                  </a:moveTo>
                  <a:lnTo>
                    <a:pt x="0" y="0"/>
                  </a:lnTo>
                  <a:lnTo>
                    <a:pt x="0" y="1098803"/>
                  </a:lnTo>
                  <a:lnTo>
                    <a:pt x="685800" y="1098803"/>
                  </a:lnTo>
                  <a:lnTo>
                    <a:pt x="685800" y="0"/>
                  </a:lnTo>
                  <a:close/>
                </a:path>
              </a:pathLst>
            </a:custGeom>
            <a:solidFill>
              <a:srgbClr val="AF1512"/>
            </a:solidFill>
          </p:spPr>
          <p:txBody>
            <a:bodyPr wrap="square" lIns="0" tIns="0" rIns="0" bIns="0" rtlCol="0"/>
            <a:lstStyle/>
            <a:p>
              <a:endParaRPr/>
            </a:p>
          </p:txBody>
        </p:sp>
      </p:grpSp>
      <p:grpSp>
        <p:nvGrpSpPr>
          <p:cNvPr id="11" name="object 11"/>
          <p:cNvGrpSpPr/>
          <p:nvPr/>
        </p:nvGrpSpPr>
        <p:grpSpPr>
          <a:xfrm>
            <a:off x="1770888" y="2098548"/>
            <a:ext cx="4221480" cy="4465320"/>
            <a:chOff x="246888" y="2098548"/>
            <a:chExt cx="4221480" cy="4465320"/>
          </a:xfrm>
        </p:grpSpPr>
        <p:pic>
          <p:nvPicPr>
            <p:cNvPr id="12" name="object 12"/>
            <p:cNvPicPr/>
            <p:nvPr/>
          </p:nvPicPr>
          <p:blipFill>
            <a:blip r:embed="rId9" cstate="print"/>
            <a:stretch>
              <a:fillRect/>
            </a:stretch>
          </p:blipFill>
          <p:spPr>
            <a:xfrm>
              <a:off x="251460" y="2194560"/>
              <a:ext cx="4216908" cy="4369308"/>
            </a:xfrm>
            <a:prstGeom prst="rect">
              <a:avLst/>
            </a:prstGeom>
          </p:spPr>
        </p:pic>
        <p:pic>
          <p:nvPicPr>
            <p:cNvPr id="13" name="object 13"/>
            <p:cNvPicPr/>
            <p:nvPr/>
          </p:nvPicPr>
          <p:blipFill>
            <a:blip r:embed="rId10" cstate="print"/>
            <a:stretch>
              <a:fillRect/>
            </a:stretch>
          </p:blipFill>
          <p:spPr>
            <a:xfrm>
              <a:off x="246888" y="2098548"/>
              <a:ext cx="4213860" cy="4329683"/>
            </a:xfrm>
            <a:prstGeom prst="rect">
              <a:avLst/>
            </a:prstGeom>
          </p:spPr>
        </p:pic>
        <p:sp>
          <p:nvSpPr>
            <p:cNvPr id="14" name="object 14"/>
            <p:cNvSpPr/>
            <p:nvPr/>
          </p:nvSpPr>
          <p:spPr>
            <a:xfrm>
              <a:off x="304800" y="2209800"/>
              <a:ext cx="4114800" cy="4267200"/>
            </a:xfrm>
            <a:custGeom>
              <a:avLst/>
              <a:gdLst/>
              <a:ahLst/>
              <a:cxnLst/>
              <a:rect l="l" t="t" r="r" b="b"/>
              <a:pathLst>
                <a:path w="4114800" h="4267200">
                  <a:moveTo>
                    <a:pt x="4114800" y="0"/>
                  </a:moveTo>
                  <a:lnTo>
                    <a:pt x="0" y="0"/>
                  </a:lnTo>
                  <a:lnTo>
                    <a:pt x="0" y="4267200"/>
                  </a:lnTo>
                  <a:lnTo>
                    <a:pt x="4114800" y="4267200"/>
                  </a:lnTo>
                  <a:lnTo>
                    <a:pt x="4114800" y="0"/>
                  </a:lnTo>
                  <a:close/>
                </a:path>
              </a:pathLst>
            </a:custGeom>
            <a:solidFill>
              <a:srgbClr val="467576"/>
            </a:solidFill>
          </p:spPr>
          <p:txBody>
            <a:bodyPr wrap="square" lIns="0" tIns="0" rIns="0" bIns="0" rtlCol="0"/>
            <a:lstStyle/>
            <a:p>
              <a:endParaRPr/>
            </a:p>
          </p:txBody>
        </p:sp>
      </p:grpSp>
      <p:sp>
        <p:nvSpPr>
          <p:cNvPr id="15" name="object 15"/>
          <p:cNvSpPr txBox="1"/>
          <p:nvPr/>
        </p:nvSpPr>
        <p:spPr>
          <a:xfrm>
            <a:off x="2250441" y="2525014"/>
            <a:ext cx="3199765" cy="285115"/>
          </a:xfrm>
          <a:prstGeom prst="rect">
            <a:avLst/>
          </a:prstGeom>
        </p:spPr>
        <p:txBody>
          <a:bodyPr vert="horz" wrap="square" lIns="0" tIns="13335" rIns="0" bIns="0" rtlCol="0">
            <a:spAutoFit/>
          </a:bodyPr>
          <a:lstStyle/>
          <a:p>
            <a:pPr marL="12700">
              <a:spcBef>
                <a:spcPts val="105"/>
              </a:spcBef>
            </a:pPr>
            <a:r>
              <a:rPr sz="1700" dirty="0">
                <a:solidFill>
                  <a:srgbClr val="FFFFFF"/>
                </a:solidFill>
                <a:latin typeface="Century Gothic"/>
                <a:cs typeface="Century Gothic"/>
              </a:rPr>
              <a:t>partir</a:t>
            </a:r>
            <a:r>
              <a:rPr sz="1700" spc="-15" dirty="0">
                <a:solidFill>
                  <a:srgbClr val="FFFFFF"/>
                </a:solidFill>
                <a:latin typeface="Century Gothic"/>
                <a:cs typeface="Century Gothic"/>
              </a:rPr>
              <a:t> </a:t>
            </a:r>
            <a:r>
              <a:rPr sz="1700" dirty="0">
                <a:solidFill>
                  <a:srgbClr val="FFFFFF"/>
                </a:solidFill>
                <a:latin typeface="Century Gothic"/>
                <a:cs typeface="Century Gothic"/>
              </a:rPr>
              <a:t>de</a:t>
            </a:r>
            <a:r>
              <a:rPr sz="1700" spc="-20" dirty="0">
                <a:solidFill>
                  <a:srgbClr val="FFFFFF"/>
                </a:solidFill>
                <a:latin typeface="Century Gothic"/>
                <a:cs typeface="Century Gothic"/>
              </a:rPr>
              <a:t> </a:t>
            </a:r>
            <a:r>
              <a:rPr sz="1700" dirty="0">
                <a:solidFill>
                  <a:srgbClr val="FFFFFF"/>
                </a:solidFill>
                <a:latin typeface="Century Gothic"/>
                <a:cs typeface="Century Gothic"/>
              </a:rPr>
              <a:t>los</a:t>
            </a:r>
            <a:r>
              <a:rPr sz="1700" spc="-30" dirty="0">
                <a:solidFill>
                  <a:srgbClr val="FFFFFF"/>
                </a:solidFill>
                <a:latin typeface="Century Gothic"/>
                <a:cs typeface="Century Gothic"/>
              </a:rPr>
              <a:t> </a:t>
            </a:r>
            <a:r>
              <a:rPr sz="1700" dirty="0">
                <a:solidFill>
                  <a:srgbClr val="FFFFFF"/>
                </a:solidFill>
                <a:latin typeface="Century Gothic"/>
                <a:cs typeface="Century Gothic"/>
              </a:rPr>
              <a:t>requerimientos</a:t>
            </a:r>
            <a:r>
              <a:rPr sz="1700" spc="-30" dirty="0">
                <a:solidFill>
                  <a:srgbClr val="FFFFFF"/>
                </a:solidFill>
                <a:latin typeface="Century Gothic"/>
                <a:cs typeface="Century Gothic"/>
              </a:rPr>
              <a:t> </a:t>
            </a:r>
            <a:r>
              <a:rPr sz="1700" spc="-25" dirty="0">
                <a:solidFill>
                  <a:srgbClr val="FFFFFF"/>
                </a:solidFill>
                <a:latin typeface="Century Gothic"/>
                <a:cs typeface="Century Gothic"/>
              </a:rPr>
              <a:t>de</a:t>
            </a:r>
            <a:endParaRPr sz="1700">
              <a:latin typeface="Century Gothic"/>
              <a:cs typeface="Century Gothic"/>
            </a:endParaRPr>
          </a:p>
        </p:txBody>
      </p:sp>
      <p:sp>
        <p:nvSpPr>
          <p:cNvPr id="16" name="object 16"/>
          <p:cNvSpPr txBox="1"/>
          <p:nvPr/>
        </p:nvSpPr>
        <p:spPr>
          <a:xfrm>
            <a:off x="2250440" y="2706371"/>
            <a:ext cx="830580" cy="285115"/>
          </a:xfrm>
          <a:prstGeom prst="rect">
            <a:avLst/>
          </a:prstGeom>
        </p:spPr>
        <p:txBody>
          <a:bodyPr vert="horz" wrap="square" lIns="0" tIns="13335" rIns="0" bIns="0" rtlCol="0">
            <a:spAutoFit/>
          </a:bodyPr>
          <a:lstStyle/>
          <a:p>
            <a:pPr marL="12700">
              <a:spcBef>
                <a:spcPts val="105"/>
              </a:spcBef>
            </a:pPr>
            <a:r>
              <a:rPr sz="1700" spc="-10" dirty="0">
                <a:solidFill>
                  <a:srgbClr val="FFFFFF"/>
                </a:solidFill>
                <a:latin typeface="Century Gothic"/>
                <a:cs typeface="Century Gothic"/>
              </a:rPr>
              <a:t>usuario.</a:t>
            </a:r>
            <a:endParaRPr sz="1700">
              <a:latin typeface="Century Gothic"/>
              <a:cs typeface="Century Gothic"/>
            </a:endParaRPr>
          </a:p>
        </p:txBody>
      </p:sp>
      <p:sp>
        <p:nvSpPr>
          <p:cNvPr id="17" name="object 17"/>
          <p:cNvSpPr txBox="1"/>
          <p:nvPr/>
        </p:nvSpPr>
        <p:spPr>
          <a:xfrm>
            <a:off x="1907540" y="3323285"/>
            <a:ext cx="2669540" cy="285750"/>
          </a:xfrm>
          <a:prstGeom prst="rect">
            <a:avLst/>
          </a:prstGeom>
        </p:spPr>
        <p:txBody>
          <a:bodyPr vert="horz" wrap="square" lIns="0" tIns="13335" rIns="0" bIns="0" rtlCol="0">
            <a:spAutoFit/>
          </a:bodyPr>
          <a:lstStyle/>
          <a:p>
            <a:pPr marL="354965" indent="-342265">
              <a:spcBef>
                <a:spcPts val="105"/>
              </a:spcBef>
              <a:buClr>
                <a:srgbClr val="AF1512"/>
              </a:buClr>
              <a:buSzPct val="79411"/>
              <a:buFont typeface="Wingdings"/>
              <a:buChar char=""/>
              <a:tabLst>
                <a:tab pos="354965" algn="l"/>
              </a:tabLst>
            </a:pPr>
            <a:r>
              <a:rPr sz="1700" dirty="0">
                <a:solidFill>
                  <a:srgbClr val="FFFFFF"/>
                </a:solidFill>
                <a:latin typeface="Century Gothic"/>
                <a:cs typeface="Century Gothic"/>
              </a:rPr>
              <a:t>Ambigüedades</a:t>
            </a:r>
            <a:r>
              <a:rPr sz="1700" spc="-60" dirty="0">
                <a:solidFill>
                  <a:srgbClr val="FFFFFF"/>
                </a:solidFill>
                <a:latin typeface="Century Gothic"/>
                <a:cs typeface="Century Gothic"/>
              </a:rPr>
              <a:t> </a:t>
            </a:r>
            <a:r>
              <a:rPr sz="1700" dirty="0">
                <a:solidFill>
                  <a:srgbClr val="FFFFFF"/>
                </a:solidFill>
                <a:latin typeface="Century Gothic"/>
                <a:cs typeface="Century Gothic"/>
              </a:rPr>
              <a:t>en</a:t>
            </a:r>
            <a:r>
              <a:rPr sz="1700" spc="-40" dirty="0">
                <a:solidFill>
                  <a:srgbClr val="FFFFFF"/>
                </a:solidFill>
                <a:latin typeface="Century Gothic"/>
                <a:cs typeface="Century Gothic"/>
              </a:rPr>
              <a:t> </a:t>
            </a:r>
            <a:r>
              <a:rPr sz="1700" spc="-25" dirty="0">
                <a:solidFill>
                  <a:srgbClr val="FFFFFF"/>
                </a:solidFill>
                <a:latin typeface="Century Gothic"/>
                <a:cs typeface="Century Gothic"/>
              </a:rPr>
              <a:t>los</a:t>
            </a:r>
            <a:endParaRPr sz="1700">
              <a:latin typeface="Century Gothic"/>
              <a:cs typeface="Century Gothic"/>
            </a:endParaRPr>
          </a:p>
        </p:txBody>
      </p:sp>
      <p:sp>
        <p:nvSpPr>
          <p:cNvPr id="18" name="object 18"/>
          <p:cNvSpPr txBox="1"/>
          <p:nvPr/>
        </p:nvSpPr>
        <p:spPr>
          <a:xfrm>
            <a:off x="2250440" y="3505328"/>
            <a:ext cx="2985770" cy="285115"/>
          </a:xfrm>
          <a:prstGeom prst="rect">
            <a:avLst/>
          </a:prstGeom>
        </p:spPr>
        <p:txBody>
          <a:bodyPr vert="horz" wrap="square" lIns="0" tIns="13335" rIns="0" bIns="0" rtlCol="0">
            <a:spAutoFit/>
          </a:bodyPr>
          <a:lstStyle/>
          <a:p>
            <a:pPr marL="12700">
              <a:spcBef>
                <a:spcPts val="105"/>
              </a:spcBef>
            </a:pPr>
            <a:r>
              <a:rPr sz="1700" dirty="0">
                <a:solidFill>
                  <a:srgbClr val="FFFFFF"/>
                </a:solidFill>
                <a:latin typeface="Century Gothic"/>
                <a:cs typeface="Century Gothic"/>
              </a:rPr>
              <a:t>requerimientos</a:t>
            </a:r>
            <a:r>
              <a:rPr sz="1700" spc="-60" dirty="0">
                <a:solidFill>
                  <a:srgbClr val="FFFFFF"/>
                </a:solidFill>
                <a:latin typeface="Century Gothic"/>
                <a:cs typeface="Century Gothic"/>
              </a:rPr>
              <a:t> </a:t>
            </a:r>
            <a:r>
              <a:rPr sz="1700" dirty="0">
                <a:solidFill>
                  <a:srgbClr val="FFFFFF"/>
                </a:solidFill>
                <a:latin typeface="Century Gothic"/>
                <a:cs typeface="Century Gothic"/>
              </a:rPr>
              <a:t>de</a:t>
            </a:r>
            <a:r>
              <a:rPr sz="1700" spc="-35" dirty="0">
                <a:solidFill>
                  <a:srgbClr val="FFFFFF"/>
                </a:solidFill>
                <a:latin typeface="Century Gothic"/>
                <a:cs typeface="Century Gothic"/>
              </a:rPr>
              <a:t> </a:t>
            </a:r>
            <a:r>
              <a:rPr sz="1700" dirty="0">
                <a:solidFill>
                  <a:srgbClr val="FFFFFF"/>
                </a:solidFill>
                <a:latin typeface="Century Gothic"/>
                <a:cs typeface="Century Gothic"/>
              </a:rPr>
              <a:t>usuarios</a:t>
            </a:r>
            <a:r>
              <a:rPr sz="1700" spc="-25" dirty="0">
                <a:solidFill>
                  <a:srgbClr val="FFFFFF"/>
                </a:solidFill>
                <a:latin typeface="Century Gothic"/>
                <a:cs typeface="Century Gothic"/>
              </a:rPr>
              <a:t> </a:t>
            </a:r>
            <a:r>
              <a:rPr sz="1700" spc="-50" dirty="0">
                <a:solidFill>
                  <a:srgbClr val="FFFFFF"/>
                </a:solidFill>
                <a:latin typeface="Century Gothic"/>
                <a:cs typeface="Century Gothic"/>
              </a:rPr>
              <a:t>y</a:t>
            </a:r>
            <a:endParaRPr sz="1700">
              <a:latin typeface="Century Gothic"/>
              <a:cs typeface="Century Gothic"/>
            </a:endParaRPr>
          </a:p>
        </p:txBody>
      </p:sp>
      <p:sp>
        <p:nvSpPr>
          <p:cNvPr id="19" name="object 19"/>
          <p:cNvSpPr txBox="1"/>
          <p:nvPr/>
        </p:nvSpPr>
        <p:spPr>
          <a:xfrm>
            <a:off x="2250440" y="3686684"/>
            <a:ext cx="3302000"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diferencias</a:t>
            </a:r>
            <a:r>
              <a:rPr sz="1700" spc="-40" dirty="0">
                <a:solidFill>
                  <a:srgbClr val="FFFFFF"/>
                </a:solidFill>
                <a:latin typeface="Century Gothic"/>
                <a:cs typeface="Century Gothic"/>
              </a:rPr>
              <a:t> </a:t>
            </a:r>
            <a:r>
              <a:rPr sz="1700" dirty="0">
                <a:solidFill>
                  <a:srgbClr val="FFFFFF"/>
                </a:solidFill>
                <a:latin typeface="Century Gothic"/>
                <a:cs typeface="Century Gothic"/>
              </a:rPr>
              <a:t>en</a:t>
            </a:r>
            <a:r>
              <a:rPr sz="1700" spc="-20" dirty="0">
                <a:solidFill>
                  <a:srgbClr val="FFFFFF"/>
                </a:solidFill>
                <a:latin typeface="Century Gothic"/>
                <a:cs typeface="Century Gothic"/>
              </a:rPr>
              <a:t> </a:t>
            </a:r>
            <a:r>
              <a:rPr sz="1700" dirty="0">
                <a:solidFill>
                  <a:srgbClr val="FFFFFF"/>
                </a:solidFill>
                <a:latin typeface="Century Gothic"/>
                <a:cs typeface="Century Gothic"/>
              </a:rPr>
              <a:t>la</a:t>
            </a:r>
            <a:r>
              <a:rPr sz="1700" spc="-20" dirty="0">
                <a:solidFill>
                  <a:srgbClr val="FFFFFF"/>
                </a:solidFill>
                <a:latin typeface="Century Gothic"/>
                <a:cs typeface="Century Gothic"/>
              </a:rPr>
              <a:t> </a:t>
            </a:r>
            <a:r>
              <a:rPr sz="1700" spc="-10" dirty="0">
                <a:solidFill>
                  <a:srgbClr val="FFFFFF"/>
                </a:solidFill>
                <a:latin typeface="Century Gothic"/>
                <a:cs typeface="Century Gothic"/>
              </a:rPr>
              <a:t>interpretación</a:t>
            </a:r>
            <a:endParaRPr sz="1700">
              <a:latin typeface="Century Gothic"/>
              <a:cs typeface="Century Gothic"/>
            </a:endParaRPr>
          </a:p>
        </p:txBody>
      </p:sp>
      <p:sp>
        <p:nvSpPr>
          <p:cNvPr id="20" name="object 20"/>
          <p:cNvSpPr txBox="1"/>
          <p:nvPr/>
        </p:nvSpPr>
        <p:spPr>
          <a:xfrm>
            <a:off x="2250440" y="3868040"/>
            <a:ext cx="3380740"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pueden</a:t>
            </a:r>
            <a:r>
              <a:rPr sz="1700" spc="-15" dirty="0">
                <a:solidFill>
                  <a:srgbClr val="FFFFFF"/>
                </a:solidFill>
                <a:latin typeface="Century Gothic"/>
                <a:cs typeface="Century Gothic"/>
              </a:rPr>
              <a:t> </a:t>
            </a:r>
            <a:r>
              <a:rPr sz="1700" dirty="0">
                <a:solidFill>
                  <a:srgbClr val="FFFFFF"/>
                </a:solidFill>
                <a:latin typeface="Century Gothic"/>
                <a:cs typeface="Century Gothic"/>
              </a:rPr>
              <a:t>generar</a:t>
            </a:r>
            <a:r>
              <a:rPr sz="1700" spc="-40" dirty="0">
                <a:solidFill>
                  <a:srgbClr val="FFFFFF"/>
                </a:solidFill>
                <a:latin typeface="Century Gothic"/>
                <a:cs typeface="Century Gothic"/>
              </a:rPr>
              <a:t> </a:t>
            </a:r>
            <a:r>
              <a:rPr sz="1700" spc="-10" dirty="0">
                <a:solidFill>
                  <a:srgbClr val="FFFFFF"/>
                </a:solidFill>
                <a:latin typeface="Century Gothic"/>
                <a:cs typeface="Century Gothic"/>
              </a:rPr>
              <a:t>inconsistencias</a:t>
            </a:r>
            <a:endParaRPr sz="1700">
              <a:latin typeface="Century Gothic"/>
              <a:cs typeface="Century Gothic"/>
            </a:endParaRPr>
          </a:p>
        </p:txBody>
      </p:sp>
      <p:sp>
        <p:nvSpPr>
          <p:cNvPr id="21" name="object 21"/>
          <p:cNvSpPr txBox="1"/>
          <p:nvPr/>
        </p:nvSpPr>
        <p:spPr>
          <a:xfrm>
            <a:off x="2250441" y="4049396"/>
            <a:ext cx="3508375"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entre</a:t>
            </a:r>
            <a:r>
              <a:rPr sz="1700" spc="-15" dirty="0">
                <a:solidFill>
                  <a:srgbClr val="FFFFFF"/>
                </a:solidFill>
                <a:latin typeface="Century Gothic"/>
                <a:cs typeface="Century Gothic"/>
              </a:rPr>
              <a:t> </a:t>
            </a:r>
            <a:r>
              <a:rPr sz="1700" dirty="0">
                <a:solidFill>
                  <a:srgbClr val="FFFFFF"/>
                </a:solidFill>
                <a:latin typeface="Century Gothic"/>
                <a:cs typeface="Century Gothic"/>
              </a:rPr>
              <a:t>las</a:t>
            </a:r>
            <a:r>
              <a:rPr sz="1700" spc="-30" dirty="0">
                <a:solidFill>
                  <a:srgbClr val="FFFFFF"/>
                </a:solidFill>
                <a:latin typeface="Century Gothic"/>
                <a:cs typeface="Century Gothic"/>
              </a:rPr>
              <a:t> </a:t>
            </a:r>
            <a:r>
              <a:rPr sz="1700" dirty="0">
                <a:solidFill>
                  <a:srgbClr val="FFFFFF"/>
                </a:solidFill>
                <a:latin typeface="Century Gothic"/>
                <a:cs typeface="Century Gothic"/>
              </a:rPr>
              <a:t>vistas</a:t>
            </a:r>
            <a:r>
              <a:rPr sz="1700" spc="-35" dirty="0">
                <a:solidFill>
                  <a:srgbClr val="FFFFFF"/>
                </a:solidFill>
                <a:latin typeface="Century Gothic"/>
                <a:cs typeface="Century Gothic"/>
              </a:rPr>
              <a:t> </a:t>
            </a:r>
            <a:r>
              <a:rPr sz="1700" dirty="0">
                <a:solidFill>
                  <a:srgbClr val="FFFFFF"/>
                </a:solidFill>
                <a:latin typeface="Century Gothic"/>
                <a:cs typeface="Century Gothic"/>
              </a:rPr>
              <a:t>representadas</a:t>
            </a:r>
            <a:r>
              <a:rPr sz="1700" spc="-30" dirty="0">
                <a:solidFill>
                  <a:srgbClr val="FFFFFF"/>
                </a:solidFill>
                <a:latin typeface="Century Gothic"/>
                <a:cs typeface="Century Gothic"/>
              </a:rPr>
              <a:t> </a:t>
            </a:r>
            <a:r>
              <a:rPr sz="1700" spc="-25" dirty="0">
                <a:solidFill>
                  <a:srgbClr val="FFFFFF"/>
                </a:solidFill>
                <a:latin typeface="Century Gothic"/>
                <a:cs typeface="Century Gothic"/>
              </a:rPr>
              <a:t>por</a:t>
            </a:r>
            <a:endParaRPr sz="1700">
              <a:latin typeface="Century Gothic"/>
              <a:cs typeface="Century Gothic"/>
            </a:endParaRPr>
          </a:p>
        </p:txBody>
      </p:sp>
      <p:sp>
        <p:nvSpPr>
          <p:cNvPr id="22" name="object 22"/>
          <p:cNvSpPr txBox="1"/>
          <p:nvPr/>
        </p:nvSpPr>
        <p:spPr>
          <a:xfrm>
            <a:off x="2250440" y="4230752"/>
            <a:ext cx="3227070"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los</a:t>
            </a:r>
            <a:r>
              <a:rPr sz="1700" spc="-35" dirty="0">
                <a:solidFill>
                  <a:srgbClr val="FFFFFF"/>
                </a:solidFill>
                <a:latin typeface="Century Gothic"/>
                <a:cs typeface="Century Gothic"/>
              </a:rPr>
              <a:t> </a:t>
            </a:r>
            <a:r>
              <a:rPr sz="1700" dirty="0">
                <a:solidFill>
                  <a:srgbClr val="FFFFFF"/>
                </a:solidFill>
                <a:latin typeface="Century Gothic"/>
                <a:cs typeface="Century Gothic"/>
              </a:rPr>
              <a:t>requerimientos</a:t>
            </a:r>
            <a:r>
              <a:rPr sz="1700" spc="-35" dirty="0">
                <a:solidFill>
                  <a:srgbClr val="FFFFFF"/>
                </a:solidFill>
                <a:latin typeface="Century Gothic"/>
                <a:cs typeface="Century Gothic"/>
              </a:rPr>
              <a:t> </a:t>
            </a:r>
            <a:r>
              <a:rPr sz="1700" spc="-10" dirty="0">
                <a:solidFill>
                  <a:srgbClr val="FFFFFF"/>
                </a:solidFill>
                <a:latin typeface="Century Gothic"/>
                <a:cs typeface="Century Gothic"/>
              </a:rPr>
              <a:t>funcionales,</a:t>
            </a:r>
            <a:endParaRPr sz="1700">
              <a:latin typeface="Century Gothic"/>
              <a:cs typeface="Century Gothic"/>
            </a:endParaRPr>
          </a:p>
        </p:txBody>
      </p:sp>
      <p:sp>
        <p:nvSpPr>
          <p:cNvPr id="23" name="object 23"/>
          <p:cNvSpPr txBox="1"/>
          <p:nvPr/>
        </p:nvSpPr>
        <p:spPr>
          <a:xfrm>
            <a:off x="2250441" y="4412108"/>
            <a:ext cx="3090545"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modelos</a:t>
            </a:r>
            <a:r>
              <a:rPr sz="1700" spc="-45" dirty="0">
                <a:solidFill>
                  <a:srgbClr val="FFFFFF"/>
                </a:solidFill>
                <a:latin typeface="Century Gothic"/>
                <a:cs typeface="Century Gothic"/>
              </a:rPr>
              <a:t> </a:t>
            </a:r>
            <a:r>
              <a:rPr sz="1700" dirty="0">
                <a:solidFill>
                  <a:srgbClr val="FFFFFF"/>
                </a:solidFill>
                <a:latin typeface="Century Gothic"/>
                <a:cs typeface="Century Gothic"/>
              </a:rPr>
              <a:t>y</a:t>
            </a:r>
            <a:r>
              <a:rPr sz="1700" spc="-5" dirty="0">
                <a:solidFill>
                  <a:srgbClr val="FFFFFF"/>
                </a:solidFill>
                <a:latin typeface="Century Gothic"/>
                <a:cs typeface="Century Gothic"/>
              </a:rPr>
              <a:t> </a:t>
            </a:r>
            <a:r>
              <a:rPr sz="1700" dirty="0">
                <a:solidFill>
                  <a:srgbClr val="FFFFFF"/>
                </a:solidFill>
                <a:latin typeface="Century Gothic"/>
                <a:cs typeface="Century Gothic"/>
              </a:rPr>
              <a:t>casos</a:t>
            </a:r>
            <a:r>
              <a:rPr sz="1700" spc="-15" dirty="0">
                <a:solidFill>
                  <a:srgbClr val="FFFFFF"/>
                </a:solidFill>
                <a:latin typeface="Century Gothic"/>
                <a:cs typeface="Century Gothic"/>
              </a:rPr>
              <a:t> </a:t>
            </a:r>
            <a:r>
              <a:rPr sz="1700" dirty="0">
                <a:solidFill>
                  <a:srgbClr val="FFFFFF"/>
                </a:solidFill>
                <a:latin typeface="Century Gothic"/>
                <a:cs typeface="Century Gothic"/>
              </a:rPr>
              <a:t>de</a:t>
            </a:r>
            <a:r>
              <a:rPr sz="1700" spc="-20" dirty="0">
                <a:solidFill>
                  <a:srgbClr val="FFFFFF"/>
                </a:solidFill>
                <a:latin typeface="Century Gothic"/>
                <a:cs typeface="Century Gothic"/>
              </a:rPr>
              <a:t> </a:t>
            </a:r>
            <a:r>
              <a:rPr sz="1700" spc="-10" dirty="0">
                <a:solidFill>
                  <a:srgbClr val="FFFFFF"/>
                </a:solidFill>
                <a:latin typeface="Century Gothic"/>
                <a:cs typeface="Century Gothic"/>
              </a:rPr>
              <a:t>pruebas.</a:t>
            </a:r>
            <a:endParaRPr sz="1700">
              <a:latin typeface="Century Gothic"/>
              <a:cs typeface="Century Gothic"/>
            </a:endParaRPr>
          </a:p>
        </p:txBody>
      </p:sp>
      <p:sp>
        <p:nvSpPr>
          <p:cNvPr id="24" name="object 24"/>
          <p:cNvSpPr txBox="1"/>
          <p:nvPr/>
        </p:nvSpPr>
        <p:spPr>
          <a:xfrm>
            <a:off x="1907540" y="5029581"/>
            <a:ext cx="3244850" cy="285115"/>
          </a:xfrm>
          <a:prstGeom prst="rect">
            <a:avLst/>
          </a:prstGeom>
        </p:spPr>
        <p:txBody>
          <a:bodyPr vert="horz" wrap="square" lIns="0" tIns="12700" rIns="0" bIns="0" rtlCol="0">
            <a:spAutoFit/>
          </a:bodyPr>
          <a:lstStyle/>
          <a:p>
            <a:pPr marL="354965" indent="-342265">
              <a:spcBef>
                <a:spcPts val="100"/>
              </a:spcBef>
              <a:buClr>
                <a:srgbClr val="AF1512"/>
              </a:buClr>
              <a:buSzPct val="79411"/>
              <a:buFont typeface="Wingdings"/>
              <a:buChar char=""/>
              <a:tabLst>
                <a:tab pos="354965" algn="l"/>
              </a:tabLst>
            </a:pPr>
            <a:r>
              <a:rPr sz="1700" dirty="0">
                <a:solidFill>
                  <a:srgbClr val="FFFFFF"/>
                </a:solidFill>
                <a:latin typeface="Century Gothic"/>
                <a:cs typeface="Century Gothic"/>
              </a:rPr>
              <a:t>Mientras</a:t>
            </a:r>
            <a:r>
              <a:rPr sz="1700" spc="-20" dirty="0">
                <a:solidFill>
                  <a:srgbClr val="FFFFFF"/>
                </a:solidFill>
                <a:latin typeface="Century Gothic"/>
                <a:cs typeface="Century Gothic"/>
              </a:rPr>
              <a:t> </a:t>
            </a:r>
            <a:r>
              <a:rPr sz="1700" dirty="0">
                <a:solidFill>
                  <a:srgbClr val="FFFFFF"/>
                </a:solidFill>
                <a:latin typeface="Century Gothic"/>
                <a:cs typeface="Century Gothic"/>
              </a:rPr>
              <a:t>los</a:t>
            </a:r>
            <a:r>
              <a:rPr sz="1700" spc="-30" dirty="0">
                <a:solidFill>
                  <a:srgbClr val="FFFFFF"/>
                </a:solidFill>
                <a:latin typeface="Century Gothic"/>
                <a:cs typeface="Century Gothic"/>
              </a:rPr>
              <a:t> </a:t>
            </a:r>
            <a:r>
              <a:rPr sz="1700" spc="-10" dirty="0">
                <a:solidFill>
                  <a:srgbClr val="FFFFFF"/>
                </a:solidFill>
                <a:latin typeface="Century Gothic"/>
                <a:cs typeface="Century Gothic"/>
              </a:rPr>
              <a:t>desarrolladores</a:t>
            </a:r>
            <a:endParaRPr sz="1700">
              <a:latin typeface="Century Gothic"/>
              <a:cs typeface="Century Gothic"/>
            </a:endParaRPr>
          </a:p>
        </p:txBody>
      </p:sp>
      <p:sp>
        <p:nvSpPr>
          <p:cNvPr id="25" name="object 25"/>
          <p:cNvSpPr txBox="1"/>
          <p:nvPr/>
        </p:nvSpPr>
        <p:spPr>
          <a:xfrm>
            <a:off x="2250441" y="5210937"/>
            <a:ext cx="3270885"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traducen</a:t>
            </a:r>
            <a:r>
              <a:rPr sz="1700" spc="-15" dirty="0">
                <a:solidFill>
                  <a:srgbClr val="FFFFFF"/>
                </a:solidFill>
                <a:latin typeface="Century Gothic"/>
                <a:cs typeface="Century Gothic"/>
              </a:rPr>
              <a:t> </a:t>
            </a:r>
            <a:r>
              <a:rPr sz="1700" dirty="0">
                <a:solidFill>
                  <a:srgbClr val="FFFFFF"/>
                </a:solidFill>
                <a:latin typeface="Century Gothic"/>
                <a:cs typeface="Century Gothic"/>
              </a:rPr>
              <a:t>los</a:t>
            </a:r>
            <a:r>
              <a:rPr sz="1700" spc="-35" dirty="0">
                <a:solidFill>
                  <a:srgbClr val="FFFFFF"/>
                </a:solidFill>
                <a:latin typeface="Century Gothic"/>
                <a:cs typeface="Century Gothic"/>
              </a:rPr>
              <a:t> </a:t>
            </a:r>
            <a:r>
              <a:rPr sz="1700" dirty="0">
                <a:solidFill>
                  <a:srgbClr val="FFFFFF"/>
                </a:solidFill>
                <a:latin typeface="Century Gothic"/>
                <a:cs typeface="Century Gothic"/>
              </a:rPr>
              <a:t>requerimientos</a:t>
            </a:r>
            <a:r>
              <a:rPr sz="1700" spc="-45" dirty="0">
                <a:solidFill>
                  <a:srgbClr val="FFFFFF"/>
                </a:solidFill>
                <a:latin typeface="Century Gothic"/>
                <a:cs typeface="Century Gothic"/>
              </a:rPr>
              <a:t> </a:t>
            </a:r>
            <a:r>
              <a:rPr sz="1700" spc="-25" dirty="0">
                <a:solidFill>
                  <a:srgbClr val="FFFFFF"/>
                </a:solidFill>
                <a:latin typeface="Century Gothic"/>
                <a:cs typeface="Century Gothic"/>
              </a:rPr>
              <a:t>en</a:t>
            </a:r>
            <a:endParaRPr sz="1700">
              <a:latin typeface="Century Gothic"/>
              <a:cs typeface="Century Gothic"/>
            </a:endParaRPr>
          </a:p>
        </p:txBody>
      </p:sp>
      <p:sp>
        <p:nvSpPr>
          <p:cNvPr id="26" name="object 26"/>
          <p:cNvSpPr txBox="1"/>
          <p:nvPr/>
        </p:nvSpPr>
        <p:spPr>
          <a:xfrm>
            <a:off x="2250441" y="5392319"/>
            <a:ext cx="3134995"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interface</a:t>
            </a:r>
            <a:r>
              <a:rPr sz="1700" spc="-50" dirty="0">
                <a:solidFill>
                  <a:srgbClr val="FFFFFF"/>
                </a:solidFill>
                <a:latin typeface="Century Gothic"/>
                <a:cs typeface="Century Gothic"/>
              </a:rPr>
              <a:t> </a:t>
            </a:r>
            <a:r>
              <a:rPr sz="1700" dirty="0">
                <a:solidFill>
                  <a:srgbClr val="FFFFFF"/>
                </a:solidFill>
                <a:latin typeface="Century Gothic"/>
                <a:cs typeface="Century Gothic"/>
              </a:rPr>
              <a:t>de</a:t>
            </a:r>
            <a:r>
              <a:rPr sz="1700" spc="-10" dirty="0">
                <a:solidFill>
                  <a:srgbClr val="FFFFFF"/>
                </a:solidFill>
                <a:latin typeface="Century Gothic"/>
                <a:cs typeface="Century Gothic"/>
              </a:rPr>
              <a:t> </a:t>
            </a:r>
            <a:r>
              <a:rPr sz="1700" dirty="0">
                <a:solidFill>
                  <a:srgbClr val="FFFFFF"/>
                </a:solidFill>
                <a:latin typeface="Century Gothic"/>
                <a:cs typeface="Century Gothic"/>
              </a:rPr>
              <a:t>usuario</a:t>
            </a:r>
            <a:r>
              <a:rPr sz="1700" spc="-15" dirty="0">
                <a:solidFill>
                  <a:srgbClr val="FFFFFF"/>
                </a:solidFill>
                <a:latin typeface="Century Gothic"/>
                <a:cs typeface="Century Gothic"/>
              </a:rPr>
              <a:t> </a:t>
            </a:r>
            <a:r>
              <a:rPr sz="1700" dirty="0">
                <a:solidFill>
                  <a:srgbClr val="FFFFFF"/>
                </a:solidFill>
                <a:latin typeface="Century Gothic"/>
                <a:cs typeface="Century Gothic"/>
              </a:rPr>
              <a:t>y</a:t>
            </a:r>
            <a:r>
              <a:rPr sz="1700" spc="-15" dirty="0">
                <a:solidFill>
                  <a:srgbClr val="FFFFFF"/>
                </a:solidFill>
                <a:latin typeface="Century Gothic"/>
                <a:cs typeface="Century Gothic"/>
              </a:rPr>
              <a:t> </a:t>
            </a:r>
            <a:r>
              <a:rPr sz="1700" spc="-10" dirty="0">
                <a:solidFill>
                  <a:srgbClr val="FFFFFF"/>
                </a:solidFill>
                <a:latin typeface="Century Gothic"/>
                <a:cs typeface="Century Gothic"/>
              </a:rPr>
              <a:t>diseños</a:t>
            </a:r>
            <a:endParaRPr sz="1700">
              <a:latin typeface="Century Gothic"/>
              <a:cs typeface="Century Gothic"/>
            </a:endParaRPr>
          </a:p>
        </p:txBody>
      </p:sp>
      <p:sp>
        <p:nvSpPr>
          <p:cNvPr id="27" name="object 27"/>
          <p:cNvSpPr txBox="1"/>
          <p:nvPr/>
        </p:nvSpPr>
        <p:spPr>
          <a:xfrm>
            <a:off x="2250441" y="5573675"/>
            <a:ext cx="3166745"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técnicos,</a:t>
            </a:r>
            <a:r>
              <a:rPr sz="1700" spc="-20" dirty="0">
                <a:solidFill>
                  <a:srgbClr val="FFFFFF"/>
                </a:solidFill>
                <a:latin typeface="Century Gothic"/>
                <a:cs typeface="Century Gothic"/>
              </a:rPr>
              <a:t> </a:t>
            </a:r>
            <a:r>
              <a:rPr sz="1700" dirty="0">
                <a:solidFill>
                  <a:srgbClr val="FFFFFF"/>
                </a:solidFill>
                <a:latin typeface="Century Gothic"/>
                <a:cs typeface="Century Gothic"/>
              </a:rPr>
              <a:t>los</a:t>
            </a:r>
            <a:r>
              <a:rPr sz="1700" spc="-40" dirty="0">
                <a:solidFill>
                  <a:srgbClr val="FFFFFF"/>
                </a:solidFill>
                <a:latin typeface="Century Gothic"/>
                <a:cs typeface="Century Gothic"/>
              </a:rPr>
              <a:t> </a:t>
            </a:r>
            <a:r>
              <a:rPr sz="1700" dirty="0">
                <a:solidFill>
                  <a:srgbClr val="FFFFFF"/>
                </a:solidFill>
                <a:latin typeface="Century Gothic"/>
                <a:cs typeface="Century Gothic"/>
              </a:rPr>
              <a:t>analistas</a:t>
            </a:r>
            <a:r>
              <a:rPr sz="1700" spc="-40" dirty="0">
                <a:solidFill>
                  <a:srgbClr val="FFFFFF"/>
                </a:solidFill>
                <a:latin typeface="Century Gothic"/>
                <a:cs typeface="Century Gothic"/>
              </a:rPr>
              <a:t> </a:t>
            </a:r>
            <a:r>
              <a:rPr sz="1700" spc="-10" dirty="0">
                <a:solidFill>
                  <a:srgbClr val="FFFFFF"/>
                </a:solidFill>
                <a:latin typeface="Century Gothic"/>
                <a:cs typeface="Century Gothic"/>
              </a:rPr>
              <a:t>pueden</a:t>
            </a:r>
            <a:endParaRPr sz="1700">
              <a:latin typeface="Century Gothic"/>
              <a:cs typeface="Century Gothic"/>
            </a:endParaRPr>
          </a:p>
        </p:txBody>
      </p:sp>
      <p:sp>
        <p:nvSpPr>
          <p:cNvPr id="28" name="object 28"/>
          <p:cNvSpPr txBox="1"/>
          <p:nvPr/>
        </p:nvSpPr>
        <p:spPr>
          <a:xfrm>
            <a:off x="2250441" y="5755031"/>
            <a:ext cx="3478529"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validar</a:t>
            </a:r>
            <a:r>
              <a:rPr sz="1700" spc="-50" dirty="0">
                <a:solidFill>
                  <a:srgbClr val="FFFFFF"/>
                </a:solidFill>
                <a:latin typeface="Century Gothic"/>
                <a:cs typeface="Century Gothic"/>
              </a:rPr>
              <a:t> </a:t>
            </a:r>
            <a:r>
              <a:rPr sz="1700" dirty="0">
                <a:solidFill>
                  <a:srgbClr val="FFFFFF"/>
                </a:solidFill>
                <a:latin typeface="Century Gothic"/>
                <a:cs typeface="Century Gothic"/>
              </a:rPr>
              <a:t>los</a:t>
            </a:r>
            <a:r>
              <a:rPr sz="1700" spc="-25" dirty="0">
                <a:solidFill>
                  <a:srgbClr val="FFFFFF"/>
                </a:solidFill>
                <a:latin typeface="Century Gothic"/>
                <a:cs typeface="Century Gothic"/>
              </a:rPr>
              <a:t> </a:t>
            </a:r>
            <a:r>
              <a:rPr sz="1700" dirty="0">
                <a:solidFill>
                  <a:srgbClr val="FFFFFF"/>
                </a:solidFill>
                <a:latin typeface="Century Gothic"/>
                <a:cs typeface="Century Gothic"/>
              </a:rPr>
              <a:t>requerimientos</a:t>
            </a:r>
            <a:r>
              <a:rPr sz="1700" spc="-35" dirty="0">
                <a:solidFill>
                  <a:srgbClr val="FFFFFF"/>
                </a:solidFill>
                <a:latin typeface="Century Gothic"/>
                <a:cs typeface="Century Gothic"/>
              </a:rPr>
              <a:t> </a:t>
            </a:r>
            <a:r>
              <a:rPr sz="1700" dirty="0">
                <a:solidFill>
                  <a:srgbClr val="FFFFFF"/>
                </a:solidFill>
                <a:latin typeface="Century Gothic"/>
                <a:cs typeface="Century Gothic"/>
              </a:rPr>
              <a:t>con</a:t>
            </a:r>
            <a:r>
              <a:rPr sz="1700" spc="-5" dirty="0">
                <a:solidFill>
                  <a:srgbClr val="FFFFFF"/>
                </a:solidFill>
                <a:latin typeface="Century Gothic"/>
                <a:cs typeface="Century Gothic"/>
              </a:rPr>
              <a:t> </a:t>
            </a:r>
            <a:r>
              <a:rPr sz="1700" spc="-25" dirty="0">
                <a:solidFill>
                  <a:srgbClr val="FFFFFF"/>
                </a:solidFill>
                <a:latin typeface="Century Gothic"/>
                <a:cs typeface="Century Gothic"/>
              </a:rPr>
              <a:t>los</a:t>
            </a:r>
            <a:endParaRPr sz="1700">
              <a:latin typeface="Century Gothic"/>
              <a:cs typeface="Century Gothic"/>
            </a:endParaRPr>
          </a:p>
        </p:txBody>
      </p:sp>
      <p:sp>
        <p:nvSpPr>
          <p:cNvPr id="29" name="object 29"/>
          <p:cNvSpPr txBox="1"/>
          <p:nvPr/>
        </p:nvSpPr>
        <p:spPr>
          <a:xfrm>
            <a:off x="2250440" y="5936387"/>
            <a:ext cx="2061210"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escenarios</a:t>
            </a:r>
            <a:r>
              <a:rPr sz="1700" spc="-35" dirty="0">
                <a:solidFill>
                  <a:srgbClr val="FFFFFF"/>
                </a:solidFill>
                <a:latin typeface="Century Gothic"/>
                <a:cs typeface="Century Gothic"/>
              </a:rPr>
              <a:t> </a:t>
            </a:r>
            <a:r>
              <a:rPr sz="1700" dirty="0">
                <a:solidFill>
                  <a:srgbClr val="FFFFFF"/>
                </a:solidFill>
                <a:latin typeface="Century Gothic"/>
                <a:cs typeface="Century Gothic"/>
              </a:rPr>
              <a:t>de</a:t>
            </a:r>
            <a:r>
              <a:rPr sz="1700" spc="-15" dirty="0">
                <a:solidFill>
                  <a:srgbClr val="FFFFFF"/>
                </a:solidFill>
                <a:latin typeface="Century Gothic"/>
                <a:cs typeface="Century Gothic"/>
              </a:rPr>
              <a:t> </a:t>
            </a:r>
            <a:r>
              <a:rPr sz="1700" spc="-10" dirty="0">
                <a:solidFill>
                  <a:srgbClr val="FFFFFF"/>
                </a:solidFill>
                <a:latin typeface="Century Gothic"/>
                <a:cs typeface="Century Gothic"/>
              </a:rPr>
              <a:t>tests.</a:t>
            </a:r>
            <a:endParaRPr sz="1700">
              <a:latin typeface="Century Gothic"/>
              <a:cs typeface="Century Gothic"/>
            </a:endParaRPr>
          </a:p>
        </p:txBody>
      </p:sp>
      <p:grpSp>
        <p:nvGrpSpPr>
          <p:cNvPr id="30" name="object 30"/>
          <p:cNvGrpSpPr/>
          <p:nvPr/>
        </p:nvGrpSpPr>
        <p:grpSpPr>
          <a:xfrm>
            <a:off x="3836035" y="6640069"/>
            <a:ext cx="2076450" cy="139065"/>
            <a:chOff x="2312035" y="6640068"/>
            <a:chExt cx="2076450" cy="139065"/>
          </a:xfrm>
        </p:grpSpPr>
        <p:pic>
          <p:nvPicPr>
            <p:cNvPr id="31" name="object 31"/>
            <p:cNvPicPr/>
            <p:nvPr/>
          </p:nvPicPr>
          <p:blipFill>
            <a:blip r:embed="rId11" cstate="print"/>
            <a:stretch>
              <a:fillRect/>
            </a:stretch>
          </p:blipFill>
          <p:spPr>
            <a:xfrm>
              <a:off x="2312035" y="6640068"/>
              <a:ext cx="1965198" cy="138568"/>
            </a:xfrm>
            <a:prstGeom prst="rect">
              <a:avLst/>
            </a:prstGeom>
          </p:spPr>
        </p:pic>
        <p:sp>
          <p:nvSpPr>
            <p:cNvPr id="32" name="object 32"/>
            <p:cNvSpPr/>
            <p:nvPr/>
          </p:nvSpPr>
          <p:spPr>
            <a:xfrm>
              <a:off x="4316730" y="6705862"/>
              <a:ext cx="71755" cy="8890"/>
            </a:xfrm>
            <a:custGeom>
              <a:avLst/>
              <a:gdLst/>
              <a:ahLst/>
              <a:cxnLst/>
              <a:rect l="l" t="t" r="r" b="b"/>
              <a:pathLst>
                <a:path w="71754" h="8890">
                  <a:moveTo>
                    <a:pt x="71747" y="0"/>
                  </a:moveTo>
                  <a:lnTo>
                    <a:pt x="0" y="0"/>
                  </a:lnTo>
                  <a:lnTo>
                    <a:pt x="0" y="8831"/>
                  </a:lnTo>
                  <a:lnTo>
                    <a:pt x="71747" y="8831"/>
                  </a:lnTo>
                  <a:lnTo>
                    <a:pt x="71747" y="0"/>
                  </a:lnTo>
                  <a:close/>
                </a:path>
              </a:pathLst>
            </a:custGeom>
            <a:solidFill>
              <a:srgbClr val="FFFFFF">
                <a:alpha val="59999"/>
              </a:srgbClr>
            </a:solidFill>
          </p:spPr>
          <p:txBody>
            <a:bodyPr wrap="square" lIns="0" tIns="0" rIns="0" bIns="0" rtlCol="0"/>
            <a:lstStyle/>
            <a:p>
              <a:endParaRPr/>
            </a:p>
          </p:txBody>
        </p:sp>
      </p:grpSp>
      <p:grpSp>
        <p:nvGrpSpPr>
          <p:cNvPr id="33" name="object 33"/>
          <p:cNvGrpSpPr/>
          <p:nvPr/>
        </p:nvGrpSpPr>
        <p:grpSpPr>
          <a:xfrm>
            <a:off x="5962522" y="2098549"/>
            <a:ext cx="4618990" cy="4680585"/>
            <a:chOff x="4438522" y="2098548"/>
            <a:chExt cx="4618990" cy="4680585"/>
          </a:xfrm>
        </p:grpSpPr>
        <p:pic>
          <p:nvPicPr>
            <p:cNvPr id="34" name="object 34"/>
            <p:cNvPicPr/>
            <p:nvPr/>
          </p:nvPicPr>
          <p:blipFill>
            <a:blip r:embed="rId12" cstate="print"/>
            <a:stretch>
              <a:fillRect/>
            </a:stretch>
          </p:blipFill>
          <p:spPr>
            <a:xfrm>
              <a:off x="4438522" y="6644309"/>
              <a:ext cx="1822957" cy="134326"/>
            </a:xfrm>
            <a:prstGeom prst="rect">
              <a:avLst/>
            </a:prstGeom>
          </p:spPr>
        </p:pic>
        <p:pic>
          <p:nvPicPr>
            <p:cNvPr id="35" name="object 35"/>
            <p:cNvPicPr/>
            <p:nvPr/>
          </p:nvPicPr>
          <p:blipFill>
            <a:blip r:embed="rId13" cstate="print"/>
            <a:stretch>
              <a:fillRect/>
            </a:stretch>
          </p:blipFill>
          <p:spPr>
            <a:xfrm>
              <a:off x="4518659" y="2194560"/>
              <a:ext cx="4445508" cy="4369308"/>
            </a:xfrm>
            <a:prstGeom prst="rect">
              <a:avLst/>
            </a:prstGeom>
          </p:spPr>
        </p:pic>
        <p:pic>
          <p:nvPicPr>
            <p:cNvPr id="36" name="object 36"/>
            <p:cNvPicPr/>
            <p:nvPr/>
          </p:nvPicPr>
          <p:blipFill>
            <a:blip r:embed="rId14" cstate="print"/>
            <a:stretch>
              <a:fillRect/>
            </a:stretch>
          </p:blipFill>
          <p:spPr>
            <a:xfrm>
              <a:off x="4514087" y="2098548"/>
              <a:ext cx="4543044" cy="4549140"/>
            </a:xfrm>
            <a:prstGeom prst="rect">
              <a:avLst/>
            </a:prstGeom>
          </p:spPr>
        </p:pic>
        <p:sp>
          <p:nvSpPr>
            <p:cNvPr id="37" name="object 37"/>
            <p:cNvSpPr/>
            <p:nvPr/>
          </p:nvSpPr>
          <p:spPr>
            <a:xfrm>
              <a:off x="4571999" y="2209800"/>
              <a:ext cx="4343400" cy="4267200"/>
            </a:xfrm>
            <a:custGeom>
              <a:avLst/>
              <a:gdLst/>
              <a:ahLst/>
              <a:cxnLst/>
              <a:rect l="l" t="t" r="r" b="b"/>
              <a:pathLst>
                <a:path w="4343400" h="4267200">
                  <a:moveTo>
                    <a:pt x="4343400" y="0"/>
                  </a:moveTo>
                  <a:lnTo>
                    <a:pt x="0" y="0"/>
                  </a:lnTo>
                  <a:lnTo>
                    <a:pt x="0" y="4267200"/>
                  </a:lnTo>
                  <a:lnTo>
                    <a:pt x="4343400" y="4267200"/>
                  </a:lnTo>
                  <a:lnTo>
                    <a:pt x="4343400" y="0"/>
                  </a:lnTo>
                  <a:close/>
                </a:path>
              </a:pathLst>
            </a:custGeom>
            <a:solidFill>
              <a:srgbClr val="467576"/>
            </a:solidFill>
          </p:spPr>
          <p:txBody>
            <a:bodyPr wrap="square" lIns="0" tIns="0" rIns="0" bIns="0" rtlCol="0"/>
            <a:lstStyle/>
            <a:p>
              <a:endParaRPr/>
            </a:p>
          </p:txBody>
        </p:sp>
      </p:grpSp>
      <p:sp>
        <p:nvSpPr>
          <p:cNvPr id="38" name="object 38"/>
          <p:cNvSpPr txBox="1"/>
          <p:nvPr/>
        </p:nvSpPr>
        <p:spPr>
          <a:xfrm>
            <a:off x="1907540" y="2162302"/>
            <a:ext cx="7698740" cy="285115"/>
          </a:xfrm>
          <a:prstGeom prst="rect">
            <a:avLst/>
          </a:prstGeom>
        </p:spPr>
        <p:txBody>
          <a:bodyPr vert="horz" wrap="square" lIns="0" tIns="13335" rIns="0" bIns="0" rtlCol="0">
            <a:spAutoFit/>
          </a:bodyPr>
          <a:lstStyle/>
          <a:p>
            <a:pPr marL="354965" indent="-342265">
              <a:spcBef>
                <a:spcPts val="105"/>
              </a:spcBef>
              <a:buClr>
                <a:srgbClr val="AF1512"/>
              </a:buClr>
              <a:buSzPct val="79411"/>
              <a:buFont typeface="Wingdings"/>
              <a:buChar char=""/>
              <a:tabLst>
                <a:tab pos="354965" algn="l"/>
                <a:tab pos="4279900" algn="l"/>
                <a:tab pos="4622800" algn="l"/>
              </a:tabLst>
            </a:pPr>
            <a:r>
              <a:rPr sz="1700" dirty="0">
                <a:solidFill>
                  <a:srgbClr val="FFFFFF"/>
                </a:solidFill>
                <a:latin typeface="Century Gothic"/>
                <a:cs typeface="Century Gothic"/>
              </a:rPr>
              <a:t>El</a:t>
            </a:r>
            <a:r>
              <a:rPr sz="1700" spc="-30" dirty="0">
                <a:solidFill>
                  <a:srgbClr val="FFFFFF"/>
                </a:solidFill>
                <a:latin typeface="Century Gothic"/>
                <a:cs typeface="Century Gothic"/>
              </a:rPr>
              <a:t> </a:t>
            </a:r>
            <a:r>
              <a:rPr sz="1700" dirty="0">
                <a:solidFill>
                  <a:srgbClr val="FFFFFF"/>
                </a:solidFill>
                <a:latin typeface="Century Gothic"/>
                <a:cs typeface="Century Gothic"/>
              </a:rPr>
              <a:t>analista</a:t>
            </a:r>
            <a:r>
              <a:rPr sz="1700" spc="-30" dirty="0">
                <a:solidFill>
                  <a:srgbClr val="FFFFFF"/>
                </a:solidFill>
                <a:latin typeface="Century Gothic"/>
                <a:cs typeface="Century Gothic"/>
              </a:rPr>
              <a:t> </a:t>
            </a:r>
            <a:r>
              <a:rPr sz="1700" dirty="0">
                <a:solidFill>
                  <a:srgbClr val="FFFFFF"/>
                </a:solidFill>
                <a:latin typeface="Century Gothic"/>
                <a:cs typeface="Century Gothic"/>
              </a:rPr>
              <a:t>escribe</a:t>
            </a:r>
            <a:r>
              <a:rPr sz="1700" spc="-45" dirty="0">
                <a:solidFill>
                  <a:srgbClr val="FFFFFF"/>
                </a:solidFill>
                <a:latin typeface="Century Gothic"/>
                <a:cs typeface="Century Gothic"/>
              </a:rPr>
              <a:t> </a:t>
            </a:r>
            <a:r>
              <a:rPr sz="1700" spc="-25" dirty="0">
                <a:solidFill>
                  <a:srgbClr val="FFFFFF"/>
                </a:solidFill>
                <a:latin typeface="Century Gothic"/>
                <a:cs typeface="Century Gothic"/>
              </a:rPr>
              <a:t>los</a:t>
            </a:r>
            <a:r>
              <a:rPr sz="1700" dirty="0">
                <a:solidFill>
                  <a:srgbClr val="FFFFFF"/>
                </a:solidFill>
                <a:latin typeface="Century Gothic"/>
                <a:cs typeface="Century Gothic"/>
              </a:rPr>
              <a:t>	</a:t>
            </a:r>
            <a:r>
              <a:rPr sz="1350" spc="-50" dirty="0">
                <a:solidFill>
                  <a:srgbClr val="AF1512"/>
                </a:solidFill>
                <a:latin typeface="Wingdings"/>
                <a:cs typeface="Wingdings"/>
              </a:rPr>
              <a:t></a:t>
            </a:r>
            <a:r>
              <a:rPr sz="1350" dirty="0">
                <a:solidFill>
                  <a:srgbClr val="AF1512"/>
                </a:solidFill>
                <a:latin typeface="Times New Roman"/>
                <a:cs typeface="Times New Roman"/>
              </a:rPr>
              <a:t>	</a:t>
            </a:r>
            <a:r>
              <a:rPr sz="1700" dirty="0">
                <a:solidFill>
                  <a:srgbClr val="FFFFFF"/>
                </a:solidFill>
                <a:latin typeface="Century Gothic"/>
                <a:cs typeface="Century Gothic"/>
              </a:rPr>
              <a:t>El</a:t>
            </a:r>
            <a:r>
              <a:rPr sz="1700" spc="-10" dirty="0">
                <a:solidFill>
                  <a:srgbClr val="FFFFFF"/>
                </a:solidFill>
                <a:latin typeface="Century Gothic"/>
                <a:cs typeface="Century Gothic"/>
              </a:rPr>
              <a:t> </a:t>
            </a:r>
            <a:r>
              <a:rPr sz="1700" dirty="0">
                <a:solidFill>
                  <a:srgbClr val="FFFFFF"/>
                </a:solidFill>
                <a:latin typeface="Century Gothic"/>
                <a:cs typeface="Century Gothic"/>
              </a:rPr>
              <a:t>tester</a:t>
            </a:r>
            <a:r>
              <a:rPr sz="1700" spc="-10" dirty="0">
                <a:solidFill>
                  <a:srgbClr val="FFFFFF"/>
                </a:solidFill>
                <a:latin typeface="Century Gothic"/>
                <a:cs typeface="Century Gothic"/>
              </a:rPr>
              <a:t> </a:t>
            </a:r>
            <a:r>
              <a:rPr sz="1700" dirty="0">
                <a:solidFill>
                  <a:srgbClr val="FFFFFF"/>
                </a:solidFill>
                <a:latin typeface="Century Gothic"/>
                <a:cs typeface="Century Gothic"/>
              </a:rPr>
              <a:t>escribirá</a:t>
            </a:r>
            <a:r>
              <a:rPr sz="1700" spc="-40" dirty="0">
                <a:solidFill>
                  <a:srgbClr val="FFFFFF"/>
                </a:solidFill>
                <a:latin typeface="Century Gothic"/>
                <a:cs typeface="Century Gothic"/>
              </a:rPr>
              <a:t> </a:t>
            </a:r>
            <a:r>
              <a:rPr sz="1700" dirty="0">
                <a:solidFill>
                  <a:srgbClr val="FFFFFF"/>
                </a:solidFill>
                <a:latin typeface="Century Gothic"/>
                <a:cs typeface="Century Gothic"/>
              </a:rPr>
              <a:t>los</a:t>
            </a:r>
            <a:r>
              <a:rPr sz="1700" spc="-35" dirty="0">
                <a:solidFill>
                  <a:srgbClr val="FFFFFF"/>
                </a:solidFill>
                <a:latin typeface="Century Gothic"/>
                <a:cs typeface="Century Gothic"/>
              </a:rPr>
              <a:t> </a:t>
            </a:r>
            <a:r>
              <a:rPr sz="1700" dirty="0">
                <a:solidFill>
                  <a:srgbClr val="FFFFFF"/>
                </a:solidFill>
                <a:latin typeface="Century Gothic"/>
                <a:cs typeface="Century Gothic"/>
              </a:rPr>
              <a:t>casos</a:t>
            </a:r>
            <a:r>
              <a:rPr sz="1700" spc="-15" dirty="0">
                <a:solidFill>
                  <a:srgbClr val="FFFFFF"/>
                </a:solidFill>
                <a:latin typeface="Century Gothic"/>
                <a:cs typeface="Century Gothic"/>
              </a:rPr>
              <a:t> </a:t>
            </a:r>
            <a:r>
              <a:rPr sz="1700" spc="-25" dirty="0">
                <a:solidFill>
                  <a:srgbClr val="FFFFFF"/>
                </a:solidFill>
                <a:latin typeface="Century Gothic"/>
                <a:cs typeface="Century Gothic"/>
              </a:rPr>
              <a:t>de</a:t>
            </a:r>
            <a:endParaRPr sz="1700">
              <a:latin typeface="Century Gothic"/>
              <a:cs typeface="Century Gothic"/>
            </a:endParaRPr>
          </a:p>
        </p:txBody>
      </p:sp>
      <p:sp>
        <p:nvSpPr>
          <p:cNvPr id="39" name="object 39"/>
          <p:cNvSpPr txBox="1"/>
          <p:nvPr/>
        </p:nvSpPr>
        <p:spPr>
          <a:xfrm>
            <a:off x="2250441" y="2343658"/>
            <a:ext cx="7617459" cy="285115"/>
          </a:xfrm>
          <a:prstGeom prst="rect">
            <a:avLst/>
          </a:prstGeom>
        </p:spPr>
        <p:txBody>
          <a:bodyPr vert="horz" wrap="square" lIns="0" tIns="13335" rIns="0" bIns="0" rtlCol="0">
            <a:spAutoFit/>
          </a:bodyPr>
          <a:lstStyle/>
          <a:p>
            <a:pPr marL="12700">
              <a:spcBef>
                <a:spcPts val="105"/>
              </a:spcBef>
              <a:tabLst>
                <a:tab pos="4279900" algn="l"/>
              </a:tabLst>
            </a:pPr>
            <a:r>
              <a:rPr sz="1700" dirty="0">
                <a:solidFill>
                  <a:srgbClr val="FFFFFF"/>
                </a:solidFill>
                <a:latin typeface="Century Gothic"/>
                <a:cs typeface="Century Gothic"/>
              </a:rPr>
              <a:t>requerimientos</a:t>
            </a:r>
            <a:r>
              <a:rPr sz="1700" spc="-70" dirty="0">
                <a:solidFill>
                  <a:srgbClr val="FFFFFF"/>
                </a:solidFill>
                <a:latin typeface="Century Gothic"/>
                <a:cs typeface="Century Gothic"/>
              </a:rPr>
              <a:t> </a:t>
            </a:r>
            <a:r>
              <a:rPr sz="1700" dirty="0">
                <a:solidFill>
                  <a:srgbClr val="FFFFFF"/>
                </a:solidFill>
                <a:latin typeface="Century Gothic"/>
                <a:cs typeface="Century Gothic"/>
              </a:rPr>
              <a:t>funcionales</a:t>
            </a:r>
            <a:r>
              <a:rPr sz="1700" spc="-80" dirty="0">
                <a:solidFill>
                  <a:srgbClr val="FFFFFF"/>
                </a:solidFill>
                <a:latin typeface="Century Gothic"/>
                <a:cs typeface="Century Gothic"/>
              </a:rPr>
              <a:t> </a:t>
            </a:r>
            <a:r>
              <a:rPr sz="1700" spc="-50" dirty="0">
                <a:solidFill>
                  <a:srgbClr val="FFFFFF"/>
                </a:solidFill>
                <a:latin typeface="Century Gothic"/>
                <a:cs typeface="Century Gothic"/>
              </a:rPr>
              <a:t>a</a:t>
            </a:r>
            <a:r>
              <a:rPr sz="1700" dirty="0">
                <a:solidFill>
                  <a:srgbClr val="FFFFFF"/>
                </a:solidFill>
                <a:latin typeface="Century Gothic"/>
                <a:cs typeface="Century Gothic"/>
              </a:rPr>
              <a:t>	test/escenarios</a:t>
            </a:r>
            <a:r>
              <a:rPr sz="1700" spc="-30" dirty="0">
                <a:solidFill>
                  <a:srgbClr val="FFFFFF"/>
                </a:solidFill>
                <a:latin typeface="Century Gothic"/>
                <a:cs typeface="Century Gothic"/>
              </a:rPr>
              <a:t> </a:t>
            </a:r>
            <a:r>
              <a:rPr sz="1700" dirty="0">
                <a:solidFill>
                  <a:srgbClr val="FFFFFF"/>
                </a:solidFill>
                <a:latin typeface="Century Gothic"/>
                <a:cs typeface="Century Gothic"/>
              </a:rPr>
              <a:t>de</a:t>
            </a:r>
            <a:r>
              <a:rPr sz="1700" spc="-20" dirty="0">
                <a:solidFill>
                  <a:srgbClr val="FFFFFF"/>
                </a:solidFill>
                <a:latin typeface="Century Gothic"/>
                <a:cs typeface="Century Gothic"/>
              </a:rPr>
              <a:t> </a:t>
            </a:r>
            <a:r>
              <a:rPr sz="1700" dirty="0">
                <a:solidFill>
                  <a:srgbClr val="FFFFFF"/>
                </a:solidFill>
                <a:latin typeface="Century Gothic"/>
                <a:cs typeface="Century Gothic"/>
              </a:rPr>
              <a:t>test</a:t>
            </a:r>
            <a:r>
              <a:rPr sz="1700" spc="-5" dirty="0">
                <a:solidFill>
                  <a:srgbClr val="FFFFFF"/>
                </a:solidFill>
                <a:latin typeface="Century Gothic"/>
                <a:cs typeface="Century Gothic"/>
              </a:rPr>
              <a:t> </a:t>
            </a:r>
            <a:r>
              <a:rPr sz="1700" dirty="0">
                <a:solidFill>
                  <a:srgbClr val="FFFFFF"/>
                </a:solidFill>
                <a:latin typeface="Century Gothic"/>
                <a:cs typeface="Century Gothic"/>
              </a:rPr>
              <a:t>desde</a:t>
            </a:r>
            <a:r>
              <a:rPr sz="1700" spc="-20" dirty="0">
                <a:solidFill>
                  <a:srgbClr val="FFFFFF"/>
                </a:solidFill>
                <a:latin typeface="Century Gothic"/>
                <a:cs typeface="Century Gothic"/>
              </a:rPr>
              <a:t> </a:t>
            </a:r>
            <a:r>
              <a:rPr sz="1700" spc="-25" dirty="0">
                <a:solidFill>
                  <a:srgbClr val="FFFFFF"/>
                </a:solidFill>
                <a:latin typeface="Century Gothic"/>
                <a:cs typeface="Century Gothic"/>
              </a:rPr>
              <a:t>el</a:t>
            </a:r>
            <a:endParaRPr sz="1700">
              <a:latin typeface="Century Gothic"/>
              <a:cs typeface="Century Gothic"/>
            </a:endParaRPr>
          </a:p>
        </p:txBody>
      </p:sp>
      <p:sp>
        <p:nvSpPr>
          <p:cNvPr id="40" name="object 40"/>
          <p:cNvSpPr txBox="1"/>
          <p:nvPr/>
        </p:nvSpPr>
        <p:spPr>
          <a:xfrm>
            <a:off x="6518275" y="2525014"/>
            <a:ext cx="2960370" cy="285115"/>
          </a:xfrm>
          <a:prstGeom prst="rect">
            <a:avLst/>
          </a:prstGeom>
        </p:spPr>
        <p:txBody>
          <a:bodyPr vert="horz" wrap="square" lIns="0" tIns="13335" rIns="0" bIns="0" rtlCol="0">
            <a:spAutoFit/>
          </a:bodyPr>
          <a:lstStyle/>
          <a:p>
            <a:pPr marL="12700">
              <a:spcBef>
                <a:spcPts val="105"/>
              </a:spcBef>
            </a:pPr>
            <a:r>
              <a:rPr sz="1700" dirty="0">
                <a:solidFill>
                  <a:srgbClr val="FFFFFF"/>
                </a:solidFill>
                <a:latin typeface="Century Gothic"/>
                <a:cs typeface="Century Gothic"/>
              </a:rPr>
              <a:t>mismo</a:t>
            </a:r>
            <a:r>
              <a:rPr sz="1700" spc="-10" dirty="0">
                <a:solidFill>
                  <a:srgbClr val="FFFFFF"/>
                </a:solidFill>
                <a:latin typeface="Century Gothic"/>
                <a:cs typeface="Century Gothic"/>
              </a:rPr>
              <a:t> </a:t>
            </a:r>
            <a:r>
              <a:rPr sz="1700" dirty="0">
                <a:solidFill>
                  <a:srgbClr val="FFFFFF"/>
                </a:solidFill>
                <a:latin typeface="Century Gothic"/>
                <a:cs typeface="Century Gothic"/>
              </a:rPr>
              <a:t>punto</a:t>
            </a:r>
            <a:r>
              <a:rPr sz="1700" spc="5" dirty="0">
                <a:solidFill>
                  <a:srgbClr val="FFFFFF"/>
                </a:solidFill>
                <a:latin typeface="Century Gothic"/>
                <a:cs typeface="Century Gothic"/>
              </a:rPr>
              <a:t> </a:t>
            </a:r>
            <a:r>
              <a:rPr sz="1700" dirty="0">
                <a:solidFill>
                  <a:srgbClr val="FFFFFF"/>
                </a:solidFill>
                <a:latin typeface="Century Gothic"/>
                <a:cs typeface="Century Gothic"/>
              </a:rPr>
              <a:t>de</a:t>
            </a:r>
            <a:r>
              <a:rPr sz="1700" spc="-15" dirty="0">
                <a:solidFill>
                  <a:srgbClr val="FFFFFF"/>
                </a:solidFill>
                <a:latin typeface="Century Gothic"/>
                <a:cs typeface="Century Gothic"/>
              </a:rPr>
              <a:t> </a:t>
            </a:r>
            <a:r>
              <a:rPr sz="1700" dirty="0">
                <a:solidFill>
                  <a:srgbClr val="FFFFFF"/>
                </a:solidFill>
                <a:latin typeface="Century Gothic"/>
                <a:cs typeface="Century Gothic"/>
              </a:rPr>
              <a:t>partida,</a:t>
            </a:r>
            <a:r>
              <a:rPr sz="1700" spc="-5" dirty="0">
                <a:solidFill>
                  <a:srgbClr val="FFFFFF"/>
                </a:solidFill>
                <a:latin typeface="Century Gothic"/>
                <a:cs typeface="Century Gothic"/>
              </a:rPr>
              <a:t> </a:t>
            </a:r>
            <a:r>
              <a:rPr sz="1700" spc="-25" dirty="0">
                <a:solidFill>
                  <a:srgbClr val="FFFFFF"/>
                </a:solidFill>
                <a:latin typeface="Century Gothic"/>
                <a:cs typeface="Century Gothic"/>
              </a:rPr>
              <a:t>los</a:t>
            </a:r>
            <a:endParaRPr sz="1700">
              <a:latin typeface="Century Gothic"/>
              <a:cs typeface="Century Gothic"/>
            </a:endParaRPr>
          </a:p>
        </p:txBody>
      </p:sp>
      <p:sp>
        <p:nvSpPr>
          <p:cNvPr id="41" name="object 41"/>
          <p:cNvSpPr txBox="1"/>
          <p:nvPr/>
        </p:nvSpPr>
        <p:spPr>
          <a:xfrm>
            <a:off x="6518276" y="2706371"/>
            <a:ext cx="2788285" cy="285115"/>
          </a:xfrm>
          <a:prstGeom prst="rect">
            <a:avLst/>
          </a:prstGeom>
        </p:spPr>
        <p:txBody>
          <a:bodyPr vert="horz" wrap="square" lIns="0" tIns="13335" rIns="0" bIns="0" rtlCol="0">
            <a:spAutoFit/>
          </a:bodyPr>
          <a:lstStyle/>
          <a:p>
            <a:pPr marL="12700">
              <a:spcBef>
                <a:spcPts val="105"/>
              </a:spcBef>
            </a:pPr>
            <a:r>
              <a:rPr sz="1700" dirty="0">
                <a:solidFill>
                  <a:srgbClr val="FFFFFF"/>
                </a:solidFill>
                <a:latin typeface="Century Gothic"/>
                <a:cs typeface="Century Gothic"/>
              </a:rPr>
              <a:t>requerimientos</a:t>
            </a:r>
            <a:r>
              <a:rPr sz="1700" spc="-55" dirty="0">
                <a:solidFill>
                  <a:srgbClr val="FFFFFF"/>
                </a:solidFill>
                <a:latin typeface="Century Gothic"/>
                <a:cs typeface="Century Gothic"/>
              </a:rPr>
              <a:t> </a:t>
            </a:r>
            <a:r>
              <a:rPr sz="1700" dirty="0">
                <a:solidFill>
                  <a:srgbClr val="FFFFFF"/>
                </a:solidFill>
                <a:latin typeface="Century Gothic"/>
                <a:cs typeface="Century Gothic"/>
              </a:rPr>
              <a:t>de</a:t>
            </a:r>
            <a:r>
              <a:rPr sz="1700" spc="-35" dirty="0">
                <a:solidFill>
                  <a:srgbClr val="FFFFFF"/>
                </a:solidFill>
                <a:latin typeface="Century Gothic"/>
                <a:cs typeface="Century Gothic"/>
              </a:rPr>
              <a:t> </a:t>
            </a:r>
            <a:r>
              <a:rPr sz="1700" spc="-10" dirty="0">
                <a:solidFill>
                  <a:srgbClr val="FFFFFF"/>
                </a:solidFill>
                <a:latin typeface="Century Gothic"/>
                <a:cs typeface="Century Gothic"/>
              </a:rPr>
              <a:t>usuario.</a:t>
            </a:r>
            <a:endParaRPr sz="1700">
              <a:latin typeface="Century Gothic"/>
              <a:cs typeface="Century Gothic"/>
            </a:endParaRPr>
          </a:p>
        </p:txBody>
      </p:sp>
      <p:sp>
        <p:nvSpPr>
          <p:cNvPr id="42" name="object 42"/>
          <p:cNvSpPr txBox="1"/>
          <p:nvPr/>
        </p:nvSpPr>
        <p:spPr>
          <a:xfrm>
            <a:off x="6175375" y="3323285"/>
            <a:ext cx="2673350" cy="285750"/>
          </a:xfrm>
          <a:prstGeom prst="rect">
            <a:avLst/>
          </a:prstGeom>
        </p:spPr>
        <p:txBody>
          <a:bodyPr vert="horz" wrap="square" lIns="0" tIns="13335" rIns="0" bIns="0" rtlCol="0">
            <a:spAutoFit/>
          </a:bodyPr>
          <a:lstStyle/>
          <a:p>
            <a:pPr marL="354965" indent="-342265">
              <a:spcBef>
                <a:spcPts val="105"/>
              </a:spcBef>
              <a:buClr>
                <a:srgbClr val="AF1512"/>
              </a:buClr>
              <a:buSzPct val="79411"/>
              <a:buFont typeface="Wingdings"/>
              <a:buChar char=""/>
              <a:tabLst>
                <a:tab pos="354965" algn="l"/>
              </a:tabLst>
            </a:pPr>
            <a:r>
              <a:rPr sz="1700" dirty="0">
                <a:solidFill>
                  <a:srgbClr val="FFFFFF"/>
                </a:solidFill>
                <a:latin typeface="Century Gothic"/>
                <a:cs typeface="Century Gothic"/>
              </a:rPr>
              <a:t>Ambigüedades</a:t>
            </a:r>
            <a:r>
              <a:rPr sz="1700" spc="-50" dirty="0">
                <a:solidFill>
                  <a:srgbClr val="FFFFFF"/>
                </a:solidFill>
                <a:latin typeface="Century Gothic"/>
                <a:cs typeface="Century Gothic"/>
              </a:rPr>
              <a:t> </a:t>
            </a:r>
            <a:r>
              <a:rPr sz="1700" dirty="0">
                <a:solidFill>
                  <a:srgbClr val="FFFFFF"/>
                </a:solidFill>
                <a:latin typeface="Century Gothic"/>
                <a:cs typeface="Century Gothic"/>
              </a:rPr>
              <a:t>en</a:t>
            </a:r>
            <a:r>
              <a:rPr sz="1700" spc="-35" dirty="0">
                <a:solidFill>
                  <a:srgbClr val="FFFFFF"/>
                </a:solidFill>
                <a:latin typeface="Century Gothic"/>
                <a:cs typeface="Century Gothic"/>
              </a:rPr>
              <a:t> </a:t>
            </a:r>
            <a:r>
              <a:rPr sz="1700" spc="-25" dirty="0">
                <a:solidFill>
                  <a:srgbClr val="FFFFFF"/>
                </a:solidFill>
                <a:latin typeface="Century Gothic"/>
                <a:cs typeface="Century Gothic"/>
              </a:rPr>
              <a:t>los</a:t>
            </a:r>
            <a:endParaRPr sz="1700">
              <a:latin typeface="Century Gothic"/>
              <a:cs typeface="Century Gothic"/>
            </a:endParaRPr>
          </a:p>
        </p:txBody>
      </p:sp>
      <p:sp>
        <p:nvSpPr>
          <p:cNvPr id="43" name="object 43"/>
          <p:cNvSpPr txBox="1"/>
          <p:nvPr/>
        </p:nvSpPr>
        <p:spPr>
          <a:xfrm>
            <a:off x="6518276" y="3505328"/>
            <a:ext cx="2988945" cy="285115"/>
          </a:xfrm>
          <a:prstGeom prst="rect">
            <a:avLst/>
          </a:prstGeom>
        </p:spPr>
        <p:txBody>
          <a:bodyPr vert="horz" wrap="square" lIns="0" tIns="13335" rIns="0" bIns="0" rtlCol="0">
            <a:spAutoFit/>
          </a:bodyPr>
          <a:lstStyle/>
          <a:p>
            <a:pPr marL="12700">
              <a:spcBef>
                <a:spcPts val="105"/>
              </a:spcBef>
            </a:pPr>
            <a:r>
              <a:rPr sz="1700" dirty="0">
                <a:solidFill>
                  <a:srgbClr val="FFFFFF"/>
                </a:solidFill>
                <a:latin typeface="Century Gothic"/>
                <a:cs typeface="Century Gothic"/>
              </a:rPr>
              <a:t>requerimientos</a:t>
            </a:r>
            <a:r>
              <a:rPr sz="1700" spc="-55" dirty="0">
                <a:solidFill>
                  <a:srgbClr val="FFFFFF"/>
                </a:solidFill>
                <a:latin typeface="Century Gothic"/>
                <a:cs typeface="Century Gothic"/>
              </a:rPr>
              <a:t> </a:t>
            </a:r>
            <a:r>
              <a:rPr sz="1700" dirty="0">
                <a:solidFill>
                  <a:srgbClr val="FFFFFF"/>
                </a:solidFill>
                <a:latin typeface="Century Gothic"/>
                <a:cs typeface="Century Gothic"/>
              </a:rPr>
              <a:t>de</a:t>
            </a:r>
            <a:r>
              <a:rPr sz="1700" spc="-35" dirty="0">
                <a:solidFill>
                  <a:srgbClr val="FFFFFF"/>
                </a:solidFill>
                <a:latin typeface="Century Gothic"/>
                <a:cs typeface="Century Gothic"/>
              </a:rPr>
              <a:t> </a:t>
            </a:r>
            <a:r>
              <a:rPr sz="1700" dirty="0">
                <a:solidFill>
                  <a:srgbClr val="FFFFFF"/>
                </a:solidFill>
                <a:latin typeface="Century Gothic"/>
                <a:cs typeface="Century Gothic"/>
              </a:rPr>
              <a:t>usuarios</a:t>
            </a:r>
            <a:r>
              <a:rPr sz="1700" spc="-20" dirty="0">
                <a:solidFill>
                  <a:srgbClr val="FFFFFF"/>
                </a:solidFill>
                <a:latin typeface="Century Gothic"/>
                <a:cs typeface="Century Gothic"/>
              </a:rPr>
              <a:t> </a:t>
            </a:r>
            <a:r>
              <a:rPr sz="1700" spc="-50" dirty="0">
                <a:solidFill>
                  <a:srgbClr val="FFFFFF"/>
                </a:solidFill>
                <a:latin typeface="Century Gothic"/>
                <a:cs typeface="Century Gothic"/>
              </a:rPr>
              <a:t>y</a:t>
            </a:r>
            <a:endParaRPr sz="1700">
              <a:latin typeface="Century Gothic"/>
              <a:cs typeface="Century Gothic"/>
            </a:endParaRPr>
          </a:p>
        </p:txBody>
      </p:sp>
      <p:sp>
        <p:nvSpPr>
          <p:cNvPr id="44" name="object 44"/>
          <p:cNvSpPr txBox="1"/>
          <p:nvPr/>
        </p:nvSpPr>
        <p:spPr>
          <a:xfrm>
            <a:off x="6518276" y="3686684"/>
            <a:ext cx="3305175"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diferencias</a:t>
            </a:r>
            <a:r>
              <a:rPr sz="1700" spc="-30" dirty="0">
                <a:solidFill>
                  <a:srgbClr val="FFFFFF"/>
                </a:solidFill>
                <a:latin typeface="Century Gothic"/>
                <a:cs typeface="Century Gothic"/>
              </a:rPr>
              <a:t> </a:t>
            </a:r>
            <a:r>
              <a:rPr sz="1700" dirty="0">
                <a:solidFill>
                  <a:srgbClr val="FFFFFF"/>
                </a:solidFill>
                <a:latin typeface="Century Gothic"/>
                <a:cs typeface="Century Gothic"/>
              </a:rPr>
              <a:t>en</a:t>
            </a:r>
            <a:r>
              <a:rPr sz="1700" spc="-15" dirty="0">
                <a:solidFill>
                  <a:srgbClr val="FFFFFF"/>
                </a:solidFill>
                <a:latin typeface="Century Gothic"/>
                <a:cs typeface="Century Gothic"/>
              </a:rPr>
              <a:t> </a:t>
            </a:r>
            <a:r>
              <a:rPr sz="1700" dirty="0">
                <a:solidFill>
                  <a:srgbClr val="FFFFFF"/>
                </a:solidFill>
                <a:latin typeface="Century Gothic"/>
                <a:cs typeface="Century Gothic"/>
              </a:rPr>
              <a:t>la</a:t>
            </a:r>
            <a:r>
              <a:rPr sz="1700" spc="-15" dirty="0">
                <a:solidFill>
                  <a:srgbClr val="FFFFFF"/>
                </a:solidFill>
                <a:latin typeface="Century Gothic"/>
                <a:cs typeface="Century Gothic"/>
              </a:rPr>
              <a:t> </a:t>
            </a:r>
            <a:r>
              <a:rPr sz="1700" spc="-10" dirty="0">
                <a:solidFill>
                  <a:srgbClr val="FFFFFF"/>
                </a:solidFill>
                <a:latin typeface="Century Gothic"/>
                <a:cs typeface="Century Gothic"/>
              </a:rPr>
              <a:t>interpretación</a:t>
            </a:r>
            <a:endParaRPr sz="1700">
              <a:latin typeface="Century Gothic"/>
              <a:cs typeface="Century Gothic"/>
            </a:endParaRPr>
          </a:p>
        </p:txBody>
      </p:sp>
      <p:sp>
        <p:nvSpPr>
          <p:cNvPr id="45" name="object 45"/>
          <p:cNvSpPr txBox="1"/>
          <p:nvPr/>
        </p:nvSpPr>
        <p:spPr>
          <a:xfrm>
            <a:off x="6518275" y="3868040"/>
            <a:ext cx="3385820"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pueden</a:t>
            </a:r>
            <a:r>
              <a:rPr sz="1700" spc="5" dirty="0">
                <a:solidFill>
                  <a:srgbClr val="FFFFFF"/>
                </a:solidFill>
                <a:latin typeface="Century Gothic"/>
                <a:cs typeface="Century Gothic"/>
              </a:rPr>
              <a:t> </a:t>
            </a:r>
            <a:r>
              <a:rPr sz="1700" dirty="0">
                <a:solidFill>
                  <a:srgbClr val="FFFFFF"/>
                </a:solidFill>
                <a:latin typeface="Century Gothic"/>
                <a:cs typeface="Century Gothic"/>
              </a:rPr>
              <a:t>generar</a:t>
            </a:r>
            <a:r>
              <a:rPr sz="1700" spc="-20" dirty="0">
                <a:solidFill>
                  <a:srgbClr val="FFFFFF"/>
                </a:solidFill>
                <a:latin typeface="Century Gothic"/>
                <a:cs typeface="Century Gothic"/>
              </a:rPr>
              <a:t> </a:t>
            </a:r>
            <a:r>
              <a:rPr sz="1700" spc="-10" dirty="0">
                <a:solidFill>
                  <a:srgbClr val="FFFFFF"/>
                </a:solidFill>
                <a:latin typeface="Century Gothic"/>
                <a:cs typeface="Century Gothic"/>
              </a:rPr>
              <a:t>inconsistencias</a:t>
            </a:r>
            <a:endParaRPr sz="1700">
              <a:latin typeface="Century Gothic"/>
              <a:cs typeface="Century Gothic"/>
            </a:endParaRPr>
          </a:p>
        </p:txBody>
      </p:sp>
      <p:sp>
        <p:nvSpPr>
          <p:cNvPr id="46" name="object 46"/>
          <p:cNvSpPr txBox="1"/>
          <p:nvPr/>
        </p:nvSpPr>
        <p:spPr>
          <a:xfrm>
            <a:off x="6518275" y="4049396"/>
            <a:ext cx="3843020"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entre</a:t>
            </a:r>
            <a:r>
              <a:rPr sz="1700" spc="-10" dirty="0">
                <a:solidFill>
                  <a:srgbClr val="FFFFFF"/>
                </a:solidFill>
                <a:latin typeface="Century Gothic"/>
                <a:cs typeface="Century Gothic"/>
              </a:rPr>
              <a:t> </a:t>
            </a:r>
            <a:r>
              <a:rPr sz="1700" dirty="0">
                <a:solidFill>
                  <a:srgbClr val="FFFFFF"/>
                </a:solidFill>
                <a:latin typeface="Century Gothic"/>
                <a:cs typeface="Century Gothic"/>
              </a:rPr>
              <a:t>las</a:t>
            </a:r>
            <a:r>
              <a:rPr sz="1700" spc="-25" dirty="0">
                <a:solidFill>
                  <a:srgbClr val="FFFFFF"/>
                </a:solidFill>
                <a:latin typeface="Century Gothic"/>
                <a:cs typeface="Century Gothic"/>
              </a:rPr>
              <a:t> </a:t>
            </a:r>
            <a:r>
              <a:rPr sz="1700" dirty="0">
                <a:solidFill>
                  <a:srgbClr val="FFFFFF"/>
                </a:solidFill>
                <a:latin typeface="Century Gothic"/>
                <a:cs typeface="Century Gothic"/>
              </a:rPr>
              <a:t>vistas</a:t>
            </a:r>
            <a:r>
              <a:rPr sz="1700" spc="-25" dirty="0">
                <a:solidFill>
                  <a:srgbClr val="FFFFFF"/>
                </a:solidFill>
                <a:latin typeface="Century Gothic"/>
                <a:cs typeface="Century Gothic"/>
              </a:rPr>
              <a:t> </a:t>
            </a:r>
            <a:r>
              <a:rPr sz="1700" dirty="0">
                <a:solidFill>
                  <a:srgbClr val="FFFFFF"/>
                </a:solidFill>
                <a:latin typeface="Century Gothic"/>
                <a:cs typeface="Century Gothic"/>
              </a:rPr>
              <a:t>representadas</a:t>
            </a:r>
            <a:r>
              <a:rPr sz="1700" spc="-20" dirty="0">
                <a:solidFill>
                  <a:srgbClr val="FFFFFF"/>
                </a:solidFill>
                <a:latin typeface="Century Gothic"/>
                <a:cs typeface="Century Gothic"/>
              </a:rPr>
              <a:t> </a:t>
            </a:r>
            <a:r>
              <a:rPr sz="1700" dirty="0">
                <a:solidFill>
                  <a:srgbClr val="FFFFFF"/>
                </a:solidFill>
                <a:latin typeface="Century Gothic"/>
                <a:cs typeface="Century Gothic"/>
              </a:rPr>
              <a:t>por</a:t>
            </a:r>
            <a:r>
              <a:rPr sz="1700" spc="-10" dirty="0">
                <a:solidFill>
                  <a:srgbClr val="FFFFFF"/>
                </a:solidFill>
                <a:latin typeface="Century Gothic"/>
                <a:cs typeface="Century Gothic"/>
              </a:rPr>
              <a:t> </a:t>
            </a:r>
            <a:r>
              <a:rPr sz="1700" spc="-25" dirty="0">
                <a:solidFill>
                  <a:srgbClr val="FFFFFF"/>
                </a:solidFill>
                <a:latin typeface="Century Gothic"/>
                <a:cs typeface="Century Gothic"/>
              </a:rPr>
              <a:t>los</a:t>
            </a:r>
            <a:endParaRPr sz="1700">
              <a:latin typeface="Century Gothic"/>
              <a:cs typeface="Century Gothic"/>
            </a:endParaRPr>
          </a:p>
        </p:txBody>
      </p:sp>
      <p:sp>
        <p:nvSpPr>
          <p:cNvPr id="47" name="object 47"/>
          <p:cNvSpPr txBox="1"/>
          <p:nvPr/>
        </p:nvSpPr>
        <p:spPr>
          <a:xfrm>
            <a:off x="6518276" y="4230752"/>
            <a:ext cx="2403475"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casos</a:t>
            </a:r>
            <a:r>
              <a:rPr sz="1700" spc="-15" dirty="0">
                <a:solidFill>
                  <a:srgbClr val="FFFFFF"/>
                </a:solidFill>
                <a:latin typeface="Century Gothic"/>
                <a:cs typeface="Century Gothic"/>
              </a:rPr>
              <a:t> </a:t>
            </a:r>
            <a:r>
              <a:rPr sz="1700" dirty="0">
                <a:solidFill>
                  <a:srgbClr val="FFFFFF"/>
                </a:solidFill>
                <a:latin typeface="Century Gothic"/>
                <a:cs typeface="Century Gothic"/>
              </a:rPr>
              <a:t>de</a:t>
            </a:r>
            <a:r>
              <a:rPr sz="1700" spc="-20" dirty="0">
                <a:solidFill>
                  <a:srgbClr val="FFFFFF"/>
                </a:solidFill>
                <a:latin typeface="Century Gothic"/>
                <a:cs typeface="Century Gothic"/>
              </a:rPr>
              <a:t> </a:t>
            </a:r>
            <a:r>
              <a:rPr sz="1700" dirty="0">
                <a:solidFill>
                  <a:srgbClr val="FFFFFF"/>
                </a:solidFill>
                <a:latin typeface="Century Gothic"/>
                <a:cs typeface="Century Gothic"/>
              </a:rPr>
              <a:t>pruebas</a:t>
            </a:r>
            <a:r>
              <a:rPr sz="1700" spc="-5" dirty="0">
                <a:solidFill>
                  <a:srgbClr val="FFFFFF"/>
                </a:solidFill>
                <a:latin typeface="Century Gothic"/>
                <a:cs typeface="Century Gothic"/>
              </a:rPr>
              <a:t> </a:t>
            </a:r>
            <a:r>
              <a:rPr sz="1700" dirty="0">
                <a:solidFill>
                  <a:srgbClr val="FFFFFF"/>
                </a:solidFill>
                <a:latin typeface="Century Gothic"/>
                <a:cs typeface="Century Gothic"/>
              </a:rPr>
              <a:t>y</a:t>
            </a:r>
            <a:r>
              <a:rPr sz="1700" spc="-20" dirty="0">
                <a:solidFill>
                  <a:srgbClr val="FFFFFF"/>
                </a:solidFill>
                <a:latin typeface="Century Gothic"/>
                <a:cs typeface="Century Gothic"/>
              </a:rPr>
              <a:t> </a:t>
            </a:r>
            <a:r>
              <a:rPr sz="1700" spc="-25" dirty="0">
                <a:solidFill>
                  <a:srgbClr val="FFFFFF"/>
                </a:solidFill>
                <a:latin typeface="Century Gothic"/>
                <a:cs typeface="Century Gothic"/>
              </a:rPr>
              <a:t>los</a:t>
            </a:r>
            <a:endParaRPr sz="1700">
              <a:latin typeface="Century Gothic"/>
              <a:cs typeface="Century Gothic"/>
            </a:endParaRPr>
          </a:p>
        </p:txBody>
      </p:sp>
      <p:sp>
        <p:nvSpPr>
          <p:cNvPr id="48" name="object 48"/>
          <p:cNvSpPr txBox="1"/>
          <p:nvPr/>
        </p:nvSpPr>
        <p:spPr>
          <a:xfrm>
            <a:off x="6518275" y="4412108"/>
            <a:ext cx="2903220"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requerimientos</a:t>
            </a:r>
            <a:r>
              <a:rPr sz="1700" spc="-80" dirty="0">
                <a:solidFill>
                  <a:srgbClr val="FFFFFF"/>
                </a:solidFill>
                <a:latin typeface="Century Gothic"/>
                <a:cs typeface="Century Gothic"/>
              </a:rPr>
              <a:t> </a:t>
            </a:r>
            <a:r>
              <a:rPr sz="1700" spc="-10" dirty="0">
                <a:solidFill>
                  <a:srgbClr val="FFFFFF"/>
                </a:solidFill>
                <a:latin typeface="Century Gothic"/>
                <a:cs typeface="Century Gothic"/>
              </a:rPr>
              <a:t>funcionales,</a:t>
            </a:r>
            <a:endParaRPr sz="1700">
              <a:latin typeface="Century Gothic"/>
              <a:cs typeface="Century Gothic"/>
            </a:endParaRPr>
          </a:p>
        </p:txBody>
      </p:sp>
      <p:sp>
        <p:nvSpPr>
          <p:cNvPr id="49" name="object 49"/>
          <p:cNvSpPr txBox="1"/>
          <p:nvPr/>
        </p:nvSpPr>
        <p:spPr>
          <a:xfrm>
            <a:off x="6518275" y="4593464"/>
            <a:ext cx="990600" cy="285115"/>
          </a:xfrm>
          <a:prstGeom prst="rect">
            <a:avLst/>
          </a:prstGeom>
        </p:spPr>
        <p:txBody>
          <a:bodyPr vert="horz" wrap="square" lIns="0" tIns="12700" rIns="0" bIns="0" rtlCol="0">
            <a:spAutoFit/>
          </a:bodyPr>
          <a:lstStyle/>
          <a:p>
            <a:pPr marL="12700">
              <a:spcBef>
                <a:spcPts val="100"/>
              </a:spcBef>
            </a:pPr>
            <a:r>
              <a:rPr sz="1700" spc="-10" dirty="0">
                <a:solidFill>
                  <a:srgbClr val="FFFFFF"/>
                </a:solidFill>
                <a:latin typeface="Century Gothic"/>
                <a:cs typeface="Century Gothic"/>
              </a:rPr>
              <a:t>modelos.</a:t>
            </a:r>
            <a:endParaRPr sz="1700">
              <a:latin typeface="Century Gothic"/>
              <a:cs typeface="Century Gothic"/>
            </a:endParaRPr>
          </a:p>
        </p:txBody>
      </p:sp>
      <p:sp>
        <p:nvSpPr>
          <p:cNvPr id="50" name="object 50"/>
          <p:cNvSpPr txBox="1"/>
          <p:nvPr/>
        </p:nvSpPr>
        <p:spPr>
          <a:xfrm>
            <a:off x="6175376" y="5249037"/>
            <a:ext cx="3248025" cy="285115"/>
          </a:xfrm>
          <a:prstGeom prst="rect">
            <a:avLst/>
          </a:prstGeom>
        </p:spPr>
        <p:txBody>
          <a:bodyPr vert="horz" wrap="square" lIns="0" tIns="12700" rIns="0" bIns="0" rtlCol="0">
            <a:spAutoFit/>
          </a:bodyPr>
          <a:lstStyle/>
          <a:p>
            <a:pPr marL="354965" indent="-342265">
              <a:spcBef>
                <a:spcPts val="100"/>
              </a:spcBef>
              <a:buClr>
                <a:srgbClr val="AF1512"/>
              </a:buClr>
              <a:buSzPct val="79411"/>
              <a:buFont typeface="Wingdings"/>
              <a:buChar char=""/>
              <a:tabLst>
                <a:tab pos="354965" algn="l"/>
              </a:tabLst>
            </a:pPr>
            <a:r>
              <a:rPr sz="1700" dirty="0">
                <a:solidFill>
                  <a:srgbClr val="FFFFFF"/>
                </a:solidFill>
                <a:latin typeface="Century Gothic"/>
                <a:cs typeface="Century Gothic"/>
              </a:rPr>
              <a:t>Mientras</a:t>
            </a:r>
            <a:r>
              <a:rPr sz="1700" spc="-25" dirty="0">
                <a:solidFill>
                  <a:srgbClr val="FFFFFF"/>
                </a:solidFill>
                <a:latin typeface="Century Gothic"/>
                <a:cs typeface="Century Gothic"/>
              </a:rPr>
              <a:t> </a:t>
            </a:r>
            <a:r>
              <a:rPr sz="1700" dirty="0">
                <a:solidFill>
                  <a:srgbClr val="FFFFFF"/>
                </a:solidFill>
                <a:latin typeface="Century Gothic"/>
                <a:cs typeface="Century Gothic"/>
              </a:rPr>
              <a:t>los</a:t>
            </a:r>
            <a:r>
              <a:rPr sz="1700" spc="-30" dirty="0">
                <a:solidFill>
                  <a:srgbClr val="FFFFFF"/>
                </a:solidFill>
                <a:latin typeface="Century Gothic"/>
                <a:cs typeface="Century Gothic"/>
              </a:rPr>
              <a:t> </a:t>
            </a:r>
            <a:r>
              <a:rPr sz="1700" spc="-10" dirty="0">
                <a:solidFill>
                  <a:srgbClr val="FFFFFF"/>
                </a:solidFill>
                <a:latin typeface="Century Gothic"/>
                <a:cs typeface="Century Gothic"/>
              </a:rPr>
              <a:t>desarrolladores</a:t>
            </a:r>
            <a:endParaRPr sz="1700">
              <a:latin typeface="Century Gothic"/>
              <a:cs typeface="Century Gothic"/>
            </a:endParaRPr>
          </a:p>
        </p:txBody>
      </p:sp>
      <p:sp>
        <p:nvSpPr>
          <p:cNvPr id="51" name="object 51"/>
          <p:cNvSpPr txBox="1"/>
          <p:nvPr/>
        </p:nvSpPr>
        <p:spPr>
          <a:xfrm>
            <a:off x="6518275" y="5430419"/>
            <a:ext cx="3274060"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traducen</a:t>
            </a:r>
            <a:r>
              <a:rPr sz="1700" spc="-20" dirty="0">
                <a:solidFill>
                  <a:srgbClr val="FFFFFF"/>
                </a:solidFill>
                <a:latin typeface="Century Gothic"/>
                <a:cs typeface="Century Gothic"/>
              </a:rPr>
              <a:t> </a:t>
            </a:r>
            <a:r>
              <a:rPr sz="1700" dirty="0">
                <a:solidFill>
                  <a:srgbClr val="FFFFFF"/>
                </a:solidFill>
                <a:latin typeface="Century Gothic"/>
                <a:cs typeface="Century Gothic"/>
              </a:rPr>
              <a:t>los</a:t>
            </a:r>
            <a:r>
              <a:rPr sz="1700" spc="-35" dirty="0">
                <a:solidFill>
                  <a:srgbClr val="FFFFFF"/>
                </a:solidFill>
                <a:latin typeface="Century Gothic"/>
                <a:cs typeface="Century Gothic"/>
              </a:rPr>
              <a:t> </a:t>
            </a:r>
            <a:r>
              <a:rPr sz="1700" dirty="0">
                <a:solidFill>
                  <a:srgbClr val="FFFFFF"/>
                </a:solidFill>
                <a:latin typeface="Century Gothic"/>
                <a:cs typeface="Century Gothic"/>
              </a:rPr>
              <a:t>requerimientos</a:t>
            </a:r>
            <a:r>
              <a:rPr sz="1700" spc="-50" dirty="0">
                <a:solidFill>
                  <a:srgbClr val="FFFFFF"/>
                </a:solidFill>
                <a:latin typeface="Century Gothic"/>
                <a:cs typeface="Century Gothic"/>
              </a:rPr>
              <a:t> </a:t>
            </a:r>
            <a:r>
              <a:rPr sz="1700" spc="-25" dirty="0">
                <a:solidFill>
                  <a:srgbClr val="FFFFFF"/>
                </a:solidFill>
                <a:latin typeface="Century Gothic"/>
                <a:cs typeface="Century Gothic"/>
              </a:rPr>
              <a:t>en</a:t>
            </a:r>
            <a:endParaRPr sz="1700">
              <a:latin typeface="Century Gothic"/>
              <a:cs typeface="Century Gothic"/>
            </a:endParaRPr>
          </a:p>
        </p:txBody>
      </p:sp>
      <p:sp>
        <p:nvSpPr>
          <p:cNvPr id="52" name="object 52"/>
          <p:cNvSpPr txBox="1"/>
          <p:nvPr/>
        </p:nvSpPr>
        <p:spPr>
          <a:xfrm>
            <a:off x="6518276" y="5611775"/>
            <a:ext cx="3138805"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interface</a:t>
            </a:r>
            <a:r>
              <a:rPr sz="1700" spc="-35" dirty="0">
                <a:solidFill>
                  <a:srgbClr val="FFFFFF"/>
                </a:solidFill>
                <a:latin typeface="Century Gothic"/>
                <a:cs typeface="Century Gothic"/>
              </a:rPr>
              <a:t> </a:t>
            </a:r>
            <a:r>
              <a:rPr sz="1700" dirty="0">
                <a:solidFill>
                  <a:srgbClr val="FFFFFF"/>
                </a:solidFill>
                <a:latin typeface="Century Gothic"/>
                <a:cs typeface="Century Gothic"/>
              </a:rPr>
              <a:t>de</a:t>
            </a:r>
            <a:r>
              <a:rPr sz="1700" spc="-5" dirty="0">
                <a:solidFill>
                  <a:srgbClr val="FFFFFF"/>
                </a:solidFill>
                <a:latin typeface="Century Gothic"/>
                <a:cs typeface="Century Gothic"/>
              </a:rPr>
              <a:t> </a:t>
            </a:r>
            <a:r>
              <a:rPr sz="1700" dirty="0">
                <a:solidFill>
                  <a:srgbClr val="FFFFFF"/>
                </a:solidFill>
                <a:latin typeface="Century Gothic"/>
                <a:cs typeface="Century Gothic"/>
              </a:rPr>
              <a:t>usuario</a:t>
            </a:r>
            <a:r>
              <a:rPr sz="1700" spc="-5" dirty="0">
                <a:solidFill>
                  <a:srgbClr val="FFFFFF"/>
                </a:solidFill>
                <a:latin typeface="Century Gothic"/>
                <a:cs typeface="Century Gothic"/>
              </a:rPr>
              <a:t> </a:t>
            </a:r>
            <a:r>
              <a:rPr sz="1700" dirty="0">
                <a:solidFill>
                  <a:srgbClr val="FFFFFF"/>
                </a:solidFill>
                <a:latin typeface="Century Gothic"/>
                <a:cs typeface="Century Gothic"/>
              </a:rPr>
              <a:t>y</a:t>
            </a:r>
            <a:r>
              <a:rPr sz="1700" spc="-15" dirty="0">
                <a:solidFill>
                  <a:srgbClr val="FFFFFF"/>
                </a:solidFill>
                <a:latin typeface="Century Gothic"/>
                <a:cs typeface="Century Gothic"/>
              </a:rPr>
              <a:t> </a:t>
            </a:r>
            <a:r>
              <a:rPr sz="1700" spc="-10" dirty="0">
                <a:solidFill>
                  <a:srgbClr val="FFFFFF"/>
                </a:solidFill>
                <a:latin typeface="Century Gothic"/>
                <a:cs typeface="Century Gothic"/>
              </a:rPr>
              <a:t>diseños</a:t>
            </a:r>
            <a:endParaRPr sz="1700">
              <a:latin typeface="Century Gothic"/>
              <a:cs typeface="Century Gothic"/>
            </a:endParaRPr>
          </a:p>
        </p:txBody>
      </p:sp>
      <p:sp>
        <p:nvSpPr>
          <p:cNvPr id="53" name="object 53"/>
          <p:cNvSpPr txBox="1"/>
          <p:nvPr/>
        </p:nvSpPr>
        <p:spPr>
          <a:xfrm>
            <a:off x="6518275" y="5793131"/>
            <a:ext cx="2927350"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técnicos,</a:t>
            </a:r>
            <a:r>
              <a:rPr sz="1700" spc="-25" dirty="0">
                <a:solidFill>
                  <a:srgbClr val="FFFFFF"/>
                </a:solidFill>
                <a:latin typeface="Century Gothic"/>
                <a:cs typeface="Century Gothic"/>
              </a:rPr>
              <a:t> </a:t>
            </a:r>
            <a:r>
              <a:rPr sz="1700" dirty="0">
                <a:solidFill>
                  <a:srgbClr val="FFFFFF"/>
                </a:solidFill>
                <a:latin typeface="Century Gothic"/>
                <a:cs typeface="Century Gothic"/>
              </a:rPr>
              <a:t>los</a:t>
            </a:r>
            <a:r>
              <a:rPr sz="1700" spc="-50" dirty="0">
                <a:solidFill>
                  <a:srgbClr val="FFFFFF"/>
                </a:solidFill>
                <a:latin typeface="Century Gothic"/>
                <a:cs typeface="Century Gothic"/>
              </a:rPr>
              <a:t> </a:t>
            </a:r>
            <a:r>
              <a:rPr sz="1700" dirty="0">
                <a:solidFill>
                  <a:srgbClr val="FFFFFF"/>
                </a:solidFill>
                <a:latin typeface="Century Gothic"/>
                <a:cs typeface="Century Gothic"/>
              </a:rPr>
              <a:t>testers</a:t>
            </a:r>
            <a:r>
              <a:rPr sz="1700" spc="5" dirty="0">
                <a:solidFill>
                  <a:srgbClr val="FFFFFF"/>
                </a:solidFill>
                <a:latin typeface="Century Gothic"/>
                <a:cs typeface="Century Gothic"/>
              </a:rPr>
              <a:t> </a:t>
            </a:r>
            <a:r>
              <a:rPr sz="1700" spc="-10" dirty="0">
                <a:solidFill>
                  <a:srgbClr val="FFFFFF"/>
                </a:solidFill>
                <a:latin typeface="Century Gothic"/>
                <a:cs typeface="Century Gothic"/>
              </a:rPr>
              <a:t>pueden</a:t>
            </a:r>
            <a:endParaRPr sz="1700">
              <a:latin typeface="Century Gothic"/>
              <a:cs typeface="Century Gothic"/>
            </a:endParaRPr>
          </a:p>
        </p:txBody>
      </p:sp>
      <p:sp>
        <p:nvSpPr>
          <p:cNvPr id="54" name="object 54"/>
          <p:cNvSpPr txBox="1"/>
          <p:nvPr/>
        </p:nvSpPr>
        <p:spPr>
          <a:xfrm>
            <a:off x="6518275" y="5974487"/>
            <a:ext cx="3583940"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transformar</a:t>
            </a:r>
            <a:r>
              <a:rPr sz="1700" spc="-55" dirty="0">
                <a:solidFill>
                  <a:srgbClr val="FFFFFF"/>
                </a:solidFill>
                <a:latin typeface="Century Gothic"/>
                <a:cs typeface="Century Gothic"/>
              </a:rPr>
              <a:t> </a:t>
            </a:r>
            <a:r>
              <a:rPr sz="1700" dirty="0">
                <a:solidFill>
                  <a:srgbClr val="FFFFFF"/>
                </a:solidFill>
                <a:latin typeface="Century Gothic"/>
                <a:cs typeface="Century Gothic"/>
              </a:rPr>
              <a:t>tests</a:t>
            </a:r>
            <a:r>
              <a:rPr sz="1700" spc="-30" dirty="0">
                <a:solidFill>
                  <a:srgbClr val="FFFFFF"/>
                </a:solidFill>
                <a:latin typeface="Century Gothic"/>
                <a:cs typeface="Century Gothic"/>
              </a:rPr>
              <a:t> </a:t>
            </a:r>
            <a:r>
              <a:rPr sz="1700" dirty="0">
                <a:solidFill>
                  <a:srgbClr val="FFFFFF"/>
                </a:solidFill>
                <a:latin typeface="Century Gothic"/>
                <a:cs typeface="Century Gothic"/>
              </a:rPr>
              <a:t>conceptuales</a:t>
            </a:r>
            <a:r>
              <a:rPr sz="1700" spc="-80" dirty="0">
                <a:solidFill>
                  <a:srgbClr val="FFFFFF"/>
                </a:solidFill>
                <a:latin typeface="Century Gothic"/>
                <a:cs typeface="Century Gothic"/>
              </a:rPr>
              <a:t> </a:t>
            </a:r>
            <a:r>
              <a:rPr sz="1700" spc="-25" dirty="0">
                <a:solidFill>
                  <a:srgbClr val="FFFFFF"/>
                </a:solidFill>
                <a:latin typeface="Century Gothic"/>
                <a:cs typeface="Century Gothic"/>
              </a:rPr>
              <a:t>en</a:t>
            </a:r>
            <a:endParaRPr sz="1700">
              <a:latin typeface="Century Gothic"/>
              <a:cs typeface="Century Gothic"/>
            </a:endParaRPr>
          </a:p>
        </p:txBody>
      </p:sp>
      <p:sp>
        <p:nvSpPr>
          <p:cNvPr id="55" name="object 55"/>
          <p:cNvSpPr txBox="1"/>
          <p:nvPr/>
        </p:nvSpPr>
        <p:spPr>
          <a:xfrm>
            <a:off x="6518275" y="6155843"/>
            <a:ext cx="1719580" cy="285115"/>
          </a:xfrm>
          <a:prstGeom prst="rect">
            <a:avLst/>
          </a:prstGeom>
        </p:spPr>
        <p:txBody>
          <a:bodyPr vert="horz" wrap="square" lIns="0" tIns="12700" rIns="0" bIns="0" rtlCol="0">
            <a:spAutoFit/>
          </a:bodyPr>
          <a:lstStyle/>
          <a:p>
            <a:pPr marL="12700">
              <a:spcBef>
                <a:spcPts val="100"/>
              </a:spcBef>
            </a:pPr>
            <a:r>
              <a:rPr sz="1700" dirty="0">
                <a:solidFill>
                  <a:srgbClr val="FFFFFF"/>
                </a:solidFill>
                <a:latin typeface="Century Gothic"/>
                <a:cs typeface="Century Gothic"/>
              </a:rPr>
              <a:t>tests</a:t>
            </a:r>
            <a:r>
              <a:rPr sz="1700" spc="-30" dirty="0">
                <a:solidFill>
                  <a:srgbClr val="FFFFFF"/>
                </a:solidFill>
                <a:latin typeface="Century Gothic"/>
                <a:cs typeface="Century Gothic"/>
              </a:rPr>
              <a:t> </a:t>
            </a:r>
            <a:r>
              <a:rPr sz="1700" spc="-10" dirty="0">
                <a:solidFill>
                  <a:srgbClr val="FFFFFF"/>
                </a:solidFill>
                <a:latin typeface="Century Gothic"/>
                <a:cs typeface="Century Gothic"/>
              </a:rPr>
              <a:t>detallados.</a:t>
            </a:r>
            <a:endParaRPr sz="1700">
              <a:latin typeface="Century Gothic"/>
              <a:cs typeface="Century Gothic"/>
            </a:endParaRPr>
          </a:p>
        </p:txBody>
      </p:sp>
      <p:grpSp>
        <p:nvGrpSpPr>
          <p:cNvPr id="56" name="object 56"/>
          <p:cNvGrpSpPr/>
          <p:nvPr/>
        </p:nvGrpSpPr>
        <p:grpSpPr>
          <a:xfrm>
            <a:off x="1820036" y="1675257"/>
            <a:ext cx="8629650" cy="544830"/>
            <a:chOff x="296036" y="1675257"/>
            <a:chExt cx="8629650" cy="544830"/>
          </a:xfrm>
        </p:grpSpPr>
        <p:sp>
          <p:nvSpPr>
            <p:cNvPr id="57" name="object 57"/>
            <p:cNvSpPr/>
            <p:nvPr/>
          </p:nvSpPr>
          <p:spPr>
            <a:xfrm>
              <a:off x="305561" y="1684782"/>
              <a:ext cx="4114800" cy="525780"/>
            </a:xfrm>
            <a:custGeom>
              <a:avLst/>
              <a:gdLst/>
              <a:ahLst/>
              <a:cxnLst/>
              <a:rect l="l" t="t" r="r" b="b"/>
              <a:pathLst>
                <a:path w="4114800" h="525780">
                  <a:moveTo>
                    <a:pt x="4114800" y="0"/>
                  </a:moveTo>
                  <a:lnTo>
                    <a:pt x="0" y="0"/>
                  </a:lnTo>
                  <a:lnTo>
                    <a:pt x="0" y="525779"/>
                  </a:lnTo>
                  <a:lnTo>
                    <a:pt x="4114800" y="525779"/>
                  </a:lnTo>
                  <a:lnTo>
                    <a:pt x="4114800" y="0"/>
                  </a:lnTo>
                  <a:close/>
                </a:path>
              </a:pathLst>
            </a:custGeom>
            <a:solidFill>
              <a:srgbClr val="F7D2CC">
                <a:alpha val="90194"/>
              </a:srgbClr>
            </a:solidFill>
          </p:spPr>
          <p:txBody>
            <a:bodyPr wrap="square" lIns="0" tIns="0" rIns="0" bIns="0" rtlCol="0"/>
            <a:lstStyle/>
            <a:p>
              <a:endParaRPr/>
            </a:p>
          </p:txBody>
        </p:sp>
        <p:sp>
          <p:nvSpPr>
            <p:cNvPr id="58" name="object 58"/>
            <p:cNvSpPr/>
            <p:nvPr/>
          </p:nvSpPr>
          <p:spPr>
            <a:xfrm>
              <a:off x="305561" y="1684782"/>
              <a:ext cx="4114800" cy="525780"/>
            </a:xfrm>
            <a:custGeom>
              <a:avLst/>
              <a:gdLst/>
              <a:ahLst/>
              <a:cxnLst/>
              <a:rect l="l" t="t" r="r" b="b"/>
              <a:pathLst>
                <a:path w="4114800" h="525780">
                  <a:moveTo>
                    <a:pt x="0" y="525779"/>
                  </a:moveTo>
                  <a:lnTo>
                    <a:pt x="4114800" y="525779"/>
                  </a:lnTo>
                  <a:lnTo>
                    <a:pt x="4114800" y="0"/>
                  </a:lnTo>
                  <a:lnTo>
                    <a:pt x="0" y="0"/>
                  </a:lnTo>
                  <a:lnTo>
                    <a:pt x="0" y="525779"/>
                  </a:lnTo>
                  <a:close/>
                </a:path>
              </a:pathLst>
            </a:custGeom>
            <a:ln w="19050">
              <a:solidFill>
                <a:srgbClr val="F7D2CC"/>
              </a:solidFill>
            </a:ln>
          </p:spPr>
          <p:txBody>
            <a:bodyPr wrap="square" lIns="0" tIns="0" rIns="0" bIns="0" rtlCol="0"/>
            <a:lstStyle/>
            <a:p>
              <a:endParaRPr/>
            </a:p>
          </p:txBody>
        </p:sp>
        <p:sp>
          <p:nvSpPr>
            <p:cNvPr id="59" name="object 59"/>
            <p:cNvSpPr/>
            <p:nvPr/>
          </p:nvSpPr>
          <p:spPr>
            <a:xfrm>
              <a:off x="4572761" y="1684782"/>
              <a:ext cx="4343400" cy="525780"/>
            </a:xfrm>
            <a:custGeom>
              <a:avLst/>
              <a:gdLst/>
              <a:ahLst/>
              <a:cxnLst/>
              <a:rect l="l" t="t" r="r" b="b"/>
              <a:pathLst>
                <a:path w="4343400" h="525780">
                  <a:moveTo>
                    <a:pt x="4343399" y="0"/>
                  </a:moveTo>
                  <a:lnTo>
                    <a:pt x="0" y="0"/>
                  </a:lnTo>
                  <a:lnTo>
                    <a:pt x="0" y="525779"/>
                  </a:lnTo>
                  <a:lnTo>
                    <a:pt x="4343399" y="525779"/>
                  </a:lnTo>
                  <a:lnTo>
                    <a:pt x="4343399" y="0"/>
                  </a:lnTo>
                  <a:close/>
                </a:path>
              </a:pathLst>
            </a:custGeom>
            <a:solidFill>
              <a:srgbClr val="F7D2CC">
                <a:alpha val="90194"/>
              </a:srgbClr>
            </a:solidFill>
          </p:spPr>
          <p:txBody>
            <a:bodyPr wrap="square" lIns="0" tIns="0" rIns="0" bIns="0" rtlCol="0"/>
            <a:lstStyle/>
            <a:p>
              <a:endParaRPr/>
            </a:p>
          </p:txBody>
        </p:sp>
        <p:sp>
          <p:nvSpPr>
            <p:cNvPr id="60" name="object 60"/>
            <p:cNvSpPr/>
            <p:nvPr/>
          </p:nvSpPr>
          <p:spPr>
            <a:xfrm>
              <a:off x="4572761" y="1684782"/>
              <a:ext cx="4343400" cy="525780"/>
            </a:xfrm>
            <a:custGeom>
              <a:avLst/>
              <a:gdLst/>
              <a:ahLst/>
              <a:cxnLst/>
              <a:rect l="l" t="t" r="r" b="b"/>
              <a:pathLst>
                <a:path w="4343400" h="525780">
                  <a:moveTo>
                    <a:pt x="0" y="525779"/>
                  </a:moveTo>
                  <a:lnTo>
                    <a:pt x="4343399" y="525779"/>
                  </a:lnTo>
                  <a:lnTo>
                    <a:pt x="4343399" y="0"/>
                  </a:lnTo>
                  <a:lnTo>
                    <a:pt x="0" y="0"/>
                  </a:lnTo>
                  <a:lnTo>
                    <a:pt x="0" y="525779"/>
                  </a:lnTo>
                  <a:close/>
                </a:path>
              </a:pathLst>
            </a:custGeom>
            <a:ln w="19050">
              <a:solidFill>
                <a:srgbClr val="F7D2CC"/>
              </a:solidFill>
            </a:ln>
          </p:spPr>
          <p:txBody>
            <a:bodyPr wrap="square" lIns="0" tIns="0" rIns="0" bIns="0" rtlCol="0"/>
            <a:lstStyle/>
            <a:p>
              <a:endParaRPr/>
            </a:p>
          </p:txBody>
        </p:sp>
      </p:grpSp>
      <p:sp>
        <p:nvSpPr>
          <p:cNvPr id="61" name="object 61"/>
          <p:cNvSpPr txBox="1">
            <a:spLocks noGrp="1"/>
          </p:cNvSpPr>
          <p:nvPr>
            <p:ph type="title"/>
          </p:nvPr>
        </p:nvSpPr>
        <p:spPr>
          <a:xfrm>
            <a:off x="2031125" y="467602"/>
            <a:ext cx="8518635" cy="689932"/>
          </a:xfrm>
          <a:prstGeom prst="rect">
            <a:avLst/>
          </a:prstGeom>
        </p:spPr>
        <p:txBody>
          <a:bodyPr vert="horz" wrap="square" lIns="0" tIns="12700" rIns="0" bIns="0" rtlCol="0">
            <a:spAutoFit/>
          </a:bodyPr>
          <a:lstStyle/>
          <a:p>
            <a:pPr marL="12700">
              <a:lnSpc>
                <a:spcPct val="100000"/>
              </a:lnSpc>
              <a:spcBef>
                <a:spcPts val="100"/>
              </a:spcBef>
            </a:pPr>
            <a:r>
              <a:rPr spc="-10" dirty="0"/>
              <a:t>Consideraciones</a:t>
            </a:r>
          </a:p>
        </p:txBody>
      </p:sp>
      <p:sp>
        <p:nvSpPr>
          <p:cNvPr id="62" name="object 62"/>
          <p:cNvSpPr txBox="1"/>
          <p:nvPr/>
        </p:nvSpPr>
        <p:spPr>
          <a:xfrm>
            <a:off x="3007867" y="967486"/>
            <a:ext cx="6534150" cy="1031240"/>
          </a:xfrm>
          <a:prstGeom prst="rect">
            <a:avLst/>
          </a:prstGeom>
        </p:spPr>
        <p:txBody>
          <a:bodyPr vert="horz" wrap="square" lIns="0" tIns="12065" rIns="0" bIns="0" rtlCol="0">
            <a:spAutoFit/>
          </a:bodyPr>
          <a:lstStyle/>
          <a:p>
            <a:pPr marL="55244">
              <a:spcBef>
                <a:spcPts val="95"/>
              </a:spcBef>
            </a:pPr>
            <a:r>
              <a:rPr sz="2800" spc="-10" dirty="0">
                <a:solidFill>
                  <a:srgbClr val="FFC000"/>
                </a:solidFill>
                <a:latin typeface="Century Gothic"/>
                <a:cs typeface="Century Gothic"/>
              </a:rPr>
              <a:t>Requerimientos</a:t>
            </a:r>
            <a:r>
              <a:rPr sz="2800" spc="-60" dirty="0">
                <a:solidFill>
                  <a:srgbClr val="FFC000"/>
                </a:solidFill>
                <a:latin typeface="Century Gothic"/>
                <a:cs typeface="Century Gothic"/>
              </a:rPr>
              <a:t> </a:t>
            </a:r>
            <a:r>
              <a:rPr sz="2800" dirty="0">
                <a:solidFill>
                  <a:srgbClr val="FFC000"/>
                </a:solidFill>
                <a:latin typeface="Century Gothic"/>
                <a:cs typeface="Century Gothic"/>
              </a:rPr>
              <a:t>Vs</a:t>
            </a:r>
            <a:r>
              <a:rPr sz="2800" spc="-70" dirty="0">
                <a:solidFill>
                  <a:srgbClr val="FFC000"/>
                </a:solidFill>
                <a:latin typeface="Century Gothic"/>
                <a:cs typeface="Century Gothic"/>
              </a:rPr>
              <a:t> </a:t>
            </a:r>
            <a:r>
              <a:rPr sz="2800" dirty="0">
                <a:solidFill>
                  <a:srgbClr val="FFC000"/>
                </a:solidFill>
                <a:latin typeface="Century Gothic"/>
                <a:cs typeface="Century Gothic"/>
              </a:rPr>
              <a:t>Casos</a:t>
            </a:r>
            <a:r>
              <a:rPr sz="2800" spc="-60" dirty="0">
                <a:solidFill>
                  <a:srgbClr val="FFC000"/>
                </a:solidFill>
                <a:latin typeface="Century Gothic"/>
                <a:cs typeface="Century Gothic"/>
              </a:rPr>
              <a:t> </a:t>
            </a:r>
            <a:r>
              <a:rPr sz="2800" dirty="0">
                <a:solidFill>
                  <a:srgbClr val="FFC000"/>
                </a:solidFill>
                <a:latin typeface="Century Gothic"/>
                <a:cs typeface="Century Gothic"/>
              </a:rPr>
              <a:t>de</a:t>
            </a:r>
            <a:r>
              <a:rPr sz="2800" spc="-70" dirty="0">
                <a:solidFill>
                  <a:srgbClr val="FFC000"/>
                </a:solidFill>
                <a:latin typeface="Century Gothic"/>
                <a:cs typeface="Century Gothic"/>
              </a:rPr>
              <a:t> </a:t>
            </a:r>
            <a:r>
              <a:rPr sz="2800" spc="-20" dirty="0">
                <a:solidFill>
                  <a:srgbClr val="FFC000"/>
                </a:solidFill>
                <a:latin typeface="Century Gothic"/>
                <a:cs typeface="Century Gothic"/>
              </a:rPr>
              <a:t>Test</a:t>
            </a:r>
            <a:endParaRPr sz="2800">
              <a:latin typeface="Century Gothic"/>
              <a:cs typeface="Century Gothic"/>
            </a:endParaRPr>
          </a:p>
          <a:p>
            <a:pPr marL="12700">
              <a:spcBef>
                <a:spcPts val="2400"/>
              </a:spcBef>
              <a:tabLst>
                <a:tab pos="3980179" algn="l"/>
              </a:tabLst>
            </a:pPr>
            <a:r>
              <a:rPr b="1" spc="-10" dirty="0">
                <a:latin typeface="Century Gothic"/>
                <a:cs typeface="Century Gothic"/>
              </a:rPr>
              <a:t>Requerimientos</a:t>
            </a:r>
            <a:r>
              <a:rPr b="1" dirty="0">
                <a:latin typeface="Century Gothic"/>
                <a:cs typeface="Century Gothic"/>
              </a:rPr>
              <a:t>	Casos</a:t>
            </a:r>
            <a:r>
              <a:rPr b="1" spc="-30" dirty="0">
                <a:latin typeface="Century Gothic"/>
                <a:cs typeface="Century Gothic"/>
              </a:rPr>
              <a:t> </a:t>
            </a:r>
            <a:r>
              <a:rPr b="1" dirty="0">
                <a:latin typeface="Century Gothic"/>
                <a:cs typeface="Century Gothic"/>
              </a:rPr>
              <a:t>de test</a:t>
            </a:r>
            <a:r>
              <a:rPr b="1" spc="-15" dirty="0">
                <a:latin typeface="Century Gothic"/>
                <a:cs typeface="Century Gothic"/>
              </a:rPr>
              <a:t> </a:t>
            </a:r>
            <a:r>
              <a:rPr b="1" dirty="0">
                <a:latin typeface="Century Gothic"/>
                <a:cs typeface="Century Gothic"/>
              </a:rPr>
              <a:t>o</a:t>
            </a:r>
            <a:r>
              <a:rPr b="1" spc="-15" dirty="0">
                <a:latin typeface="Century Gothic"/>
                <a:cs typeface="Century Gothic"/>
              </a:rPr>
              <a:t> </a:t>
            </a:r>
            <a:r>
              <a:rPr b="1" spc="-10" dirty="0">
                <a:latin typeface="Century Gothic"/>
                <a:cs typeface="Century Gothic"/>
              </a:rPr>
              <a:t>Prueba</a:t>
            </a:r>
            <a:endParaRPr>
              <a:latin typeface="Century Gothic"/>
              <a:cs typeface="Century Gothic"/>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0648473-4FFD-CE1E-214E-D8C7C7EF7807}"/>
              </a:ext>
            </a:extLst>
          </p:cNvPr>
          <p:cNvSpPr txBox="1"/>
          <p:nvPr/>
        </p:nvSpPr>
        <p:spPr>
          <a:xfrm>
            <a:off x="319217" y="2875002"/>
            <a:ext cx="11553566" cy="1107996"/>
          </a:xfrm>
          <a:prstGeom prst="rect">
            <a:avLst/>
          </a:prstGeom>
          <a:noFill/>
        </p:spPr>
        <p:txBody>
          <a:bodyPr wrap="square" rtlCol="0">
            <a:spAutoFit/>
          </a:bodyPr>
          <a:lstStyle/>
          <a:p>
            <a:pPr algn="ctr"/>
            <a:r>
              <a:rPr lang="es-AR" sz="6600" b="1" i="0" u="none" strike="noStrike" dirty="0">
                <a:solidFill>
                  <a:schemeClr val="bg1"/>
                </a:solidFill>
                <a:effectLst/>
              </a:rPr>
              <a:t>¡Muchas gracias!</a:t>
            </a:r>
            <a:r>
              <a:rPr lang="es-AR" sz="6600" b="0" i="0" dirty="0">
                <a:solidFill>
                  <a:schemeClr val="bg1"/>
                </a:solidFill>
                <a:effectLst/>
              </a:rPr>
              <a:t>​</a:t>
            </a:r>
            <a:endParaRPr lang="es-AR" sz="6600" dirty="0">
              <a:solidFill>
                <a:schemeClr val="bg1"/>
              </a:solidFill>
            </a:endParaRPr>
          </a:p>
        </p:txBody>
      </p:sp>
    </p:spTree>
    <p:extLst>
      <p:ext uri="{BB962C8B-B14F-4D97-AF65-F5344CB8AC3E}">
        <p14:creationId xmlns:p14="http://schemas.microsoft.com/office/powerpoint/2010/main" val="2487964921"/>
      </p:ext>
    </p:extLst>
  </p:cSld>
  <p:clrMapOvr>
    <a:masterClrMapping/>
  </p:clrMapOvr>
</p:sld>
</file>

<file path=ppt/theme/theme1.xml><?xml version="1.0" encoding="utf-8"?>
<a:theme xmlns:a="http://schemas.openxmlformats.org/drawingml/2006/main" name="Tema de Office">
  <a:themeElements>
    <a:clrScheme name="VIRT - PPT">
      <a:dk1>
        <a:srgbClr val="494847"/>
      </a:dk1>
      <a:lt1>
        <a:srgbClr val="FFFFFF"/>
      </a:lt1>
      <a:dk2>
        <a:srgbClr val="62A730"/>
      </a:dk2>
      <a:lt2>
        <a:srgbClr val="0E1B2B"/>
      </a:lt2>
      <a:accent1>
        <a:srgbClr val="04A4CA"/>
      </a:accent1>
      <a:accent2>
        <a:srgbClr val="9F79AE"/>
      </a:accent2>
      <a:accent3>
        <a:srgbClr val="CC122B"/>
      </a:accent3>
      <a:accent4>
        <a:srgbClr val="E96920"/>
      </a:accent4>
      <a:accent5>
        <a:srgbClr val="F1A20D"/>
      </a:accent5>
      <a:accent6>
        <a:srgbClr val="FFFFFF"/>
      </a:accent6>
      <a:hlink>
        <a:srgbClr val="C9122A"/>
      </a:hlink>
      <a:folHlink>
        <a:srgbClr val="494A49"/>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9" id="{B66DFC7C-02EC-B748-A0A6-3BED70DDDAF3}" vid="{F098A7DE-A46E-344A-A14C-BAD293D7C40B}"/>
    </a:ext>
  </a:extLst>
</a:theme>
</file>

<file path=ppt/theme/theme2.xml><?xml version="1.0" encoding="utf-8"?>
<a:theme xmlns:a="http://schemas.openxmlformats.org/drawingml/2006/main" name="1_Office Them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9" id="{B66DFC7C-02EC-B748-A0A6-3BED70DDDAF3}" vid="{1BB692B7-E3C2-4F4B-AB4D-F7A92AB8677F}"/>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3" ma:contentTypeDescription="Crear nuevo documento." ma:contentTypeScope="" ma:versionID="9afc5c629d1fa4daa758eae5c0ffce08">
  <xsd:schema xmlns:xsd="http://www.w3.org/2001/XMLSchema" xmlns:xs="http://www.w3.org/2001/XMLSchema" xmlns:p="http://schemas.microsoft.com/office/2006/metadata/properties" xmlns:ns2="0fd8070d-56ff-4b43-b705-64ae6a394890" targetNamespace="http://schemas.microsoft.com/office/2006/metadata/properties" ma:root="true" ma:fieldsID="e452753519e258a995a8d5047b5119ca" ns2:_="">
    <xsd:import namespace="0fd8070d-56ff-4b43-b705-64ae6a39489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8070d-56ff-4b43-b705-64ae6a3948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3735EC-CE7D-4F96-985C-4082CDB7C703}"/>
</file>

<file path=customXml/itemProps2.xml><?xml version="1.0" encoding="utf-8"?>
<ds:datastoreItem xmlns:ds="http://schemas.openxmlformats.org/officeDocument/2006/customXml" ds:itemID="{381803CA-FEBB-4A0D-BD4D-E9503F1B167C}">
  <ds:schemaRefs>
    <ds:schemaRef ds:uri="http://schemas.microsoft.com/office/2006/metadata/properties"/>
    <ds:schemaRef ds:uri="http://schemas.microsoft.com/office/infopath/2007/PartnerControls"/>
    <ds:schemaRef ds:uri="b5f0631a-2ac1-434a-9e75-b23938e5739a"/>
    <ds:schemaRef ds:uri="232756c5-2869-4da6-aa3d-6ef32daae75e"/>
  </ds:schemaRefs>
</ds:datastoreItem>
</file>

<file path=customXml/itemProps3.xml><?xml version="1.0" encoding="utf-8"?>
<ds:datastoreItem xmlns:ds="http://schemas.openxmlformats.org/officeDocument/2006/customXml" ds:itemID="{F138D084-BA7E-443E-A554-F8A46FD7CB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Tema de Office</Template>
  <TotalTime>2004</TotalTime>
  <Words>3353</Words>
  <Application>Microsoft Office PowerPoint</Application>
  <PresentationFormat>Panorámica</PresentationFormat>
  <Paragraphs>396</Paragraphs>
  <Slides>52</Slides>
  <Notes>0</Notes>
  <HiddenSlides>0</HiddenSlides>
  <MMClips>0</MMClips>
  <ScaleCrop>false</ScaleCrop>
  <HeadingPairs>
    <vt:vector size="6" baseType="variant">
      <vt:variant>
        <vt:lpstr>Fuentes usadas</vt:lpstr>
      </vt:variant>
      <vt:variant>
        <vt:i4>9</vt:i4>
      </vt:variant>
      <vt:variant>
        <vt:lpstr>Tema</vt:lpstr>
      </vt:variant>
      <vt:variant>
        <vt:i4>2</vt:i4>
      </vt:variant>
      <vt:variant>
        <vt:lpstr>Títulos de diapositiva</vt:lpstr>
      </vt:variant>
      <vt:variant>
        <vt:i4>52</vt:i4>
      </vt:variant>
    </vt:vector>
  </HeadingPairs>
  <TitlesOfParts>
    <vt:vector size="63" baseType="lpstr">
      <vt:lpstr>Arial</vt:lpstr>
      <vt:lpstr>Calibri</vt:lpstr>
      <vt:lpstr>Calibri Light</vt:lpstr>
      <vt:lpstr>Century Gothic</vt:lpstr>
      <vt:lpstr>Times New Roman</vt:lpstr>
      <vt:lpstr>Ubuntu</vt:lpstr>
      <vt:lpstr>Verdana</vt:lpstr>
      <vt:lpstr>Wingdings</vt:lpstr>
      <vt:lpstr>Wingdings 3</vt:lpstr>
      <vt:lpstr>Tema de Office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Proceso de Validación</vt:lpstr>
      <vt:lpstr>Proceso de Validación</vt:lpstr>
      <vt:lpstr>Proceso de Validación</vt:lpstr>
      <vt:lpstr>Proceso de Validación</vt:lpstr>
      <vt:lpstr>Proceso de Validación</vt:lpstr>
      <vt:lpstr>Proceso de Validación</vt:lpstr>
      <vt:lpstr>Proceso de Validación</vt:lpstr>
      <vt:lpstr>Proceso de Validación</vt:lpstr>
      <vt:lpstr>Proceso de Validación</vt:lpstr>
      <vt:lpstr>Consideraciones</vt:lpstr>
      <vt:lpstr>Consideraciones</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SILVANA ROJO</dc:creator>
  <cp:keywords/>
  <dc:description/>
  <cp:lastModifiedBy>Daldin Susana</cp:lastModifiedBy>
  <cp:revision>41</cp:revision>
  <dcterms:created xsi:type="dcterms:W3CDTF">2022-08-30T18:57:15Z</dcterms:created>
  <dcterms:modified xsi:type="dcterms:W3CDTF">2026-09-10T15:58:24Z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y fmtid="{D5CDD505-2E9C-101B-9397-08002B2CF9AE}" pid="3" name="MediaServiceImageTags">
    <vt:lpwstr/>
  </property>
</Properties>
</file>