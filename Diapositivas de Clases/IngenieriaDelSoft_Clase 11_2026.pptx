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4"/>
    <p:sldMasterId id="2147483685" r:id="rId5"/>
    <p:sldMasterId id="2147483697" r:id="rId6"/>
  </p:sldMasterIdLst>
  <p:notesMasterIdLst>
    <p:notesMasterId r:id="rId61"/>
  </p:notesMasterIdLst>
  <p:sldIdLst>
    <p:sldId id="281" r:id="rId7"/>
    <p:sldId id="257" r:id="rId8"/>
    <p:sldId id="258" r:id="rId9"/>
    <p:sldId id="259" r:id="rId10"/>
    <p:sldId id="282" r:id="rId11"/>
    <p:sldId id="283" r:id="rId12"/>
    <p:sldId id="284" r:id="rId13"/>
    <p:sldId id="285" r:id="rId14"/>
    <p:sldId id="286" r:id="rId15"/>
    <p:sldId id="287" r:id="rId16"/>
    <p:sldId id="292" r:id="rId17"/>
    <p:sldId id="293" r:id="rId18"/>
    <p:sldId id="294" r:id="rId19"/>
    <p:sldId id="289" r:id="rId20"/>
    <p:sldId id="291" r:id="rId21"/>
    <p:sldId id="310" r:id="rId22"/>
    <p:sldId id="311" r:id="rId23"/>
    <p:sldId id="313" r:id="rId24"/>
    <p:sldId id="312" r:id="rId25"/>
    <p:sldId id="296" r:id="rId26"/>
    <p:sldId id="307" r:id="rId27"/>
    <p:sldId id="308" r:id="rId28"/>
    <p:sldId id="309" r:id="rId29"/>
    <p:sldId id="297" r:id="rId30"/>
    <p:sldId id="298" r:id="rId31"/>
    <p:sldId id="299" r:id="rId32"/>
    <p:sldId id="300" r:id="rId33"/>
    <p:sldId id="301" r:id="rId34"/>
    <p:sldId id="302" r:id="rId35"/>
    <p:sldId id="303" r:id="rId36"/>
    <p:sldId id="304" r:id="rId37"/>
    <p:sldId id="305" r:id="rId38"/>
    <p:sldId id="260" r:id="rId39"/>
    <p:sldId id="261" r:id="rId40"/>
    <p:sldId id="262" r:id="rId41"/>
    <p:sldId id="263" r:id="rId42"/>
    <p:sldId id="264" r:id="rId43"/>
    <p:sldId id="265" r:id="rId44"/>
    <p:sldId id="266" r:id="rId45"/>
    <p:sldId id="267" r:id="rId46"/>
    <p:sldId id="268" r:id="rId47"/>
    <p:sldId id="269" r:id="rId48"/>
    <p:sldId id="270" r:id="rId49"/>
    <p:sldId id="271" r:id="rId50"/>
    <p:sldId id="272" r:id="rId51"/>
    <p:sldId id="273" r:id="rId52"/>
    <p:sldId id="274" r:id="rId53"/>
    <p:sldId id="275" r:id="rId54"/>
    <p:sldId id="276" r:id="rId55"/>
    <p:sldId id="277" r:id="rId56"/>
    <p:sldId id="278" r:id="rId57"/>
    <p:sldId id="279" r:id="rId58"/>
    <p:sldId id="280" r:id="rId59"/>
    <p:sldId id="314" r:id="rId60"/>
  </p:sldIdLst>
  <p:sldSz cx="9144000" cy="6858000" type="screen4x3"/>
  <p:notesSz cx="6858000" cy="9774238"/>
  <p:embeddedFontLst>
    <p:embeddedFont>
      <p:font typeface="Amasis MT Pro Medium" panose="02040604050005020304" pitchFamily="18" charset="0"/>
      <p:regular r:id="rId62"/>
      <p:italic r:id="rId63"/>
    </p:embeddedFont>
    <p:embeddedFont>
      <p:font typeface="Tahoma" panose="020B0604030504040204" pitchFamily="34" charset="0"/>
      <p:regular r:id="rId64"/>
      <p:bold r:id="rId65"/>
    </p:embeddedFont>
    <p:embeddedFont>
      <p:font typeface="Ubuntu" panose="020B0504030602030204" pitchFamily="34" charset="0"/>
      <p:regular r:id="rId66"/>
      <p:bold r:id="rId67"/>
      <p:italic r:id="rId68"/>
      <p:boldItalic r:id="rId6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36">
          <p15:clr>
            <a:srgbClr val="000000"/>
          </p15:clr>
        </p15:guide>
        <p15:guide id="2" pos="2880">
          <p15:clr>
            <a:srgbClr val="000000"/>
          </p15:clr>
        </p15:guide>
        <p15:guide id="3" pos="789">
          <p15:clr>
            <a:srgbClr val="000000"/>
          </p15:clr>
        </p15:guide>
        <p15:guide id="4" pos="5424">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jGohnrAwd+2A8kBxi0sB/cvwgT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028" y="90"/>
      </p:cViewPr>
      <p:guideLst>
        <p:guide orient="horz" pos="3936"/>
        <p:guide pos="2880"/>
        <p:guide pos="789"/>
        <p:guide pos="5424"/>
      </p:guideLst>
    </p:cSldViewPr>
  </p:slideViewPr>
  <p:notesTextViewPr>
    <p:cViewPr>
      <p:scale>
        <a:sx n="3" d="2"/>
        <a:sy n="3" d="2"/>
      </p:scale>
      <p:origin x="0" y="0"/>
    </p:cViewPr>
  </p:notesTextViewPr>
  <p:sorterViewPr>
    <p:cViewPr varScale="1">
      <p:scale>
        <a:sx n="100" d="100"/>
        <a:sy n="100" d="100"/>
      </p:scale>
      <p:origin x="0" y="-85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font" Target="fonts/font5.fntdata"/><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6.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font" Target="fonts/font1.fntdata"/><Relationship Id="rId70"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font" Target="fonts/font4.fntdata"/><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‹Nº›</a:t>
            </a:fld>
            <a:endParaRPr/>
          </a:p>
        </p:txBody>
      </p:sp>
      <p:sp>
        <p:nvSpPr>
          <p:cNvPr id="4" name="Google Shape;4;n"/>
          <p:cNvSpPr txBox="1">
            <a:spLocks noGrp="1"/>
          </p:cNvSpPr>
          <p:nvPr>
            <p:ph type="hdr" idx="2"/>
          </p:nvPr>
        </p:nvSpPr>
        <p:spPr>
          <a:xfrm>
            <a:off x="0" y="9525"/>
            <a:ext cx="2971800" cy="457200"/>
          </a:xfrm>
          <a:prstGeom prst="rect">
            <a:avLst/>
          </a:prstGeom>
          <a:noFill/>
          <a:ln>
            <a:noFill/>
          </a:ln>
        </p:spPr>
        <p:txBody>
          <a:bodyPr spcFirstLastPara="1" wrap="square" lIns="19050" tIns="0" rIns="19050" bIns="0" anchor="t" anchorCtr="0">
            <a:noAutofit/>
          </a:bodyPr>
          <a:lstStyle>
            <a:lvl1pPr marR="0" lvl="0" algn="l" rtl="0">
              <a:lnSpc>
                <a:spcPct val="100000"/>
              </a:lnSpc>
              <a:spcBef>
                <a:spcPts val="0"/>
              </a:spcBef>
              <a:spcAft>
                <a:spcPts val="0"/>
              </a:spcAft>
              <a:buSzPts val="1400"/>
              <a:buNone/>
              <a:defRPr sz="1000" b="0" i="1" u="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txBox="1">
            <a:spLocks noGrp="1"/>
          </p:cNvSpPr>
          <p:nvPr>
            <p:ph type="dt" idx="10"/>
          </p:nvPr>
        </p:nvSpPr>
        <p:spPr>
          <a:xfrm>
            <a:off x="3886200" y="9525"/>
            <a:ext cx="2971800" cy="457200"/>
          </a:xfrm>
          <a:prstGeom prst="rect">
            <a:avLst/>
          </a:prstGeom>
          <a:noFill/>
          <a:ln>
            <a:noFill/>
          </a:ln>
        </p:spPr>
        <p:txBody>
          <a:bodyPr spcFirstLastPara="1" wrap="square" lIns="19050" tIns="0" rIns="19050" bIns="0" anchor="t" anchorCtr="0">
            <a:noAutofit/>
          </a:bodyPr>
          <a:lstStyle>
            <a:lvl1pPr marR="0" lvl="0" algn="r" rtl="0">
              <a:lnSpc>
                <a:spcPct val="100000"/>
              </a:lnSpc>
              <a:spcBef>
                <a:spcPts val="0"/>
              </a:spcBef>
              <a:spcAft>
                <a:spcPts val="0"/>
              </a:spcAft>
              <a:buSzPts val="1400"/>
              <a:buNone/>
              <a:defRPr sz="1000" b="0" i="1" u="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6" name="Google Shape;6;n"/>
          <p:cNvSpPr txBox="1">
            <a:spLocks noGrp="1"/>
          </p:cNvSpPr>
          <p:nvPr>
            <p:ph type="ftr" idx="11"/>
          </p:nvPr>
        </p:nvSpPr>
        <p:spPr>
          <a:xfrm>
            <a:off x="0" y="9305925"/>
            <a:ext cx="2971800" cy="457200"/>
          </a:xfrm>
          <a:prstGeom prst="rect">
            <a:avLst/>
          </a:prstGeom>
          <a:noFill/>
          <a:ln>
            <a:noFill/>
          </a:ln>
        </p:spPr>
        <p:txBody>
          <a:bodyPr spcFirstLastPara="1" wrap="square" lIns="19050" tIns="0" rIns="19050" bIns="0" anchor="b" anchorCtr="0">
            <a:noAutofit/>
          </a:bodyPr>
          <a:lstStyle>
            <a:lvl1pPr marR="0" lvl="0" algn="l" rtl="0">
              <a:lnSpc>
                <a:spcPct val="100000"/>
              </a:lnSpc>
              <a:spcBef>
                <a:spcPts val="0"/>
              </a:spcBef>
              <a:spcAft>
                <a:spcPts val="0"/>
              </a:spcAft>
              <a:buSzPts val="1400"/>
              <a:buNone/>
              <a:defRPr sz="1000" b="0" i="1" u="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7" name="Google Shape;7;n"/>
          <p:cNvSpPr txBox="1">
            <a:spLocks noGrp="1"/>
          </p:cNvSpPr>
          <p:nvPr>
            <p:ph type="sldNum" idx="3"/>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a:solidFill>
                  <a:srgbClr val="000000"/>
                </a:solidFill>
                <a:latin typeface="Times New Roman"/>
                <a:ea typeface="Times New Roman"/>
                <a:cs typeface="Times New Roman"/>
                <a:sym typeface="Times New Roman"/>
              </a:rPr>
              <a:t>‹Nº›</a:t>
            </a:fld>
            <a:endParaRPr/>
          </a:p>
        </p:txBody>
      </p:sp>
      <p:sp>
        <p:nvSpPr>
          <p:cNvPr id="8" name="Google Shape;8;n"/>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9" name="Google Shape;9;n"/>
          <p:cNvSpPr>
            <a:spLocks noGrp="1" noRot="1" noChangeAspect="1"/>
          </p:cNvSpPr>
          <p:nvPr>
            <p:ph type="sldImg" idx="4"/>
          </p:nvPr>
        </p:nvSpPr>
        <p:spPr>
          <a:xfrm>
            <a:off x="1144587"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2</a:t>
            </a:fld>
            <a:endParaRPr/>
          </a:p>
        </p:txBody>
      </p:sp>
      <p:sp>
        <p:nvSpPr>
          <p:cNvPr id="60" name="Google Shape;60;p2: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1" name="Google Shape;61;p2: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
        <p:nvSpPr>
          <p:cNvPr id="68" name="Google Shape;68;p3: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9" name="Google Shape;69;p3: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
        <p:nvSpPr>
          <p:cNvPr id="78" name="Google Shape;78;p4: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9" name="Google Shape;79;p4: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33</a:t>
            </a:fld>
            <a:endParaRPr/>
          </a:p>
        </p:txBody>
      </p:sp>
      <p:sp>
        <p:nvSpPr>
          <p:cNvPr id="87" name="Google Shape;87;p5: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88" name="Google Shape;88;p5: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6: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34</a:t>
            </a:fld>
            <a:endParaRPr/>
          </a:p>
        </p:txBody>
      </p:sp>
      <p:sp>
        <p:nvSpPr>
          <p:cNvPr id="96" name="Google Shape;96;p6: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97" name="Google Shape;97;p6: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35</a:t>
            </a:fld>
            <a:endParaRPr/>
          </a:p>
        </p:txBody>
      </p:sp>
      <p:sp>
        <p:nvSpPr>
          <p:cNvPr id="105" name="Google Shape;105;p7: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06" name="Google Shape;106;p7: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8: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36</a:t>
            </a:fld>
            <a:endParaRPr/>
          </a:p>
        </p:txBody>
      </p:sp>
      <p:sp>
        <p:nvSpPr>
          <p:cNvPr id="113" name="Google Shape;113;p8: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14" name="Google Shape;114;p8: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37</a:t>
            </a:fld>
            <a:endParaRPr/>
          </a:p>
        </p:txBody>
      </p:sp>
      <p:sp>
        <p:nvSpPr>
          <p:cNvPr id="122" name="Google Shape;122;p9: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23" name="Google Shape;123;p9: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38</a:t>
            </a:fld>
            <a:endParaRPr/>
          </a:p>
        </p:txBody>
      </p:sp>
      <p:sp>
        <p:nvSpPr>
          <p:cNvPr id="131" name="Google Shape;131;p10: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32" name="Google Shape;132;p10: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39</a:t>
            </a:fld>
            <a:endParaRPr/>
          </a:p>
        </p:txBody>
      </p:sp>
      <p:sp>
        <p:nvSpPr>
          <p:cNvPr id="141" name="Google Shape;141;p11: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42" name="Google Shape;142;p11: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40</a:t>
            </a:fld>
            <a:endParaRPr/>
          </a:p>
        </p:txBody>
      </p:sp>
      <p:sp>
        <p:nvSpPr>
          <p:cNvPr id="151" name="Google Shape;151;p12: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52" name="Google Shape;152;p12: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41</a:t>
            </a:fld>
            <a:endParaRPr/>
          </a:p>
        </p:txBody>
      </p:sp>
      <p:sp>
        <p:nvSpPr>
          <p:cNvPr id="161" name="Google Shape;161;p13: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62" name="Google Shape;162;p13: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4: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42</a:t>
            </a:fld>
            <a:endParaRPr/>
          </a:p>
        </p:txBody>
      </p:sp>
      <p:sp>
        <p:nvSpPr>
          <p:cNvPr id="171" name="Google Shape;171;p14: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72" name="Google Shape;172;p14: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43</a:t>
            </a:fld>
            <a:endParaRPr/>
          </a:p>
        </p:txBody>
      </p:sp>
      <p:sp>
        <p:nvSpPr>
          <p:cNvPr id="180" name="Google Shape;180;p15: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81" name="Google Shape;181;p15: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44</a:t>
            </a:fld>
            <a:endParaRPr/>
          </a:p>
        </p:txBody>
      </p:sp>
      <p:sp>
        <p:nvSpPr>
          <p:cNvPr id="190" name="Google Shape;190;p16: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91" name="Google Shape;191;p16: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7: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45</a:t>
            </a:fld>
            <a:endParaRPr/>
          </a:p>
        </p:txBody>
      </p:sp>
      <p:sp>
        <p:nvSpPr>
          <p:cNvPr id="200" name="Google Shape;200;p17: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01" name="Google Shape;201;p17: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46</a:t>
            </a:fld>
            <a:endParaRPr/>
          </a:p>
        </p:txBody>
      </p:sp>
      <p:sp>
        <p:nvSpPr>
          <p:cNvPr id="209" name="Google Shape;209;p18: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10" name="Google Shape;210;p18: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47</a:t>
            </a:fld>
            <a:endParaRPr/>
          </a:p>
        </p:txBody>
      </p:sp>
      <p:sp>
        <p:nvSpPr>
          <p:cNvPr id="218" name="Google Shape;218;p19: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19" name="Google Shape;219;p19: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0: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48</a:t>
            </a:fld>
            <a:endParaRPr/>
          </a:p>
        </p:txBody>
      </p:sp>
      <p:sp>
        <p:nvSpPr>
          <p:cNvPr id="227" name="Google Shape;227;p20: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28" name="Google Shape;228;p20: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1: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49</a:t>
            </a:fld>
            <a:endParaRPr/>
          </a:p>
        </p:txBody>
      </p:sp>
      <p:sp>
        <p:nvSpPr>
          <p:cNvPr id="236" name="Google Shape;236;p21: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37" name="Google Shape;237;p21: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50</a:t>
            </a:fld>
            <a:endParaRPr/>
          </a:p>
        </p:txBody>
      </p:sp>
      <p:sp>
        <p:nvSpPr>
          <p:cNvPr id="245" name="Google Shape;245;p22: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46" name="Google Shape;246;p22: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3: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51</a:t>
            </a:fld>
            <a:endParaRPr/>
          </a:p>
        </p:txBody>
      </p:sp>
      <p:sp>
        <p:nvSpPr>
          <p:cNvPr id="254" name="Google Shape;254;p23: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55" name="Google Shape;255;p23: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4: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52</a:t>
            </a:fld>
            <a:endParaRPr/>
          </a:p>
        </p:txBody>
      </p:sp>
      <p:sp>
        <p:nvSpPr>
          <p:cNvPr id="263" name="Google Shape;263;p24: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64" name="Google Shape;264;p24: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5:notes"/>
          <p:cNvSpPr txBox="1">
            <a:spLocks noGrp="1"/>
          </p:cNvSpPr>
          <p:nvPr>
            <p:ph type="sldNum" idx="12"/>
          </p:nvPr>
        </p:nvSpPr>
        <p:spPr>
          <a:xfrm>
            <a:off x="3886200" y="9305925"/>
            <a:ext cx="2971800" cy="457200"/>
          </a:xfrm>
          <a:prstGeom prst="rect">
            <a:avLst/>
          </a:prstGeom>
          <a:noFill/>
          <a:ln>
            <a:noFill/>
          </a:ln>
        </p:spPr>
        <p:txBody>
          <a:bodyPr spcFirstLastPara="1" wrap="square" lIns="19050" tIns="0" rIns="19050" bIns="0" anchor="b" anchorCtr="0">
            <a:noAutofit/>
          </a:bodyPr>
          <a:lstStyle/>
          <a:p>
            <a:pPr marL="0" lvl="0" indent="0" algn="l" rtl="0">
              <a:lnSpc>
                <a:spcPct val="100000"/>
              </a:lnSpc>
              <a:spcBef>
                <a:spcPts val="0"/>
              </a:spcBef>
              <a:spcAft>
                <a:spcPts val="0"/>
              </a:spcAft>
              <a:buNone/>
            </a:pPr>
            <a:fld id="{00000000-1234-1234-1234-123412341234}" type="slidenum">
              <a:rPr lang="en-US"/>
              <a:t>53</a:t>
            </a:fld>
            <a:endParaRPr/>
          </a:p>
        </p:txBody>
      </p:sp>
      <p:sp>
        <p:nvSpPr>
          <p:cNvPr id="308" name="Google Shape;308;p25:notes"/>
          <p:cNvSpPr>
            <a:spLocks noGrp="1" noRot="1" noChangeAspect="1"/>
          </p:cNvSpPr>
          <p:nvPr>
            <p:ph type="sldImg" idx="2"/>
          </p:nvPr>
        </p:nvSpPr>
        <p:spPr>
          <a:xfrm>
            <a:off x="1144588" y="850900"/>
            <a:ext cx="4568825" cy="34258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09" name="Google Shape;309;p25:notes"/>
          <p:cNvSpPr txBox="1">
            <a:spLocks noGrp="1"/>
          </p:cNvSpPr>
          <p:nvPr>
            <p:ph type="body" idx="1"/>
          </p:nvPr>
        </p:nvSpPr>
        <p:spPr>
          <a:xfrm>
            <a:off x="914400" y="4645025"/>
            <a:ext cx="5029200" cy="4114800"/>
          </a:xfrm>
          <a:prstGeom prst="rect">
            <a:avLst/>
          </a:prstGeom>
          <a:noFill/>
          <a:ln>
            <a:noFill/>
          </a:ln>
        </p:spPr>
        <p:txBody>
          <a:bodyPr spcFirstLastPara="1" wrap="square" lIns="92075" tIns="46025" rIns="92075" bIns="460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850900"/>
            <a:ext cx="4568825" cy="34258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54</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pic>
        <p:nvPicPr>
          <p:cNvPr id="3" name="Imagen 2" descr="Calendario&#10;&#10;Descripción generada automáticamente con confianza media">
            <a:extLst>
              <a:ext uri="{FF2B5EF4-FFF2-40B4-BE49-F238E27FC236}">
                <a16:creationId xmlns:a16="http://schemas.microsoft.com/office/drawing/2014/main" id="{7F535B13-CD10-974C-BF7B-B8EA82EEA5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282"/>
            <a:ext cx="9165813" cy="6841718"/>
          </a:xfrm>
          <a:prstGeom prst="rect">
            <a:avLst/>
          </a:prstGeom>
        </p:spPr>
      </p:pic>
    </p:spTree>
    <p:extLst>
      <p:ext uri="{BB962C8B-B14F-4D97-AF65-F5344CB8AC3E}">
        <p14:creationId xmlns:p14="http://schemas.microsoft.com/office/powerpoint/2010/main" val="222654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ítulo y objetos">
    <p:bg>
      <p:bgPr>
        <a:solidFill>
          <a:schemeClr val="bg1"/>
        </a:solidFill>
        <a:effectLst/>
      </p:bgPr>
    </p:bg>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FCADEDCF-DA7F-C84B-9E3A-D37447BC1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87626" cy="6858000"/>
          </a:xfrm>
          <a:prstGeom prst="rect">
            <a:avLst/>
          </a:prstGeom>
        </p:spPr>
      </p:pic>
    </p:spTree>
    <p:extLst>
      <p:ext uri="{BB962C8B-B14F-4D97-AF65-F5344CB8AC3E}">
        <p14:creationId xmlns:p14="http://schemas.microsoft.com/office/powerpoint/2010/main" val="3282297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6BB30792-84BC-5645-AFE5-6C1B6C31C0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3" y="0"/>
            <a:ext cx="9187626" cy="6858000"/>
          </a:xfrm>
          <a:prstGeom prst="rect">
            <a:avLst/>
          </a:prstGeom>
        </p:spPr>
      </p:pic>
    </p:spTree>
    <p:extLst>
      <p:ext uri="{BB962C8B-B14F-4D97-AF65-F5344CB8AC3E}">
        <p14:creationId xmlns:p14="http://schemas.microsoft.com/office/powerpoint/2010/main" val="74440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85B58F2E-6ABC-6141-8351-A9667E5A2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282"/>
            <a:ext cx="9165813" cy="6841718"/>
          </a:xfrm>
          <a:prstGeom prst="rect">
            <a:avLst/>
          </a:prstGeom>
        </p:spPr>
      </p:pic>
    </p:spTree>
    <p:extLst>
      <p:ext uri="{BB962C8B-B14F-4D97-AF65-F5344CB8AC3E}">
        <p14:creationId xmlns:p14="http://schemas.microsoft.com/office/powerpoint/2010/main" val="385734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ítulo y objetos">
    <p:spTree>
      <p:nvGrpSpPr>
        <p:cNvPr id="1" name=""/>
        <p:cNvGrpSpPr/>
        <p:nvPr/>
      </p:nvGrpSpPr>
      <p:grpSpPr>
        <a:xfrm>
          <a:off x="0" y="0"/>
          <a:ext cx="0" cy="0"/>
          <a:chOff x="0" y="0"/>
          <a:chExt cx="0" cy="0"/>
        </a:xfrm>
      </p:grpSpPr>
      <p:pic>
        <p:nvPicPr>
          <p:cNvPr id="7" name="Imagen 6" descr="Forma&#10;&#10;Descripción generada automáticamente con confianza media">
            <a:extLst>
              <a:ext uri="{FF2B5EF4-FFF2-40B4-BE49-F238E27FC236}">
                <a16:creationId xmlns:a16="http://schemas.microsoft.com/office/drawing/2014/main" id="{B77A4838-F1DD-9046-91FC-E45F806234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87626" cy="6858000"/>
          </a:xfrm>
          <a:prstGeom prst="rect">
            <a:avLst/>
          </a:prstGeom>
        </p:spPr>
      </p:pic>
    </p:spTree>
    <p:extLst>
      <p:ext uri="{BB962C8B-B14F-4D97-AF65-F5344CB8AC3E}">
        <p14:creationId xmlns:p14="http://schemas.microsoft.com/office/powerpoint/2010/main" val="68470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BFD4B215-CC6C-F747-BEB2-F42A821CE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3" y="0"/>
            <a:ext cx="9187626" cy="6858000"/>
          </a:xfrm>
          <a:prstGeom prst="rect">
            <a:avLst/>
          </a:prstGeom>
        </p:spPr>
      </p:pic>
    </p:spTree>
    <p:extLst>
      <p:ext uri="{BB962C8B-B14F-4D97-AF65-F5344CB8AC3E}">
        <p14:creationId xmlns:p14="http://schemas.microsoft.com/office/powerpoint/2010/main" val="1273647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3CD84CC3-4E28-3146-BFE5-F7C65E952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282"/>
            <a:ext cx="9165813" cy="6841718"/>
          </a:xfrm>
          <a:prstGeom prst="rect">
            <a:avLst/>
          </a:prstGeom>
        </p:spPr>
      </p:pic>
    </p:spTree>
    <p:extLst>
      <p:ext uri="{BB962C8B-B14F-4D97-AF65-F5344CB8AC3E}">
        <p14:creationId xmlns:p14="http://schemas.microsoft.com/office/powerpoint/2010/main" val="4105453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pic>
        <p:nvPicPr>
          <p:cNvPr id="3" name="Imagen 2" descr="Imagen que contiene Gráfico de líneas&#10;&#10;Descripción generada automáticamente">
            <a:extLst>
              <a:ext uri="{FF2B5EF4-FFF2-40B4-BE49-F238E27FC236}">
                <a16:creationId xmlns:a16="http://schemas.microsoft.com/office/drawing/2014/main" id="{91430346-03E4-0841-B9CE-876C88D54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3" y="0"/>
            <a:ext cx="9187626" cy="6858000"/>
          </a:xfrm>
          <a:prstGeom prst="rect">
            <a:avLst/>
          </a:prstGeom>
        </p:spPr>
      </p:pic>
    </p:spTree>
    <p:extLst>
      <p:ext uri="{BB962C8B-B14F-4D97-AF65-F5344CB8AC3E}">
        <p14:creationId xmlns:p14="http://schemas.microsoft.com/office/powerpoint/2010/main" val="657298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Diseño personalizado">
    <p:spTree>
      <p:nvGrpSpPr>
        <p:cNvPr id="1" name=""/>
        <p:cNvGrpSpPr/>
        <p:nvPr/>
      </p:nvGrpSpPr>
      <p:grpSpPr>
        <a:xfrm>
          <a:off x="0" y="0"/>
          <a:ext cx="0" cy="0"/>
          <a:chOff x="0" y="0"/>
          <a:chExt cx="0" cy="0"/>
        </a:xfrm>
      </p:grpSpPr>
      <p:pic>
        <p:nvPicPr>
          <p:cNvPr id="3" name="Imagen 2" descr="Imagen que contiene Interfaz de usuario gráfica&#10;&#10;Descripción generada automáticamente">
            <a:extLst>
              <a:ext uri="{FF2B5EF4-FFF2-40B4-BE49-F238E27FC236}">
                <a16:creationId xmlns:a16="http://schemas.microsoft.com/office/drawing/2014/main" id="{783FC83D-79C1-104A-AB7A-0137336B0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3" y="0"/>
            <a:ext cx="9187626" cy="6858000"/>
          </a:xfrm>
          <a:prstGeom prst="rect">
            <a:avLst/>
          </a:prstGeom>
        </p:spPr>
      </p:pic>
    </p:spTree>
    <p:extLst>
      <p:ext uri="{BB962C8B-B14F-4D97-AF65-F5344CB8AC3E}">
        <p14:creationId xmlns:p14="http://schemas.microsoft.com/office/powerpoint/2010/main" val="255668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45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6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21EE62C8-D1C0-584A-83CF-E72D8255C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615"/>
            <a:ext cx="9144000" cy="6826770"/>
          </a:xfrm>
          <a:prstGeom prst="rect">
            <a:avLst/>
          </a:prstGeom>
        </p:spPr>
      </p:pic>
      <p:sp>
        <p:nvSpPr>
          <p:cNvPr id="2" name="Title 1"/>
          <p:cNvSpPr>
            <a:spLocks noGrp="1"/>
          </p:cNvSpPr>
          <p:nvPr>
            <p:ph type="title"/>
          </p:nvPr>
        </p:nvSpPr>
        <p:spPr>
          <a:xfrm>
            <a:off x="380344" y="467602"/>
            <a:ext cx="6388976" cy="747780"/>
          </a:xfrm>
          <a:prstGeom prst="rect">
            <a:avLst/>
          </a:prstGeom>
        </p:spPr>
        <p:txBody>
          <a:bodyPr/>
          <a:lstStyle>
            <a:lvl1pPr>
              <a:defRPr>
                <a:solidFill>
                  <a:schemeClr val="bg1"/>
                </a:solidFill>
                <a:latin typeface="Ubuntu" panose="020B05040306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8650" y="1825625"/>
            <a:ext cx="6264823" cy="4351338"/>
          </a:xfrm>
          <a:prstGeom prst="rect">
            <a:avLst/>
          </a:prstGeom>
        </p:spPr>
        <p:txBody>
          <a:bodyPr/>
          <a:lstStyle>
            <a:lvl1pPr marL="0" indent="0">
              <a:buNone/>
              <a:defRPr>
                <a:latin typeface="Ubuntu" panose="020B0504030602030204" pitchFamily="34" charset="0"/>
              </a:defRPr>
            </a:lvl1pPr>
          </a:lstStyle>
          <a:p>
            <a:pPr lvl="0"/>
            <a:r>
              <a:rPr lang="es-ES"/>
              <a:t>Haga clic para modificar los estilos de texto del patrón</a:t>
            </a:r>
          </a:p>
        </p:txBody>
      </p:sp>
    </p:spTree>
    <p:extLst>
      <p:ext uri="{BB962C8B-B14F-4D97-AF65-F5344CB8AC3E}">
        <p14:creationId xmlns:p14="http://schemas.microsoft.com/office/powerpoint/2010/main" val="1029592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019299" y="1871132"/>
            <a:ext cx="5111752" cy="1515533"/>
          </a:xfrm>
        </p:spPr>
        <p:txBody>
          <a:bodyPr anchor="b">
            <a:noAutofit/>
          </a:bodyPr>
          <a:lstStyle>
            <a:lvl1pPr algn="ctr">
              <a:defRPr sz="4050">
                <a:effectLst/>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2019299" y="3657597"/>
            <a:ext cx="5111752" cy="13208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5987425" y="5037663"/>
            <a:ext cx="673100" cy="279400"/>
          </a:xfrm>
        </p:spPr>
        <p:txBody>
          <a:bodyPr/>
          <a:lstStyle/>
          <a:p>
            <a:endParaRPr lang="es-AR"/>
          </a:p>
        </p:txBody>
      </p:sp>
      <p:sp>
        <p:nvSpPr>
          <p:cNvPr id="5" name="Footer Placeholder 4"/>
          <p:cNvSpPr>
            <a:spLocks noGrp="1"/>
          </p:cNvSpPr>
          <p:nvPr>
            <p:ph type="ftr" sz="quarter" idx="11"/>
          </p:nvPr>
        </p:nvSpPr>
        <p:spPr>
          <a:xfrm>
            <a:off x="2019298" y="5037663"/>
            <a:ext cx="3910976" cy="279400"/>
          </a:xfrm>
        </p:spPr>
        <p:txBody>
          <a:bodyPr/>
          <a:lstStyle/>
          <a:p>
            <a:endParaRPr lang="es-AR"/>
          </a:p>
        </p:txBody>
      </p:sp>
      <p:sp>
        <p:nvSpPr>
          <p:cNvPr id="6" name="Slide Number Placeholder 5"/>
          <p:cNvSpPr>
            <a:spLocks noGrp="1"/>
          </p:cNvSpPr>
          <p:nvPr>
            <p:ph type="sldNum" sz="quarter" idx="12"/>
          </p:nvPr>
        </p:nvSpPr>
        <p:spPr>
          <a:xfrm>
            <a:off x="6717676" y="5037663"/>
            <a:ext cx="413375" cy="279400"/>
          </a:xfrm>
        </p:spPr>
        <p:txBody>
          <a:bodyPr/>
          <a:lstStyle/>
          <a:p>
            <a:pPr marL="0" lvl="0" indent="0" algn="r" rtl="0">
              <a:spcBef>
                <a:spcPts val="0"/>
              </a:spcBef>
              <a:spcAft>
                <a:spcPts val="0"/>
              </a:spcAft>
              <a:buNone/>
            </a:pPr>
            <a:fld id="{00000000-1234-1234-1234-123412341234}" type="slidenum">
              <a:rPr lang="en-US" smtClean="0"/>
              <a:t>‹Nº›</a:t>
            </a:fld>
            <a:endParaRPr lang="en-US">
              <a:solidFill>
                <a:srgbClr val="000000"/>
              </a:solidFill>
              <a:latin typeface="Arial"/>
              <a:ea typeface="Arial"/>
              <a:cs typeface="Arial"/>
              <a:sym typeface="Arial"/>
            </a:endParaRPr>
          </a:p>
        </p:txBody>
      </p:sp>
    </p:spTree>
    <p:extLst>
      <p:ext uri="{BB962C8B-B14F-4D97-AF65-F5344CB8AC3E}">
        <p14:creationId xmlns:p14="http://schemas.microsoft.com/office/powerpoint/2010/main" val="1793179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39"/>
        <p:cNvGrpSpPr/>
        <p:nvPr/>
      </p:nvGrpSpPr>
      <p:grpSpPr>
        <a:xfrm>
          <a:off x="0" y="0"/>
          <a:ext cx="0" cy="0"/>
          <a:chOff x="0" y="0"/>
          <a:chExt cx="0" cy="0"/>
        </a:xfrm>
      </p:grpSpPr>
      <p:sp>
        <p:nvSpPr>
          <p:cNvPr id="40" name="Google Shape;40;p28"/>
          <p:cNvSpPr txBox="1">
            <a:spLocks noGrp="1"/>
          </p:cNvSpPr>
          <p:nvPr>
            <p:ph type="title"/>
          </p:nvPr>
        </p:nvSpPr>
        <p:spPr>
          <a:xfrm>
            <a:off x="1150937" y="214312"/>
            <a:ext cx="7793037" cy="146208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8"/>
          <p:cNvSpPr txBox="1">
            <a:spLocks noGrp="1"/>
          </p:cNvSpPr>
          <p:nvPr>
            <p:ph type="body" idx="1"/>
          </p:nvPr>
        </p:nvSpPr>
        <p:spPr>
          <a:xfrm>
            <a:off x="1182687" y="2017712"/>
            <a:ext cx="7772400" cy="4114800"/>
          </a:xfrm>
          <a:prstGeom prst="rect">
            <a:avLst/>
          </a:prstGeom>
          <a:noFill/>
          <a:ln>
            <a:noFill/>
          </a:ln>
        </p:spPr>
        <p:txBody>
          <a:bodyPr spcFirstLastPara="1" wrap="square" lIns="91425" tIns="45700" rIns="91425" bIns="45700" anchor="t" anchorCtr="0">
            <a:noAutofit/>
          </a:bodyPr>
          <a:lstStyle>
            <a:lvl1pPr marL="457200" lvl="0" indent="-297180" algn="l">
              <a:lnSpc>
                <a:spcPct val="100000"/>
              </a:lnSpc>
              <a:spcBef>
                <a:spcPts val="360"/>
              </a:spcBef>
              <a:spcAft>
                <a:spcPts val="0"/>
              </a:spcAft>
              <a:buSzPts val="1080"/>
              <a:buChar char="■"/>
              <a:defRPr/>
            </a:lvl1pPr>
            <a:lvl2pPr marL="914400" lvl="1" indent="-291465" algn="l">
              <a:lnSpc>
                <a:spcPct val="100000"/>
              </a:lnSpc>
              <a:spcBef>
                <a:spcPts val="360"/>
              </a:spcBef>
              <a:spcAft>
                <a:spcPts val="0"/>
              </a:spcAft>
              <a:buSzPts val="990"/>
              <a:buChar char="■"/>
              <a:defRPr/>
            </a:lvl2pPr>
            <a:lvl3pPr marL="1371600" lvl="2" indent="-285750" algn="l">
              <a:lnSpc>
                <a:spcPct val="100000"/>
              </a:lnSpc>
              <a:spcBef>
                <a:spcPts val="360"/>
              </a:spcBef>
              <a:spcAft>
                <a:spcPts val="0"/>
              </a:spcAft>
              <a:buSzPts val="900"/>
              <a:buChar char="■"/>
              <a:defRPr/>
            </a:lvl3pPr>
            <a:lvl4pPr marL="1828800" lvl="3" indent="-291464" algn="l">
              <a:lnSpc>
                <a:spcPct val="100000"/>
              </a:lnSpc>
              <a:spcBef>
                <a:spcPts val="360"/>
              </a:spcBef>
              <a:spcAft>
                <a:spcPts val="0"/>
              </a:spcAft>
              <a:buSzPts val="990"/>
              <a:buChar char="■"/>
              <a:defRPr/>
            </a:lvl4pPr>
            <a:lvl5pPr marL="2286000" lvl="4" indent="-285750" algn="l">
              <a:lnSpc>
                <a:spcPct val="100000"/>
              </a:lnSpc>
              <a:spcBef>
                <a:spcPts val="360"/>
              </a:spcBef>
              <a:spcAft>
                <a:spcPts val="0"/>
              </a:spcAft>
              <a:buSzPts val="900"/>
              <a:buChar char="■"/>
              <a:defRPr/>
            </a:lvl5pPr>
            <a:lvl6pPr marL="2743200" lvl="5" indent="-285750" algn="l">
              <a:lnSpc>
                <a:spcPct val="100000"/>
              </a:lnSpc>
              <a:spcBef>
                <a:spcPts val="360"/>
              </a:spcBef>
              <a:spcAft>
                <a:spcPts val="0"/>
              </a:spcAft>
              <a:buSzPts val="900"/>
              <a:buChar char="■"/>
              <a:defRPr/>
            </a:lvl6pPr>
            <a:lvl7pPr marL="3200400" lvl="6" indent="-285750" algn="l">
              <a:lnSpc>
                <a:spcPct val="100000"/>
              </a:lnSpc>
              <a:spcBef>
                <a:spcPts val="360"/>
              </a:spcBef>
              <a:spcAft>
                <a:spcPts val="0"/>
              </a:spcAft>
              <a:buSzPts val="900"/>
              <a:buChar char="■"/>
              <a:defRPr/>
            </a:lvl7pPr>
            <a:lvl8pPr marL="3657600" lvl="7" indent="-285750" algn="l">
              <a:lnSpc>
                <a:spcPct val="100000"/>
              </a:lnSpc>
              <a:spcBef>
                <a:spcPts val="360"/>
              </a:spcBef>
              <a:spcAft>
                <a:spcPts val="0"/>
              </a:spcAft>
              <a:buSzPts val="900"/>
              <a:buChar char="■"/>
              <a:defRPr/>
            </a:lvl8pPr>
            <a:lvl9pPr marL="4114800" lvl="8" indent="-285750" algn="l">
              <a:lnSpc>
                <a:spcPct val="100000"/>
              </a:lnSpc>
              <a:spcBef>
                <a:spcPts val="360"/>
              </a:spcBef>
              <a:spcAft>
                <a:spcPts val="0"/>
              </a:spcAft>
              <a:buSzPts val="900"/>
              <a:buChar char="■"/>
              <a:defRPr/>
            </a:lvl9pPr>
          </a:lstStyle>
          <a:p>
            <a:endParaRPr/>
          </a:p>
        </p:txBody>
      </p:sp>
      <p:sp>
        <p:nvSpPr>
          <p:cNvPr id="42" name="Google Shape;42;p28"/>
          <p:cNvSpPr txBox="1">
            <a:spLocks noGrp="1"/>
          </p:cNvSpPr>
          <p:nvPr>
            <p:ph type="dt" idx="10"/>
          </p:nvPr>
        </p:nvSpPr>
        <p:spPr>
          <a:xfrm>
            <a:off x="1162050" y="6243637"/>
            <a:ext cx="1905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657600" y="6243637"/>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None/>
              <a:defRPr sz="1400">
                <a:solidFill>
                  <a:schemeClr val="dk2"/>
                </a:solidFill>
                <a:latin typeface="Tahoma"/>
                <a:ea typeface="Tahoma"/>
                <a:cs typeface="Tahoma"/>
                <a:sym typeface="Tahoma"/>
              </a:defRPr>
            </a:lvl1pPr>
            <a:lvl2pPr marL="0" lvl="1" indent="0" algn="r">
              <a:lnSpc>
                <a:spcPct val="100000"/>
              </a:lnSpc>
              <a:spcBef>
                <a:spcPts val="0"/>
              </a:spcBef>
              <a:spcAft>
                <a:spcPts val="0"/>
              </a:spcAft>
              <a:buNone/>
              <a:defRPr sz="1400">
                <a:solidFill>
                  <a:schemeClr val="dk2"/>
                </a:solidFill>
                <a:latin typeface="Tahoma"/>
                <a:ea typeface="Tahoma"/>
                <a:cs typeface="Tahoma"/>
                <a:sym typeface="Tahoma"/>
              </a:defRPr>
            </a:lvl2pPr>
            <a:lvl3pPr marL="0" lvl="2" indent="0" algn="r">
              <a:lnSpc>
                <a:spcPct val="100000"/>
              </a:lnSpc>
              <a:spcBef>
                <a:spcPts val="0"/>
              </a:spcBef>
              <a:spcAft>
                <a:spcPts val="0"/>
              </a:spcAft>
              <a:buNone/>
              <a:defRPr sz="1400">
                <a:solidFill>
                  <a:schemeClr val="dk2"/>
                </a:solidFill>
                <a:latin typeface="Tahoma"/>
                <a:ea typeface="Tahoma"/>
                <a:cs typeface="Tahoma"/>
                <a:sym typeface="Tahoma"/>
              </a:defRPr>
            </a:lvl3pPr>
            <a:lvl4pPr marL="0" lvl="3" indent="0" algn="r">
              <a:lnSpc>
                <a:spcPct val="100000"/>
              </a:lnSpc>
              <a:spcBef>
                <a:spcPts val="0"/>
              </a:spcBef>
              <a:spcAft>
                <a:spcPts val="0"/>
              </a:spcAft>
              <a:buNone/>
              <a:defRPr sz="1400">
                <a:solidFill>
                  <a:schemeClr val="dk2"/>
                </a:solidFill>
                <a:latin typeface="Tahoma"/>
                <a:ea typeface="Tahoma"/>
                <a:cs typeface="Tahoma"/>
                <a:sym typeface="Tahoma"/>
              </a:defRPr>
            </a:lvl4pPr>
            <a:lvl5pPr marL="0" lvl="4" indent="0" algn="r">
              <a:lnSpc>
                <a:spcPct val="100000"/>
              </a:lnSpc>
              <a:spcBef>
                <a:spcPts val="0"/>
              </a:spcBef>
              <a:spcAft>
                <a:spcPts val="0"/>
              </a:spcAft>
              <a:buNone/>
              <a:defRPr sz="1400">
                <a:solidFill>
                  <a:schemeClr val="dk2"/>
                </a:solidFill>
                <a:latin typeface="Tahoma"/>
                <a:ea typeface="Tahoma"/>
                <a:cs typeface="Tahoma"/>
                <a:sym typeface="Tahoma"/>
              </a:defRPr>
            </a:lvl5pPr>
            <a:lvl6pPr marL="0" lvl="5" indent="0" algn="r">
              <a:lnSpc>
                <a:spcPct val="100000"/>
              </a:lnSpc>
              <a:spcBef>
                <a:spcPts val="0"/>
              </a:spcBef>
              <a:spcAft>
                <a:spcPts val="0"/>
              </a:spcAft>
              <a:buNone/>
              <a:defRPr sz="1400">
                <a:solidFill>
                  <a:schemeClr val="dk2"/>
                </a:solidFill>
                <a:latin typeface="Tahoma"/>
                <a:ea typeface="Tahoma"/>
                <a:cs typeface="Tahoma"/>
                <a:sym typeface="Tahoma"/>
              </a:defRPr>
            </a:lvl6pPr>
            <a:lvl7pPr marL="0" lvl="6" indent="0" algn="r">
              <a:lnSpc>
                <a:spcPct val="100000"/>
              </a:lnSpc>
              <a:spcBef>
                <a:spcPts val="0"/>
              </a:spcBef>
              <a:spcAft>
                <a:spcPts val="0"/>
              </a:spcAft>
              <a:buNone/>
              <a:defRPr sz="1400">
                <a:solidFill>
                  <a:schemeClr val="dk2"/>
                </a:solidFill>
                <a:latin typeface="Tahoma"/>
                <a:ea typeface="Tahoma"/>
                <a:cs typeface="Tahoma"/>
                <a:sym typeface="Tahoma"/>
              </a:defRPr>
            </a:lvl7pPr>
            <a:lvl8pPr marL="0" lvl="7" indent="0" algn="r">
              <a:lnSpc>
                <a:spcPct val="100000"/>
              </a:lnSpc>
              <a:spcBef>
                <a:spcPts val="0"/>
              </a:spcBef>
              <a:spcAft>
                <a:spcPts val="0"/>
              </a:spcAft>
              <a:buNone/>
              <a:defRPr sz="1400">
                <a:solidFill>
                  <a:schemeClr val="dk2"/>
                </a:solidFill>
                <a:latin typeface="Tahoma"/>
                <a:ea typeface="Tahoma"/>
                <a:cs typeface="Tahoma"/>
                <a:sym typeface="Tahoma"/>
              </a:defRPr>
            </a:lvl8pPr>
            <a:lvl9pPr marL="0" lvl="8" indent="0" algn="r">
              <a:lnSpc>
                <a:spcPct val="100000"/>
              </a:lnSpc>
              <a:spcBef>
                <a:spcPts val="0"/>
              </a:spcBef>
              <a:spcAft>
                <a:spcPts val="0"/>
              </a:spcAft>
              <a:buNone/>
              <a:defRPr sz="1400">
                <a:solidFill>
                  <a:schemeClr val="dk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405086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505742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544860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544370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782793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4076842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098000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6273271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632227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8424461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4272177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9999076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Diapositiva de título">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923330"/>
          </a:xfrm>
          <a:prstGeom prst="rect">
            <a:avLst/>
          </a:prstGeom>
        </p:spPr>
        <p:txBody>
          <a:bodyPr wrap="square" lIns="0" tIns="0" rIns="0" bIns="0">
            <a:spAutoFit/>
          </a:bodyPr>
          <a:lstStyle>
            <a:lvl1pPr>
              <a:defRPr sz="3000" b="1" i="0">
                <a:solidFill>
                  <a:schemeClr val="bg1"/>
                </a:solidFill>
                <a:latin typeface="Calibri"/>
                <a:cs typeface="Calibri"/>
              </a:defRPr>
            </a:lvl1pPr>
          </a:lstStyle>
          <a:p>
            <a:r>
              <a:rPr lang="es-ES"/>
              <a:t>Haga clic para modificar el estilo de título del patrón</a:t>
            </a:r>
            <a:endParaRPr/>
          </a:p>
        </p:txBody>
      </p:sp>
      <p:sp>
        <p:nvSpPr>
          <p:cNvPr id="3" name="Holder 3"/>
          <p:cNvSpPr>
            <a:spLocks noGrp="1"/>
          </p:cNvSpPr>
          <p:nvPr>
            <p:ph type="subTitle" idx="4"/>
          </p:nvPr>
        </p:nvSpPr>
        <p:spPr>
          <a:xfrm>
            <a:off x="1371600" y="3840480"/>
            <a:ext cx="6400800" cy="230832"/>
          </a:xfrm>
          <a:prstGeom prst="rect">
            <a:avLst/>
          </a:prstGeom>
        </p:spPr>
        <p:txBody>
          <a:bodyPr wrap="square" lIns="0" tIns="0" rIns="0" bIns="0">
            <a:spAutoFit/>
          </a:bodyPr>
          <a:lstStyle>
            <a:lvl1pPr>
              <a:defRPr sz="1500" b="1" i="0">
                <a:solidFill>
                  <a:srgbClr val="7E7E7E"/>
                </a:solidFill>
                <a:latin typeface="Calibri"/>
                <a:cs typeface="Calibri"/>
              </a:defRPr>
            </a:lvl1pPr>
          </a:lstStyle>
          <a:p>
            <a:r>
              <a:rPr lang="es-ES"/>
              <a:t>Haga clic para modificar el estilo de subtítulo del patrón</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07348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Holder 2"/>
          <p:cNvSpPr>
            <a:spLocks noGrp="1"/>
          </p:cNvSpPr>
          <p:nvPr>
            <p:ph type="title"/>
          </p:nvPr>
        </p:nvSpPr>
        <p:spPr>
          <a:xfrm>
            <a:off x="359892" y="530098"/>
            <a:ext cx="5710713" cy="923330"/>
          </a:xfrm>
        </p:spPr>
        <p:txBody>
          <a:bodyPr lIns="0" tIns="0" rIns="0" bIns="0"/>
          <a:lstStyle>
            <a:lvl1pPr>
              <a:defRPr sz="3000" b="1" i="0">
                <a:solidFill>
                  <a:schemeClr val="bg1"/>
                </a:solidFill>
                <a:latin typeface="Calibri"/>
                <a:cs typeface="Calibri"/>
              </a:defRPr>
            </a:lvl1pPr>
          </a:lstStyle>
          <a:p>
            <a:r>
              <a:rPr lang="es-ES"/>
              <a:t>Haga clic para modificar el estilo de título del patrón</a:t>
            </a:r>
            <a:endParaRPr/>
          </a:p>
        </p:txBody>
      </p:sp>
      <p:sp>
        <p:nvSpPr>
          <p:cNvPr id="3" name="Holder 3"/>
          <p:cNvSpPr>
            <a:spLocks noGrp="1"/>
          </p:cNvSpPr>
          <p:nvPr>
            <p:ph type="body" idx="1"/>
          </p:nvPr>
        </p:nvSpPr>
        <p:spPr>
          <a:xfrm>
            <a:off x="724509" y="1782827"/>
            <a:ext cx="5988368" cy="230832"/>
          </a:xfrm>
        </p:spPr>
        <p:txBody>
          <a:bodyPr lIns="0" tIns="0" rIns="0" bIns="0"/>
          <a:lstStyle>
            <a:lvl1pPr>
              <a:defRPr sz="1500" b="1" i="0">
                <a:solidFill>
                  <a:srgbClr val="7E7E7E"/>
                </a:solidFill>
                <a:latin typeface="Calibri"/>
                <a:cs typeface="Calibri"/>
              </a:defRPr>
            </a:lvl1pPr>
          </a:lstStyle>
          <a:p>
            <a:pPr lvl="0"/>
            <a:r>
              <a:rPr lang="es-ES"/>
              <a:t>Haga clic para modificar los estilos de texto del patrón</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1574569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Dos objetos">
    <p:spTree>
      <p:nvGrpSpPr>
        <p:cNvPr id="1" name=""/>
        <p:cNvGrpSpPr/>
        <p:nvPr/>
      </p:nvGrpSpPr>
      <p:grpSpPr>
        <a:xfrm>
          <a:off x="0" y="0"/>
          <a:ext cx="0" cy="0"/>
          <a:chOff x="0" y="0"/>
          <a:chExt cx="0" cy="0"/>
        </a:xfrm>
      </p:grpSpPr>
      <p:sp>
        <p:nvSpPr>
          <p:cNvPr id="2" name="Holder 2"/>
          <p:cNvSpPr>
            <a:spLocks noGrp="1"/>
          </p:cNvSpPr>
          <p:nvPr>
            <p:ph type="title"/>
          </p:nvPr>
        </p:nvSpPr>
        <p:spPr>
          <a:xfrm>
            <a:off x="359892" y="530098"/>
            <a:ext cx="5710713" cy="923330"/>
          </a:xfrm>
        </p:spPr>
        <p:txBody>
          <a:bodyPr lIns="0" tIns="0" rIns="0" bIns="0"/>
          <a:lstStyle>
            <a:lvl1pPr>
              <a:defRPr sz="3000" b="1" i="0">
                <a:solidFill>
                  <a:schemeClr val="bg1"/>
                </a:solidFill>
                <a:latin typeface="Calibri"/>
                <a:cs typeface="Calibri"/>
              </a:defRPr>
            </a:lvl1pPr>
          </a:lstStyle>
          <a:p>
            <a:r>
              <a:rPr lang="es-ES"/>
              <a:t>Haga clic para modificar el estilo de título del patrón</a:t>
            </a:r>
            <a:endParaRPr/>
          </a:p>
        </p:txBody>
      </p:sp>
      <p:sp>
        <p:nvSpPr>
          <p:cNvPr id="3" name="Holder 3"/>
          <p:cNvSpPr>
            <a:spLocks noGrp="1"/>
          </p:cNvSpPr>
          <p:nvPr>
            <p:ph sz="half" idx="2"/>
          </p:nvPr>
        </p:nvSpPr>
        <p:spPr>
          <a:xfrm>
            <a:off x="457200" y="1577340"/>
            <a:ext cx="3977640" cy="615553"/>
          </a:xfrm>
          <a:prstGeom prst="rect">
            <a:avLst/>
          </a:prstGeom>
        </p:spPr>
        <p:txBody>
          <a:bodyPr wrap="square" lIns="0" tIns="0" rIns="0" bIns="0">
            <a:spAutoFit/>
          </a:bodyPr>
          <a:lstStyle>
            <a:lvl1pPr>
              <a:defRPr/>
            </a:lvl1pPr>
          </a:lstStyle>
          <a:p>
            <a:pPr lvl="0"/>
            <a:r>
              <a:rPr lang="es-ES"/>
              <a:t>Haga clic para modificar los estilos de texto del patrón</a:t>
            </a:r>
          </a:p>
        </p:txBody>
      </p:sp>
      <p:sp>
        <p:nvSpPr>
          <p:cNvPr id="4" name="Holder 4"/>
          <p:cNvSpPr>
            <a:spLocks noGrp="1"/>
          </p:cNvSpPr>
          <p:nvPr>
            <p:ph sz="half" idx="3"/>
          </p:nvPr>
        </p:nvSpPr>
        <p:spPr>
          <a:xfrm>
            <a:off x="4709160" y="1577340"/>
            <a:ext cx="3977640" cy="615553"/>
          </a:xfrm>
          <a:prstGeom prst="rect">
            <a:avLst/>
          </a:prstGeom>
        </p:spPr>
        <p:txBody>
          <a:bodyPr wrap="square" lIns="0" tIns="0" rIns="0" bIns="0">
            <a:spAutoFit/>
          </a:bodyPr>
          <a:lstStyle>
            <a:lvl1pPr>
              <a:defRPr/>
            </a:lvl1pPr>
          </a:lstStyle>
          <a:p>
            <a:pPr lvl="0"/>
            <a:r>
              <a:rPr lang="es-ES"/>
              <a:t>Haga clic para modificar los estilos de texto del patrón</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725970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Solo el título">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9144000" cy="6856723"/>
          </a:xfrm>
          <a:prstGeom prst="rect">
            <a:avLst/>
          </a:prstGeom>
        </p:spPr>
      </p:pic>
      <p:sp>
        <p:nvSpPr>
          <p:cNvPr id="2" name="Holder 2"/>
          <p:cNvSpPr>
            <a:spLocks noGrp="1"/>
          </p:cNvSpPr>
          <p:nvPr>
            <p:ph type="title"/>
          </p:nvPr>
        </p:nvSpPr>
        <p:spPr>
          <a:xfrm>
            <a:off x="359892" y="530098"/>
            <a:ext cx="5710713" cy="923330"/>
          </a:xfrm>
        </p:spPr>
        <p:txBody>
          <a:bodyPr lIns="0" tIns="0" rIns="0" bIns="0"/>
          <a:lstStyle>
            <a:lvl1pPr>
              <a:defRPr sz="3000" b="1" i="0">
                <a:solidFill>
                  <a:schemeClr val="bg1"/>
                </a:solidFill>
                <a:latin typeface="Calibri"/>
                <a:cs typeface="Calibri"/>
              </a:defRPr>
            </a:lvl1pPr>
          </a:lstStyle>
          <a:p>
            <a:r>
              <a:rPr lang="es-ES"/>
              <a:t>Haga clic para modificar el estilo de título del patrón</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7230285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En blanco">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001546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39"/>
        <p:cNvGrpSpPr/>
        <p:nvPr/>
      </p:nvGrpSpPr>
      <p:grpSpPr>
        <a:xfrm>
          <a:off x="0" y="0"/>
          <a:ext cx="0" cy="0"/>
          <a:chOff x="0" y="0"/>
          <a:chExt cx="0" cy="0"/>
        </a:xfrm>
      </p:grpSpPr>
      <p:sp>
        <p:nvSpPr>
          <p:cNvPr id="40" name="Google Shape;40;p28"/>
          <p:cNvSpPr txBox="1">
            <a:spLocks noGrp="1"/>
          </p:cNvSpPr>
          <p:nvPr>
            <p:ph type="title"/>
          </p:nvPr>
        </p:nvSpPr>
        <p:spPr>
          <a:xfrm>
            <a:off x="1150937" y="214312"/>
            <a:ext cx="7793037" cy="146208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8"/>
          <p:cNvSpPr txBox="1">
            <a:spLocks noGrp="1"/>
          </p:cNvSpPr>
          <p:nvPr>
            <p:ph type="body" idx="1"/>
          </p:nvPr>
        </p:nvSpPr>
        <p:spPr>
          <a:xfrm>
            <a:off x="1182687" y="2017712"/>
            <a:ext cx="7772400" cy="4114800"/>
          </a:xfrm>
          <a:prstGeom prst="rect">
            <a:avLst/>
          </a:prstGeom>
          <a:noFill/>
          <a:ln>
            <a:noFill/>
          </a:ln>
        </p:spPr>
        <p:txBody>
          <a:bodyPr spcFirstLastPara="1" wrap="square" lIns="91425" tIns="45700" rIns="91425" bIns="45700" anchor="t" anchorCtr="0">
            <a:noAutofit/>
          </a:bodyPr>
          <a:lstStyle>
            <a:lvl1pPr marL="457200" lvl="0" indent="-297180" algn="l">
              <a:lnSpc>
                <a:spcPct val="100000"/>
              </a:lnSpc>
              <a:spcBef>
                <a:spcPts val="360"/>
              </a:spcBef>
              <a:spcAft>
                <a:spcPts val="0"/>
              </a:spcAft>
              <a:buSzPts val="1080"/>
              <a:buChar char="■"/>
              <a:defRPr/>
            </a:lvl1pPr>
            <a:lvl2pPr marL="914400" lvl="1" indent="-291465" algn="l">
              <a:lnSpc>
                <a:spcPct val="100000"/>
              </a:lnSpc>
              <a:spcBef>
                <a:spcPts val="360"/>
              </a:spcBef>
              <a:spcAft>
                <a:spcPts val="0"/>
              </a:spcAft>
              <a:buSzPts val="990"/>
              <a:buChar char="■"/>
              <a:defRPr/>
            </a:lvl2pPr>
            <a:lvl3pPr marL="1371600" lvl="2" indent="-285750" algn="l">
              <a:lnSpc>
                <a:spcPct val="100000"/>
              </a:lnSpc>
              <a:spcBef>
                <a:spcPts val="360"/>
              </a:spcBef>
              <a:spcAft>
                <a:spcPts val="0"/>
              </a:spcAft>
              <a:buSzPts val="900"/>
              <a:buChar char="■"/>
              <a:defRPr/>
            </a:lvl3pPr>
            <a:lvl4pPr marL="1828800" lvl="3" indent="-291464" algn="l">
              <a:lnSpc>
                <a:spcPct val="100000"/>
              </a:lnSpc>
              <a:spcBef>
                <a:spcPts val="360"/>
              </a:spcBef>
              <a:spcAft>
                <a:spcPts val="0"/>
              </a:spcAft>
              <a:buSzPts val="990"/>
              <a:buChar char="■"/>
              <a:defRPr/>
            </a:lvl4pPr>
            <a:lvl5pPr marL="2286000" lvl="4" indent="-285750" algn="l">
              <a:lnSpc>
                <a:spcPct val="100000"/>
              </a:lnSpc>
              <a:spcBef>
                <a:spcPts val="360"/>
              </a:spcBef>
              <a:spcAft>
                <a:spcPts val="0"/>
              </a:spcAft>
              <a:buSzPts val="900"/>
              <a:buChar char="■"/>
              <a:defRPr/>
            </a:lvl5pPr>
            <a:lvl6pPr marL="2743200" lvl="5" indent="-285750" algn="l">
              <a:lnSpc>
                <a:spcPct val="100000"/>
              </a:lnSpc>
              <a:spcBef>
                <a:spcPts val="360"/>
              </a:spcBef>
              <a:spcAft>
                <a:spcPts val="0"/>
              </a:spcAft>
              <a:buSzPts val="900"/>
              <a:buChar char="■"/>
              <a:defRPr/>
            </a:lvl6pPr>
            <a:lvl7pPr marL="3200400" lvl="6" indent="-285750" algn="l">
              <a:lnSpc>
                <a:spcPct val="100000"/>
              </a:lnSpc>
              <a:spcBef>
                <a:spcPts val="360"/>
              </a:spcBef>
              <a:spcAft>
                <a:spcPts val="0"/>
              </a:spcAft>
              <a:buSzPts val="900"/>
              <a:buChar char="■"/>
              <a:defRPr/>
            </a:lvl7pPr>
            <a:lvl8pPr marL="3657600" lvl="7" indent="-285750" algn="l">
              <a:lnSpc>
                <a:spcPct val="100000"/>
              </a:lnSpc>
              <a:spcBef>
                <a:spcPts val="360"/>
              </a:spcBef>
              <a:spcAft>
                <a:spcPts val="0"/>
              </a:spcAft>
              <a:buSzPts val="900"/>
              <a:buChar char="■"/>
              <a:defRPr/>
            </a:lvl8pPr>
            <a:lvl9pPr marL="4114800" lvl="8" indent="-285750" algn="l">
              <a:lnSpc>
                <a:spcPct val="100000"/>
              </a:lnSpc>
              <a:spcBef>
                <a:spcPts val="360"/>
              </a:spcBef>
              <a:spcAft>
                <a:spcPts val="0"/>
              </a:spcAft>
              <a:buSzPts val="900"/>
              <a:buChar char="■"/>
              <a:defRPr/>
            </a:lvl9pPr>
          </a:lstStyle>
          <a:p>
            <a:endParaRPr/>
          </a:p>
        </p:txBody>
      </p:sp>
      <p:sp>
        <p:nvSpPr>
          <p:cNvPr id="42" name="Google Shape;42;p28"/>
          <p:cNvSpPr txBox="1">
            <a:spLocks noGrp="1"/>
          </p:cNvSpPr>
          <p:nvPr>
            <p:ph type="dt" idx="10"/>
          </p:nvPr>
        </p:nvSpPr>
        <p:spPr>
          <a:xfrm>
            <a:off x="1162050" y="6243637"/>
            <a:ext cx="1905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657600" y="6243637"/>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None/>
              <a:defRPr sz="1400">
                <a:solidFill>
                  <a:schemeClr val="dk2"/>
                </a:solidFill>
                <a:latin typeface="Tahoma"/>
                <a:ea typeface="Tahoma"/>
                <a:cs typeface="Tahoma"/>
                <a:sym typeface="Tahoma"/>
              </a:defRPr>
            </a:lvl1pPr>
            <a:lvl2pPr marL="0" lvl="1" indent="0" algn="r">
              <a:lnSpc>
                <a:spcPct val="100000"/>
              </a:lnSpc>
              <a:spcBef>
                <a:spcPts val="0"/>
              </a:spcBef>
              <a:spcAft>
                <a:spcPts val="0"/>
              </a:spcAft>
              <a:buNone/>
              <a:defRPr sz="1400">
                <a:solidFill>
                  <a:schemeClr val="dk2"/>
                </a:solidFill>
                <a:latin typeface="Tahoma"/>
                <a:ea typeface="Tahoma"/>
                <a:cs typeface="Tahoma"/>
                <a:sym typeface="Tahoma"/>
              </a:defRPr>
            </a:lvl2pPr>
            <a:lvl3pPr marL="0" lvl="2" indent="0" algn="r">
              <a:lnSpc>
                <a:spcPct val="100000"/>
              </a:lnSpc>
              <a:spcBef>
                <a:spcPts val="0"/>
              </a:spcBef>
              <a:spcAft>
                <a:spcPts val="0"/>
              </a:spcAft>
              <a:buNone/>
              <a:defRPr sz="1400">
                <a:solidFill>
                  <a:schemeClr val="dk2"/>
                </a:solidFill>
                <a:latin typeface="Tahoma"/>
                <a:ea typeface="Tahoma"/>
                <a:cs typeface="Tahoma"/>
                <a:sym typeface="Tahoma"/>
              </a:defRPr>
            </a:lvl3pPr>
            <a:lvl4pPr marL="0" lvl="3" indent="0" algn="r">
              <a:lnSpc>
                <a:spcPct val="100000"/>
              </a:lnSpc>
              <a:spcBef>
                <a:spcPts val="0"/>
              </a:spcBef>
              <a:spcAft>
                <a:spcPts val="0"/>
              </a:spcAft>
              <a:buNone/>
              <a:defRPr sz="1400">
                <a:solidFill>
                  <a:schemeClr val="dk2"/>
                </a:solidFill>
                <a:latin typeface="Tahoma"/>
                <a:ea typeface="Tahoma"/>
                <a:cs typeface="Tahoma"/>
                <a:sym typeface="Tahoma"/>
              </a:defRPr>
            </a:lvl4pPr>
            <a:lvl5pPr marL="0" lvl="4" indent="0" algn="r">
              <a:lnSpc>
                <a:spcPct val="100000"/>
              </a:lnSpc>
              <a:spcBef>
                <a:spcPts val="0"/>
              </a:spcBef>
              <a:spcAft>
                <a:spcPts val="0"/>
              </a:spcAft>
              <a:buNone/>
              <a:defRPr sz="1400">
                <a:solidFill>
                  <a:schemeClr val="dk2"/>
                </a:solidFill>
                <a:latin typeface="Tahoma"/>
                <a:ea typeface="Tahoma"/>
                <a:cs typeface="Tahoma"/>
                <a:sym typeface="Tahoma"/>
              </a:defRPr>
            </a:lvl5pPr>
            <a:lvl6pPr marL="0" lvl="5" indent="0" algn="r">
              <a:lnSpc>
                <a:spcPct val="100000"/>
              </a:lnSpc>
              <a:spcBef>
                <a:spcPts val="0"/>
              </a:spcBef>
              <a:spcAft>
                <a:spcPts val="0"/>
              </a:spcAft>
              <a:buNone/>
              <a:defRPr sz="1400">
                <a:solidFill>
                  <a:schemeClr val="dk2"/>
                </a:solidFill>
                <a:latin typeface="Tahoma"/>
                <a:ea typeface="Tahoma"/>
                <a:cs typeface="Tahoma"/>
                <a:sym typeface="Tahoma"/>
              </a:defRPr>
            </a:lvl6pPr>
            <a:lvl7pPr marL="0" lvl="6" indent="0" algn="r">
              <a:lnSpc>
                <a:spcPct val="100000"/>
              </a:lnSpc>
              <a:spcBef>
                <a:spcPts val="0"/>
              </a:spcBef>
              <a:spcAft>
                <a:spcPts val="0"/>
              </a:spcAft>
              <a:buNone/>
              <a:defRPr sz="1400">
                <a:solidFill>
                  <a:schemeClr val="dk2"/>
                </a:solidFill>
                <a:latin typeface="Tahoma"/>
                <a:ea typeface="Tahoma"/>
                <a:cs typeface="Tahoma"/>
                <a:sym typeface="Tahoma"/>
              </a:defRPr>
            </a:lvl7pPr>
            <a:lvl8pPr marL="0" lvl="7" indent="0" algn="r">
              <a:lnSpc>
                <a:spcPct val="100000"/>
              </a:lnSpc>
              <a:spcBef>
                <a:spcPts val="0"/>
              </a:spcBef>
              <a:spcAft>
                <a:spcPts val="0"/>
              </a:spcAft>
              <a:buNone/>
              <a:defRPr sz="1400">
                <a:solidFill>
                  <a:schemeClr val="dk2"/>
                </a:solidFill>
                <a:latin typeface="Tahoma"/>
                <a:ea typeface="Tahoma"/>
                <a:cs typeface="Tahoma"/>
                <a:sym typeface="Tahoma"/>
              </a:defRPr>
            </a:lvl8pPr>
            <a:lvl9pPr marL="0" lvl="8" indent="0" algn="r">
              <a:lnSpc>
                <a:spcPct val="100000"/>
              </a:lnSpc>
              <a:spcBef>
                <a:spcPts val="0"/>
              </a:spcBef>
              <a:spcAft>
                <a:spcPts val="0"/>
              </a:spcAft>
              <a:buNone/>
              <a:defRPr sz="1400">
                <a:solidFill>
                  <a:schemeClr val="dk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03933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slideLayout" Target="../slideLayouts/slideLayout27.xml"/><Relationship Id="rId7"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20179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AB3CAF-4838-4752-A64A-D86CFD53E9DF}" type="slidenum">
              <a:rPr lang="es-AR" smtClean="0"/>
              <a:t>‹Nº›</a:t>
            </a:fld>
            <a:endParaRPr lang="es-AR"/>
          </a:p>
        </p:txBody>
      </p:sp>
    </p:spTree>
    <p:extLst>
      <p:ext uri="{BB962C8B-B14F-4D97-AF65-F5344CB8AC3E}">
        <p14:creationId xmlns:p14="http://schemas.microsoft.com/office/powerpoint/2010/main" val="79236102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69117" y="1"/>
            <a:ext cx="8874883" cy="6856723"/>
          </a:xfrm>
          <a:prstGeom prst="rect">
            <a:avLst/>
          </a:prstGeom>
        </p:spPr>
      </p:pic>
      <p:sp>
        <p:nvSpPr>
          <p:cNvPr id="2" name="Holder 2"/>
          <p:cNvSpPr>
            <a:spLocks noGrp="1"/>
          </p:cNvSpPr>
          <p:nvPr>
            <p:ph type="title"/>
          </p:nvPr>
        </p:nvSpPr>
        <p:spPr>
          <a:xfrm>
            <a:off x="359892" y="530098"/>
            <a:ext cx="5710713" cy="615553"/>
          </a:xfrm>
          <a:prstGeom prst="rect">
            <a:avLst/>
          </a:prstGeom>
        </p:spPr>
        <p:txBody>
          <a:bodyPr wrap="square" lIns="0" tIns="0" rIns="0" bIns="0">
            <a:spAutoFit/>
          </a:bodyPr>
          <a:lstStyle>
            <a:lvl1pPr>
              <a:defRPr sz="4000" b="1" i="0">
                <a:solidFill>
                  <a:schemeClr val="bg1"/>
                </a:solidFill>
                <a:latin typeface="Calibri"/>
                <a:cs typeface="Calibri"/>
              </a:defRPr>
            </a:lvl1pPr>
          </a:lstStyle>
          <a:p>
            <a:endParaRPr/>
          </a:p>
        </p:txBody>
      </p:sp>
      <p:sp>
        <p:nvSpPr>
          <p:cNvPr id="3" name="Holder 3"/>
          <p:cNvSpPr>
            <a:spLocks noGrp="1"/>
          </p:cNvSpPr>
          <p:nvPr>
            <p:ph type="body" idx="1"/>
          </p:nvPr>
        </p:nvSpPr>
        <p:spPr>
          <a:xfrm>
            <a:off x="724509" y="1782827"/>
            <a:ext cx="5988368" cy="307777"/>
          </a:xfrm>
          <a:prstGeom prst="rect">
            <a:avLst/>
          </a:prstGeom>
        </p:spPr>
        <p:txBody>
          <a:bodyPr wrap="square" lIns="0" tIns="0" rIns="0" bIns="0">
            <a:spAutoFit/>
          </a:bodyPr>
          <a:lstStyle>
            <a:lvl1pPr>
              <a:defRPr sz="2000" b="1" i="0">
                <a:solidFill>
                  <a:srgbClr val="7E7E7E"/>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6583680"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822005997"/>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4" r:id="rId6"/>
  </p:sldLayoutIdLst>
  <p:hf hdr="0" ftr="0" dt="0"/>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342900" eaLnBrk="1" hangingPunct="1">
        <a:defRPr>
          <a:latin typeface="+mn-lt"/>
          <a:ea typeface="+mn-ea"/>
          <a:cs typeface="+mn-cs"/>
        </a:defRPr>
      </a:lvl2pPr>
      <a:lvl3pPr marL="685800" eaLnBrk="1" hangingPunct="1">
        <a:defRPr>
          <a:latin typeface="+mn-lt"/>
          <a:ea typeface="+mn-ea"/>
          <a:cs typeface="+mn-cs"/>
        </a:defRPr>
      </a:lvl3pPr>
      <a:lvl4pPr marL="1028700" eaLnBrk="1" hangingPunct="1">
        <a:defRPr>
          <a:latin typeface="+mn-lt"/>
          <a:ea typeface="+mn-ea"/>
          <a:cs typeface="+mn-cs"/>
        </a:defRPr>
      </a:lvl4pPr>
      <a:lvl5pPr marL="1371600" eaLnBrk="1" hangingPunct="1">
        <a:defRPr>
          <a:latin typeface="+mn-lt"/>
          <a:ea typeface="+mn-ea"/>
          <a:cs typeface="+mn-cs"/>
        </a:defRPr>
      </a:lvl5pPr>
      <a:lvl6pPr marL="1714500" eaLnBrk="1" hangingPunct="1">
        <a:defRPr>
          <a:latin typeface="+mn-lt"/>
          <a:ea typeface="+mn-ea"/>
          <a:cs typeface="+mn-cs"/>
        </a:defRPr>
      </a:lvl6pPr>
      <a:lvl7pPr marL="2057400" eaLnBrk="1" hangingPunct="1">
        <a:defRPr>
          <a:latin typeface="+mn-lt"/>
          <a:ea typeface="+mn-ea"/>
          <a:cs typeface="+mn-cs"/>
        </a:defRPr>
      </a:lvl7pPr>
      <a:lvl8pPr marL="2400300" eaLnBrk="1" hangingPunct="1">
        <a:defRPr>
          <a:latin typeface="+mn-lt"/>
          <a:ea typeface="+mn-ea"/>
          <a:cs typeface="+mn-cs"/>
        </a:defRPr>
      </a:lvl8pPr>
      <a:lvl9pPr marL="2743200" eaLnBrk="1" hangingPunct="1">
        <a:defRPr>
          <a:latin typeface="+mn-lt"/>
          <a:ea typeface="+mn-ea"/>
          <a:cs typeface="+mn-cs"/>
        </a:defRPr>
      </a:lvl9pPr>
    </p:bodyStyle>
    <p:otherStyle>
      <a:lvl1pPr marL="0" eaLnBrk="1" hangingPunct="1">
        <a:defRPr>
          <a:latin typeface="+mn-lt"/>
          <a:ea typeface="+mn-ea"/>
          <a:cs typeface="+mn-cs"/>
        </a:defRPr>
      </a:lvl1pPr>
      <a:lvl2pPr marL="342900" eaLnBrk="1" hangingPunct="1">
        <a:defRPr>
          <a:latin typeface="+mn-lt"/>
          <a:ea typeface="+mn-ea"/>
          <a:cs typeface="+mn-cs"/>
        </a:defRPr>
      </a:lvl2pPr>
      <a:lvl3pPr marL="685800" eaLnBrk="1" hangingPunct="1">
        <a:defRPr>
          <a:latin typeface="+mn-lt"/>
          <a:ea typeface="+mn-ea"/>
          <a:cs typeface="+mn-cs"/>
        </a:defRPr>
      </a:lvl3pPr>
      <a:lvl4pPr marL="1028700" eaLnBrk="1" hangingPunct="1">
        <a:defRPr>
          <a:latin typeface="+mn-lt"/>
          <a:ea typeface="+mn-ea"/>
          <a:cs typeface="+mn-cs"/>
        </a:defRPr>
      </a:lvl4pPr>
      <a:lvl5pPr marL="1371600" eaLnBrk="1" hangingPunct="1">
        <a:defRPr>
          <a:latin typeface="+mn-lt"/>
          <a:ea typeface="+mn-ea"/>
          <a:cs typeface="+mn-cs"/>
        </a:defRPr>
      </a:lvl5pPr>
      <a:lvl6pPr marL="1714500" eaLnBrk="1" hangingPunct="1">
        <a:defRPr>
          <a:latin typeface="+mn-lt"/>
          <a:ea typeface="+mn-ea"/>
          <a:cs typeface="+mn-cs"/>
        </a:defRPr>
      </a:lvl6pPr>
      <a:lvl7pPr marL="2057400" eaLnBrk="1" hangingPunct="1">
        <a:defRPr>
          <a:latin typeface="+mn-lt"/>
          <a:ea typeface="+mn-ea"/>
          <a:cs typeface="+mn-cs"/>
        </a:defRPr>
      </a:lvl7pPr>
      <a:lvl8pPr marL="2400300" eaLnBrk="1" hangingPunct="1">
        <a:defRPr>
          <a:latin typeface="+mn-lt"/>
          <a:ea typeface="+mn-ea"/>
          <a:cs typeface="+mn-cs"/>
        </a:defRPr>
      </a:lvl8pPr>
      <a:lvl9pPr marL="27432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30.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4.xml"/><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6;p1">
            <a:extLst>
              <a:ext uri="{FF2B5EF4-FFF2-40B4-BE49-F238E27FC236}">
                <a16:creationId xmlns:a16="http://schemas.microsoft.com/office/drawing/2014/main" id="{57522A21-81FC-F3D5-872B-0654A4ADB275}"/>
              </a:ext>
            </a:extLst>
          </p:cNvPr>
          <p:cNvSpPr txBox="1">
            <a:spLocks noGrp="1"/>
          </p:cNvSpPr>
          <p:nvPr>
            <p:ph type="body" idx="1"/>
          </p:nvPr>
        </p:nvSpPr>
        <p:spPr>
          <a:xfrm>
            <a:off x="997864" y="2480553"/>
            <a:ext cx="5471030" cy="22414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400"/>
              <a:buFont typeface="Tahoma"/>
              <a:buNone/>
            </a:pPr>
            <a:r>
              <a:rPr lang="en-US" sz="4400" b="0" i="0" u="none" dirty="0" err="1">
                <a:solidFill>
                  <a:schemeClr val="dk2"/>
                </a:solidFill>
                <a:latin typeface="Tahoma"/>
                <a:ea typeface="Tahoma"/>
                <a:cs typeface="Tahoma"/>
                <a:sym typeface="Tahoma"/>
              </a:rPr>
              <a:t>Planificación</a:t>
            </a:r>
            <a:r>
              <a:rPr lang="en-US" sz="4400" b="0" i="0" u="none" dirty="0">
                <a:solidFill>
                  <a:schemeClr val="dk2"/>
                </a:solidFill>
                <a:latin typeface="Tahoma"/>
                <a:ea typeface="Tahoma"/>
                <a:cs typeface="Tahoma"/>
                <a:sym typeface="Tahoma"/>
              </a:rPr>
              <a:t> y </a:t>
            </a:r>
            <a:r>
              <a:rPr lang="en-US" sz="4400" b="0" dirty="0" err="1">
                <a:solidFill>
                  <a:schemeClr val="dk2"/>
                </a:solidFill>
                <a:latin typeface="Tahoma"/>
                <a:ea typeface="Tahoma"/>
                <a:cs typeface="Tahoma"/>
                <a:sym typeface="Tahoma"/>
              </a:rPr>
              <a:t>P</a:t>
            </a:r>
            <a:r>
              <a:rPr lang="en-US" sz="4400" b="0" i="0" u="none" dirty="0" err="1">
                <a:solidFill>
                  <a:schemeClr val="dk2"/>
                </a:solidFill>
                <a:latin typeface="Tahoma"/>
                <a:ea typeface="Tahoma"/>
                <a:cs typeface="Tahoma"/>
                <a:sym typeface="Tahoma"/>
              </a:rPr>
              <a:t>ruebas</a:t>
            </a:r>
            <a:r>
              <a:rPr lang="en-US" sz="4400" b="0" i="0" u="none" dirty="0">
                <a:solidFill>
                  <a:schemeClr val="dk2"/>
                </a:solidFill>
                <a:latin typeface="Tahoma"/>
                <a:ea typeface="Tahoma"/>
                <a:cs typeface="Tahoma"/>
                <a:sym typeface="Tahoma"/>
              </a:rPr>
              <a:t>  de Sistemas </a:t>
            </a:r>
            <a:r>
              <a:rPr lang="en-US" sz="4400" b="0" dirty="0">
                <a:solidFill>
                  <a:schemeClr val="dk2"/>
                </a:solidFill>
                <a:latin typeface="Tahoma"/>
                <a:ea typeface="Tahoma"/>
                <a:cs typeface="Tahoma"/>
                <a:sym typeface="Tahoma"/>
              </a:rPr>
              <a:t>-</a:t>
            </a:r>
            <a:r>
              <a:rPr lang="en-US" sz="4400" b="0" i="0" u="none" dirty="0">
                <a:solidFill>
                  <a:schemeClr val="dk2"/>
                </a:solidFill>
                <a:latin typeface="Tahoma"/>
                <a:ea typeface="Tahoma"/>
                <a:cs typeface="Tahoma"/>
                <a:sym typeface="Tahoma"/>
              </a:rPr>
              <a:t> Software</a:t>
            </a:r>
            <a:endParaRPr dirty="0"/>
          </a:p>
        </p:txBody>
      </p:sp>
      <p:sp>
        <p:nvSpPr>
          <p:cNvPr id="5" name="Marcador de número de diapositiva 4">
            <a:extLst>
              <a:ext uri="{FF2B5EF4-FFF2-40B4-BE49-F238E27FC236}">
                <a16:creationId xmlns:a16="http://schemas.microsoft.com/office/drawing/2014/main" id="{983006DA-68C9-0A65-A2B4-23C5D939C4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97627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4" name="Google Shape;64;p2"/>
          <p:cNvSpPr txBox="1">
            <a:spLocks noGrp="1"/>
          </p:cNvSpPr>
          <p:nvPr>
            <p:ph type="title"/>
          </p:nvPr>
        </p:nvSpPr>
        <p:spPr>
          <a:xfrm>
            <a:off x="367319" y="528487"/>
            <a:ext cx="6539319" cy="914400"/>
          </a:xfrm>
          <a:prstGeom prst="rect">
            <a:avLst/>
          </a:prstGeom>
          <a:noFill/>
          <a:ln>
            <a:noFill/>
          </a:ln>
        </p:spPr>
        <p:txBody>
          <a:bodyPr spcFirstLastPara="1" wrap="square" lIns="92075" tIns="46025" rIns="92075" bIns="46025" anchor="b" anchorCtr="0">
            <a:noAutofit/>
          </a:bodyPr>
          <a:lstStyle/>
          <a:p>
            <a:pPr lvl="0" algn="ctr" rtl="0">
              <a:buClr>
                <a:schemeClr val="dk2"/>
              </a:buClr>
              <a:buSzPts val="4400"/>
            </a:pPr>
            <a:r>
              <a:rPr lang="es-MX" sz="2800" b="0" dirty="0">
                <a:latin typeface="Tahoma"/>
                <a:ea typeface="Tahoma"/>
                <a:cs typeface="Tahoma"/>
                <a:sym typeface="Tahoma"/>
              </a:rPr>
              <a:t>Planificación y Pruebas  de Sistemas - Software</a:t>
            </a:r>
            <a:endParaRPr lang="es-MX" sz="2800" dirty="0"/>
          </a:p>
        </p:txBody>
      </p:sp>
      <p:sp>
        <p:nvSpPr>
          <p:cNvPr id="65" name="Google Shape;65;p2"/>
          <p:cNvSpPr txBox="1">
            <a:spLocks noGrp="1"/>
          </p:cNvSpPr>
          <p:nvPr>
            <p:ph type="body" idx="1"/>
          </p:nvPr>
        </p:nvSpPr>
        <p:spPr>
          <a:xfrm>
            <a:off x="464597" y="1622897"/>
            <a:ext cx="7358062"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folHlink"/>
              </a:buClr>
              <a:buSzPts val="1920"/>
              <a:buFont typeface="Noto Sans Symbols"/>
              <a:buNone/>
            </a:pPr>
            <a:endParaRPr sz="3200" b="0" i="0" u="none" strike="noStrike" cap="none" dirty="0">
              <a:solidFill>
                <a:schemeClr val="dk2"/>
              </a:solidFill>
              <a:latin typeface="Tahoma"/>
              <a:ea typeface="Tahoma"/>
              <a:cs typeface="Tahoma"/>
              <a:sym typeface="Tahoma"/>
            </a:endParaRPr>
          </a:p>
          <a:p>
            <a:pPr marL="342900" marR="0" lvl="0" indent="-342900" algn="l" rtl="0">
              <a:lnSpc>
                <a:spcPct val="100000"/>
              </a:lnSpc>
              <a:spcBef>
                <a:spcPts val="640"/>
              </a:spcBef>
              <a:spcAft>
                <a:spcPts val="0"/>
              </a:spcAft>
              <a:buClr>
                <a:srgbClr val="DBFFB8"/>
              </a:buClr>
              <a:buSzPts val="1920"/>
              <a:buFont typeface="Arial"/>
              <a:buChar char="●"/>
            </a:pPr>
            <a:r>
              <a:rPr lang="en-US" sz="3200" b="0" i="0" u="none" strike="noStrike" cap="none" dirty="0">
                <a:solidFill>
                  <a:schemeClr val="dk2"/>
                </a:solidFill>
                <a:latin typeface="Tahoma"/>
                <a:ea typeface="Tahoma"/>
                <a:cs typeface="Tahoma"/>
                <a:sym typeface="Tahoma"/>
              </a:rPr>
              <a:t>Su </a:t>
            </a:r>
            <a:r>
              <a:rPr lang="en-US" sz="3200" b="0" i="0" u="none" strike="noStrike" cap="none" dirty="0" err="1">
                <a:solidFill>
                  <a:schemeClr val="dk2"/>
                </a:solidFill>
                <a:latin typeface="Tahoma"/>
                <a:ea typeface="Tahoma"/>
                <a:cs typeface="Tahoma"/>
                <a:sym typeface="Tahoma"/>
              </a:rPr>
              <a:t>actividad</a:t>
            </a:r>
            <a:r>
              <a:rPr lang="en-US" sz="3200" b="0" i="0" u="none" strike="noStrike" cap="none" dirty="0">
                <a:solidFill>
                  <a:schemeClr val="dk2"/>
                </a:solidFill>
                <a:latin typeface="Tahoma"/>
                <a:ea typeface="Tahoma"/>
                <a:cs typeface="Tahoma"/>
                <a:sym typeface="Tahoma"/>
              </a:rPr>
              <a:t> habitual </a:t>
            </a:r>
            <a:r>
              <a:rPr lang="en-US" sz="3200" b="0" i="0" u="none" strike="noStrike" cap="none" dirty="0" err="1">
                <a:solidFill>
                  <a:schemeClr val="dk2"/>
                </a:solidFill>
                <a:latin typeface="Tahoma"/>
                <a:ea typeface="Tahoma"/>
                <a:cs typeface="Tahoma"/>
                <a:sym typeface="Tahoma"/>
              </a:rPr>
              <a:t>incluye</a:t>
            </a:r>
            <a:r>
              <a:rPr lang="en-US" sz="3200" b="0" i="0" u="none" strike="noStrike" cap="none" dirty="0">
                <a:solidFill>
                  <a:schemeClr val="dk2"/>
                </a:solidFill>
                <a:latin typeface="Tahoma"/>
                <a:ea typeface="Tahoma"/>
                <a:cs typeface="Tahoma"/>
                <a:sym typeface="Tahoma"/>
              </a:rPr>
              <a:t> PLANEAMIENTO?</a:t>
            </a:r>
            <a:endParaRPr dirty="0"/>
          </a:p>
          <a:p>
            <a:pPr marL="342900" marR="0" lvl="0" indent="-342900" algn="l" rtl="0">
              <a:lnSpc>
                <a:spcPct val="100000"/>
              </a:lnSpc>
              <a:spcBef>
                <a:spcPts val="640"/>
              </a:spcBef>
              <a:spcAft>
                <a:spcPts val="0"/>
              </a:spcAft>
              <a:buClr>
                <a:schemeClr val="folHlink"/>
              </a:buClr>
              <a:buSzPts val="1920"/>
              <a:buFont typeface="Noto Sans Symbols"/>
              <a:buNone/>
            </a:pPr>
            <a:endParaRPr sz="3200" b="0" i="0" u="none" strike="noStrike" cap="none" dirty="0">
              <a:solidFill>
                <a:schemeClr val="dk2"/>
              </a:solidFill>
              <a:latin typeface="Tahoma"/>
              <a:ea typeface="Tahoma"/>
              <a:cs typeface="Tahoma"/>
              <a:sym typeface="Tahoma"/>
            </a:endParaRPr>
          </a:p>
          <a:p>
            <a:pPr marL="342900" marR="0" lvl="0" indent="-342900" algn="l" rtl="0">
              <a:lnSpc>
                <a:spcPct val="100000"/>
              </a:lnSpc>
              <a:spcBef>
                <a:spcPts val="640"/>
              </a:spcBef>
              <a:spcAft>
                <a:spcPts val="0"/>
              </a:spcAft>
              <a:buClr>
                <a:srgbClr val="DBFFB8"/>
              </a:buClr>
              <a:buSzPts val="1920"/>
              <a:buFont typeface="Arial"/>
              <a:buChar char="●"/>
            </a:pPr>
            <a:r>
              <a:rPr lang="en-US" sz="3200" b="0" i="0" u="none" strike="noStrike" cap="none" dirty="0">
                <a:solidFill>
                  <a:schemeClr val="dk2"/>
                </a:solidFill>
                <a:latin typeface="Tahoma"/>
                <a:ea typeface="Tahoma"/>
                <a:cs typeface="Tahoma"/>
                <a:sym typeface="Tahoma"/>
              </a:rPr>
              <a:t>Su Organización </a:t>
            </a:r>
            <a:r>
              <a:rPr lang="en-US" sz="3200" b="0" i="0" u="none" strike="noStrike" cap="none" dirty="0" err="1">
                <a:solidFill>
                  <a:schemeClr val="dk2"/>
                </a:solidFill>
                <a:latin typeface="Tahoma"/>
                <a:ea typeface="Tahoma"/>
                <a:cs typeface="Tahoma"/>
                <a:sym typeface="Tahoma"/>
              </a:rPr>
              <a:t>tiene</a:t>
            </a:r>
            <a:r>
              <a:rPr lang="en-US" sz="3200" b="0" i="0" u="none" strike="noStrike" cap="none" dirty="0">
                <a:solidFill>
                  <a:schemeClr val="dk2"/>
                </a:solidFill>
                <a:latin typeface="Tahoma"/>
                <a:ea typeface="Tahoma"/>
                <a:cs typeface="Tahoma"/>
                <a:sym typeface="Tahoma"/>
              </a:rPr>
              <a:t> un Plan de Sistemas</a:t>
            </a:r>
            <a:r>
              <a:rPr lang="en-US" sz="3200" b="0" dirty="0">
                <a:solidFill>
                  <a:schemeClr val="dk2"/>
                </a:solidFill>
                <a:latin typeface="Tahoma"/>
                <a:ea typeface="Tahoma"/>
                <a:cs typeface="Tahoma"/>
                <a:sym typeface="Tahoma"/>
              </a:rPr>
              <a:t>/Software?</a:t>
            </a:r>
            <a:endParaRPr dirty="0"/>
          </a:p>
        </p:txBody>
      </p:sp>
      <p:sp>
        <p:nvSpPr>
          <p:cNvPr id="63" name="Google Shape;63;p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sp>
        <p:nvSpPr>
          <p:cNvPr id="74" name="Google Shape;74;p3"/>
          <p:cNvSpPr txBox="1">
            <a:spLocks noGrp="1"/>
          </p:cNvSpPr>
          <p:nvPr>
            <p:ph type="body" idx="1"/>
          </p:nvPr>
        </p:nvSpPr>
        <p:spPr>
          <a:xfrm>
            <a:off x="228601" y="4008437"/>
            <a:ext cx="7028233" cy="17526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strike="noStrike" cap="none" dirty="0" err="1">
                <a:solidFill>
                  <a:schemeClr val="dk2"/>
                </a:solidFill>
                <a:latin typeface="Tahoma"/>
                <a:ea typeface="Tahoma"/>
                <a:cs typeface="Tahoma"/>
                <a:sym typeface="Tahoma"/>
              </a:rPr>
              <a:t>Considerar</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decisiones</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por</a:t>
            </a:r>
            <a:r>
              <a:rPr lang="en-US" sz="2800" b="0" i="0" u="none" strike="noStrike" cap="none" dirty="0">
                <a:solidFill>
                  <a:schemeClr val="dk2"/>
                </a:solidFill>
                <a:latin typeface="Tahoma"/>
                <a:ea typeface="Tahoma"/>
                <a:cs typeface="Tahoma"/>
                <a:sym typeface="Tahoma"/>
              </a:rPr>
              <a:t> adelantado para </a:t>
            </a:r>
            <a:r>
              <a:rPr lang="en-US" sz="2800" b="0" i="0" u="none" strike="noStrike" cap="none" dirty="0" err="1">
                <a:solidFill>
                  <a:schemeClr val="dk2"/>
                </a:solidFill>
                <a:latin typeface="Tahoma"/>
                <a:ea typeface="Tahoma"/>
                <a:cs typeface="Tahoma"/>
                <a:sym typeface="Tahoma"/>
              </a:rPr>
              <a:t>orientar</a:t>
            </a:r>
            <a:r>
              <a:rPr lang="en-US" sz="2800" b="0" i="0" u="none" strike="noStrike" cap="none" dirty="0">
                <a:solidFill>
                  <a:schemeClr val="dk2"/>
                </a:solidFill>
                <a:latin typeface="Tahoma"/>
                <a:ea typeface="Tahoma"/>
                <a:cs typeface="Tahoma"/>
                <a:sym typeface="Tahoma"/>
              </a:rPr>
              <a:t> las </a:t>
            </a:r>
            <a:r>
              <a:rPr lang="en-US" sz="2800" b="0" i="0" u="none" strike="noStrike" cap="none" dirty="0" err="1">
                <a:solidFill>
                  <a:schemeClr val="dk2"/>
                </a:solidFill>
                <a:latin typeface="Tahoma"/>
                <a:ea typeface="Tahoma"/>
                <a:cs typeface="Tahoma"/>
                <a:sym typeface="Tahoma"/>
              </a:rPr>
              <a:t>acciones</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presente</a:t>
            </a:r>
            <a:r>
              <a:rPr lang="en-US" sz="2800" b="0" i="0" u="none" strike="noStrike" cap="none" dirty="0">
                <a:solidFill>
                  <a:schemeClr val="dk2"/>
                </a:solidFill>
                <a:latin typeface="Tahoma"/>
                <a:ea typeface="Tahoma"/>
                <a:cs typeface="Tahoma"/>
                <a:sym typeface="Tahoma"/>
              </a:rPr>
              <a:t>.</a:t>
            </a:r>
            <a:endParaRPr dirty="0"/>
          </a:p>
        </p:txBody>
      </p:sp>
      <p:sp>
        <p:nvSpPr>
          <p:cNvPr id="71" name="Google Shape;71;p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a:t>
            </a:fld>
            <a:endParaRPr/>
          </a:p>
        </p:txBody>
      </p:sp>
      <p:sp>
        <p:nvSpPr>
          <p:cNvPr id="72" name="Google Shape;72;p3"/>
          <p:cNvSpPr txBox="1"/>
          <p:nvPr/>
        </p:nvSpPr>
        <p:spPr>
          <a:xfrm>
            <a:off x="483478" y="2055462"/>
            <a:ext cx="2202600" cy="524100"/>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0" u="none" dirty="0" err="1">
                <a:solidFill>
                  <a:schemeClr val="dk2"/>
                </a:solidFill>
                <a:latin typeface="Tahoma"/>
                <a:ea typeface="Tahoma"/>
                <a:cs typeface="Tahoma"/>
                <a:sym typeface="Tahoma"/>
              </a:rPr>
              <a:t>Planificar</a:t>
            </a:r>
            <a:endParaRPr dirty="0"/>
          </a:p>
        </p:txBody>
      </p:sp>
      <p:graphicFrame>
        <p:nvGraphicFramePr>
          <p:cNvPr id="73" name="Google Shape;73;p3"/>
          <p:cNvGraphicFramePr/>
          <p:nvPr>
            <p:extLst>
              <p:ext uri="{D42A27DB-BD31-4B8C-83A1-F6EECF244321}">
                <p14:modId xmlns:p14="http://schemas.microsoft.com/office/powerpoint/2010/main" val="3990350356"/>
              </p:ext>
            </p:extLst>
          </p:nvPr>
        </p:nvGraphicFramePr>
        <p:xfrm>
          <a:off x="4785163" y="1788960"/>
          <a:ext cx="1941512" cy="2049462"/>
        </p:xfrm>
        <a:graphic>
          <a:graphicData uri="http://schemas.openxmlformats.org/presentationml/2006/ole">
            <mc:AlternateContent xmlns:mc="http://schemas.openxmlformats.org/markup-compatibility/2006">
              <mc:Choice xmlns:v="urn:schemas-microsoft-com:vml" Requires="v">
                <p:oleObj r:id="rId3" imgW="1941512" imgH="2049462" progId="MS_ClipArt_Gallery.2">
                  <p:embed/>
                </p:oleObj>
              </mc:Choice>
              <mc:Fallback>
                <p:oleObj r:id="rId3" imgW="1941512" imgH="2049462" progId="MS_ClipArt_Gallery.2">
                  <p:embed/>
                  <p:pic>
                    <p:nvPicPr>
                      <p:cNvPr id="73" name="Google Shape;73;p3"/>
                      <p:cNvPicPr preferRelativeResize="0"/>
                      <p:nvPr/>
                    </p:nvPicPr>
                    <p:blipFill rotWithShape="1">
                      <a:blip r:embed="rId4">
                        <a:alphaModFix/>
                      </a:blip>
                      <a:srcRect/>
                      <a:stretch/>
                    </p:blipFill>
                    <p:spPr>
                      <a:xfrm>
                        <a:off x="4785163" y="1788960"/>
                        <a:ext cx="1941512" cy="2049462"/>
                      </a:xfrm>
                      <a:prstGeom prst="rect">
                        <a:avLst/>
                      </a:prstGeom>
                      <a:noFill/>
                      <a:ln>
                        <a:noFill/>
                      </a:ln>
                    </p:spPr>
                  </p:pic>
                </p:oleObj>
              </mc:Fallback>
            </mc:AlternateContent>
          </a:graphicData>
        </a:graphic>
      </p:graphicFrame>
      <p:sp>
        <p:nvSpPr>
          <p:cNvPr id="4" name="Título 3">
            <a:extLst>
              <a:ext uri="{FF2B5EF4-FFF2-40B4-BE49-F238E27FC236}">
                <a16:creationId xmlns:a16="http://schemas.microsoft.com/office/drawing/2014/main" id="{9629AC59-68E5-A41A-EBC7-88F7BBEA55C5}"/>
              </a:ext>
            </a:extLst>
          </p:cNvPr>
          <p:cNvSpPr>
            <a:spLocks noGrp="1"/>
          </p:cNvSpPr>
          <p:nvPr>
            <p:ph type="title"/>
          </p:nvPr>
        </p:nvSpPr>
        <p:spPr>
          <a:xfrm>
            <a:off x="395930" y="626587"/>
            <a:ext cx="6403705" cy="791182"/>
          </a:xfrm>
        </p:spPr>
        <p:txBody>
          <a:bodyPr/>
          <a:lstStyle/>
          <a:p>
            <a:pPr algn="ctr" rtl="0">
              <a:buClr>
                <a:schemeClr val="dk2"/>
              </a:buClr>
              <a:buSzPts val="4400"/>
            </a:pPr>
            <a:r>
              <a:rPr lang="es-MX" sz="2800" b="0" dirty="0">
                <a:latin typeface="Tahoma"/>
                <a:ea typeface="Tahoma"/>
                <a:cs typeface="Tahoma"/>
                <a:sym typeface="Tahoma"/>
              </a:rPr>
              <a:t>Planificación y Pruebas  de Sistemas - Software</a:t>
            </a:r>
            <a:endParaRPr lang="es-AR" sz="2800" b="0" dirty="0">
              <a:latin typeface="Tahoma"/>
              <a:ea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4" name="Google Shape;84;p4"/>
          <p:cNvSpPr txBox="1">
            <a:spLocks noGrp="1"/>
          </p:cNvSpPr>
          <p:nvPr>
            <p:ph type="title"/>
          </p:nvPr>
        </p:nvSpPr>
        <p:spPr>
          <a:xfrm>
            <a:off x="233464" y="369651"/>
            <a:ext cx="6808686" cy="1176574"/>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s-MX" sz="2800" b="0" dirty="0">
                <a:latin typeface="Tahoma"/>
                <a:ea typeface="Tahoma"/>
                <a:cs typeface="Tahoma"/>
                <a:sym typeface="Tahoma"/>
              </a:rPr>
              <a:t>Planificación y Pruebas  de Sistemas - Software</a:t>
            </a:r>
            <a:endParaRPr sz="2800" b="0" dirty="0">
              <a:latin typeface="Tahoma"/>
              <a:ea typeface="Tahoma"/>
              <a:cs typeface="Tahoma"/>
            </a:endParaRPr>
          </a:p>
        </p:txBody>
      </p:sp>
      <p:sp>
        <p:nvSpPr>
          <p:cNvPr id="82" name="Google Shape;82;p4"/>
          <p:cNvSpPr txBox="1">
            <a:spLocks noGrp="1"/>
          </p:cNvSpPr>
          <p:nvPr>
            <p:ph type="body" idx="1"/>
          </p:nvPr>
        </p:nvSpPr>
        <p:spPr>
          <a:xfrm>
            <a:off x="155642" y="1730780"/>
            <a:ext cx="7358062" cy="4419600"/>
          </a:xfrm>
          <a:prstGeom prst="rect">
            <a:avLst/>
          </a:prstGeom>
          <a:noFill/>
          <a:ln>
            <a:noFill/>
          </a:ln>
        </p:spPr>
        <p:txBody>
          <a:bodyPr spcFirstLastPara="1" wrap="square" lIns="92075" tIns="46025" rIns="92075" bIns="46025" anchor="t" anchorCtr="0">
            <a:noAutofit/>
          </a:bodyPr>
          <a:lstStyle/>
          <a:p>
            <a:pPr marL="342900" marR="0" lvl="0" indent="-342900" algn="just" rtl="0">
              <a:lnSpc>
                <a:spcPct val="100000"/>
              </a:lnSpc>
              <a:spcBef>
                <a:spcPts val="0"/>
              </a:spcBef>
              <a:spcAft>
                <a:spcPts val="0"/>
              </a:spcAft>
              <a:buClr>
                <a:schemeClr val="folHlink"/>
              </a:buClr>
              <a:buSzPts val="1680"/>
              <a:buFont typeface="Noto Sans Symbols"/>
              <a:buNone/>
            </a:pPr>
            <a:r>
              <a:rPr lang="en-US" sz="2800" b="0" i="1" u="none" strike="noStrike" cap="none" dirty="0">
                <a:solidFill>
                  <a:schemeClr val="dk2"/>
                </a:solidFill>
                <a:latin typeface="Tahoma"/>
                <a:ea typeface="Tahoma"/>
                <a:cs typeface="Tahoma"/>
                <a:sym typeface="Tahoma"/>
              </a:rPr>
              <a:t>La </a:t>
            </a:r>
            <a:r>
              <a:rPr lang="en-US" sz="2800" b="0" i="1" u="none" strike="noStrike" cap="none" dirty="0" err="1">
                <a:solidFill>
                  <a:schemeClr val="dk2"/>
                </a:solidFill>
                <a:latin typeface="Tahoma"/>
                <a:ea typeface="Tahoma"/>
                <a:cs typeface="Tahoma"/>
                <a:sym typeface="Tahoma"/>
              </a:rPr>
              <a:t>planificación</a:t>
            </a:r>
            <a:r>
              <a:rPr lang="en-US" sz="2800" b="0" i="1" u="none" strike="noStrike" cap="none" dirty="0">
                <a:solidFill>
                  <a:schemeClr val="dk2"/>
                </a:solidFill>
                <a:latin typeface="Tahoma"/>
                <a:ea typeface="Tahoma"/>
                <a:cs typeface="Tahoma"/>
                <a:sym typeface="Tahoma"/>
              </a:rPr>
              <a:t> </a:t>
            </a:r>
            <a:r>
              <a:rPr lang="en-US" sz="2800" b="0" i="1" u="none" strike="noStrike" cap="none" dirty="0" err="1">
                <a:solidFill>
                  <a:schemeClr val="dk2"/>
                </a:solidFill>
                <a:latin typeface="Tahoma"/>
                <a:ea typeface="Tahoma"/>
                <a:cs typeface="Tahoma"/>
                <a:sym typeface="Tahoma"/>
              </a:rPr>
              <a:t>busca</a:t>
            </a:r>
            <a:r>
              <a:rPr lang="en-US" sz="2800" b="0" i="1" u="none" strike="noStrike" cap="none" dirty="0">
                <a:solidFill>
                  <a:schemeClr val="dk2"/>
                </a:solidFill>
                <a:latin typeface="Tahoma"/>
                <a:ea typeface="Tahoma"/>
                <a:cs typeface="Tahoma"/>
                <a:sym typeface="Tahoma"/>
              </a:rPr>
              <a:t>:</a:t>
            </a:r>
            <a:endParaRPr dirty="0"/>
          </a:p>
          <a:p>
            <a:pPr marL="342900" marR="0" lvl="0" indent="-342900" algn="just" rtl="0">
              <a:lnSpc>
                <a:spcPct val="100000"/>
              </a:lnSpc>
              <a:spcBef>
                <a:spcPts val="560"/>
              </a:spcBef>
              <a:spcAft>
                <a:spcPts val="0"/>
              </a:spcAft>
              <a:buClr>
                <a:schemeClr val="folHlink"/>
              </a:buClr>
              <a:buSzPts val="1680"/>
              <a:buFont typeface="Noto Sans Symbols"/>
              <a:buNone/>
            </a:pPr>
            <a:endParaRPr sz="2800" b="0" i="0" u="none" strike="noStrike" cap="none" dirty="0">
              <a:solidFill>
                <a:schemeClr val="dk2"/>
              </a:solidFill>
              <a:latin typeface="Tahoma"/>
              <a:ea typeface="Tahoma"/>
              <a:cs typeface="Tahoma"/>
              <a:sym typeface="Tahoma"/>
            </a:endParaRPr>
          </a:p>
          <a:p>
            <a:pPr marL="342900" marR="0" lvl="0" indent="-342900" algn="just" rtl="0">
              <a:lnSpc>
                <a:spcPct val="100000"/>
              </a:lnSpc>
              <a:spcBef>
                <a:spcPts val="560"/>
              </a:spcBef>
              <a:spcAft>
                <a:spcPts val="0"/>
              </a:spcAft>
              <a:buClr>
                <a:srgbClr val="EEF2C5"/>
              </a:buClr>
              <a:buSzPts val="1680"/>
              <a:buFont typeface="Arial"/>
              <a:buChar char="●"/>
            </a:pPr>
            <a:r>
              <a:rPr lang="en-US" sz="2800" b="0" i="0" u="none" strike="noStrike" cap="none" dirty="0">
                <a:solidFill>
                  <a:schemeClr val="dk2"/>
                </a:solidFill>
                <a:latin typeface="Tahoma"/>
                <a:ea typeface="Tahoma"/>
                <a:cs typeface="Tahoma"/>
                <a:sym typeface="Tahoma"/>
              </a:rPr>
              <a:t>Tener mayor control </a:t>
            </a:r>
            <a:r>
              <a:rPr lang="en-US" sz="2800" b="0" i="0" u="none" strike="noStrike" cap="none" dirty="0" err="1">
                <a:solidFill>
                  <a:schemeClr val="dk2"/>
                </a:solidFill>
                <a:latin typeface="Tahoma"/>
                <a:ea typeface="Tahoma"/>
                <a:cs typeface="Tahoma"/>
                <a:sym typeface="Tahoma"/>
              </a:rPr>
              <a:t>sobre</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hechos</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futuros</a:t>
            </a:r>
            <a:r>
              <a:rPr lang="en-US" sz="2800" b="0" i="0" u="none" strike="noStrike" cap="none" dirty="0">
                <a:solidFill>
                  <a:schemeClr val="dk2"/>
                </a:solidFill>
                <a:latin typeface="Tahoma"/>
                <a:ea typeface="Tahoma"/>
                <a:cs typeface="Tahoma"/>
                <a:sym typeface="Tahoma"/>
              </a:rPr>
              <a:t> </a:t>
            </a:r>
            <a:endParaRPr dirty="0"/>
          </a:p>
          <a:p>
            <a:pPr marL="342900" marR="0" lvl="0" indent="-342900" algn="just" rtl="0">
              <a:lnSpc>
                <a:spcPct val="100000"/>
              </a:lnSpc>
              <a:spcBef>
                <a:spcPts val="560"/>
              </a:spcBef>
              <a:spcAft>
                <a:spcPts val="0"/>
              </a:spcAft>
              <a:buClr>
                <a:schemeClr val="folHlink"/>
              </a:buClr>
              <a:buSzPts val="1680"/>
              <a:buFont typeface="Noto Sans Symbols"/>
              <a:buNone/>
            </a:pP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inciertos</a:t>
            </a:r>
            <a:r>
              <a:rPr lang="en-US" sz="2800" b="0" i="0" u="none" strike="noStrike" cap="none" dirty="0">
                <a:solidFill>
                  <a:schemeClr val="dk2"/>
                </a:solidFill>
                <a:latin typeface="Tahoma"/>
                <a:ea typeface="Tahoma"/>
                <a:cs typeface="Tahoma"/>
                <a:sym typeface="Tahoma"/>
              </a:rPr>
              <a:t> y </a:t>
            </a:r>
            <a:r>
              <a:rPr lang="en-US" sz="2800" b="0" i="0" u="none" strike="noStrike" cap="none" dirty="0" err="1">
                <a:solidFill>
                  <a:schemeClr val="dk2"/>
                </a:solidFill>
                <a:latin typeface="Tahoma"/>
                <a:ea typeface="Tahoma"/>
                <a:cs typeface="Tahoma"/>
                <a:sym typeface="Tahoma"/>
              </a:rPr>
              <a:t>orientarlos</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en</a:t>
            </a:r>
            <a:endParaRPr dirty="0"/>
          </a:p>
          <a:p>
            <a:pPr marL="342900" marR="0" lvl="0" indent="-342900" algn="just" rtl="0">
              <a:lnSpc>
                <a:spcPct val="100000"/>
              </a:lnSpc>
              <a:spcBef>
                <a:spcPts val="560"/>
              </a:spcBef>
              <a:spcAft>
                <a:spcPts val="0"/>
              </a:spcAft>
              <a:buClr>
                <a:schemeClr val="folHlink"/>
              </a:buClr>
              <a:buSzPts val="1680"/>
              <a:buFont typeface="Noto Sans Symbols"/>
              <a:buNone/>
            </a:pPr>
            <a:r>
              <a:rPr lang="en-US" sz="2800" b="0" i="0" u="none" strike="noStrike" cap="none" dirty="0">
                <a:solidFill>
                  <a:schemeClr val="dk2"/>
                </a:solidFill>
                <a:latin typeface="Tahoma"/>
                <a:ea typeface="Tahoma"/>
                <a:cs typeface="Tahoma"/>
                <a:sym typeface="Tahoma"/>
              </a:rPr>
              <a:t>    la </a:t>
            </a:r>
            <a:r>
              <a:rPr lang="en-US" sz="2800" b="0" i="0" u="none" strike="noStrike" cap="none" dirty="0" err="1">
                <a:solidFill>
                  <a:schemeClr val="dk2"/>
                </a:solidFill>
                <a:latin typeface="Tahoma"/>
                <a:ea typeface="Tahoma"/>
                <a:cs typeface="Tahoma"/>
                <a:sym typeface="Tahoma"/>
              </a:rPr>
              <a:t>acción</a:t>
            </a:r>
            <a:r>
              <a:rPr lang="en-US" sz="2800" b="0" i="0" u="none" strike="noStrike" cap="none" dirty="0">
                <a:solidFill>
                  <a:schemeClr val="dk2"/>
                </a:solidFill>
                <a:latin typeface="Tahoma"/>
                <a:ea typeface="Tahoma"/>
                <a:cs typeface="Tahoma"/>
                <a:sym typeface="Tahoma"/>
              </a:rPr>
              <a:t> </a:t>
            </a:r>
            <a:r>
              <a:rPr lang="en-US" sz="2800" b="0" i="0" u="none" strike="noStrike" cap="none" dirty="0" err="1">
                <a:solidFill>
                  <a:schemeClr val="dk2"/>
                </a:solidFill>
                <a:latin typeface="Tahoma"/>
                <a:ea typeface="Tahoma"/>
                <a:cs typeface="Tahoma"/>
                <a:sym typeface="Tahoma"/>
              </a:rPr>
              <a:t>deseada</a:t>
            </a:r>
            <a:r>
              <a:rPr lang="en-US" sz="2800" b="0" i="0" u="none" strike="noStrike" cap="none" dirty="0">
                <a:solidFill>
                  <a:schemeClr val="dk2"/>
                </a:solidFill>
                <a:latin typeface="Tahoma"/>
                <a:ea typeface="Tahoma"/>
                <a:cs typeface="Tahoma"/>
                <a:sym typeface="Tahoma"/>
              </a:rPr>
              <a:t>.</a:t>
            </a:r>
            <a:endParaRPr dirty="0"/>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p:txBody>
      </p:sp>
      <p:sp>
        <p:nvSpPr>
          <p:cNvPr id="81" name="Google Shape;81;p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a:t>
            </a:fld>
            <a:endParaRPr/>
          </a:p>
        </p:txBody>
      </p:sp>
      <p:graphicFrame>
        <p:nvGraphicFramePr>
          <p:cNvPr id="83" name="Google Shape;83;p4"/>
          <p:cNvGraphicFramePr/>
          <p:nvPr>
            <p:extLst>
              <p:ext uri="{D42A27DB-BD31-4B8C-83A1-F6EECF244321}">
                <p14:modId xmlns:p14="http://schemas.microsoft.com/office/powerpoint/2010/main" val="572336960"/>
              </p:ext>
            </p:extLst>
          </p:nvPr>
        </p:nvGraphicFramePr>
        <p:xfrm>
          <a:off x="3736975" y="4293782"/>
          <a:ext cx="3305175" cy="1765300"/>
        </p:xfrm>
        <a:graphic>
          <a:graphicData uri="http://schemas.openxmlformats.org/presentationml/2006/ole">
            <mc:AlternateContent xmlns:mc="http://schemas.openxmlformats.org/markup-compatibility/2006">
              <mc:Choice xmlns:v="urn:schemas-microsoft-com:vml" Requires="v">
                <p:oleObj r:id="rId3" imgW="3305175" imgH="1765300" progId="MS_ClipArt_Gallery.2">
                  <p:embed/>
                </p:oleObj>
              </mc:Choice>
              <mc:Fallback>
                <p:oleObj r:id="rId3" imgW="3305175" imgH="1765300" progId="MS_ClipArt_Gallery.2">
                  <p:embed/>
                  <p:pic>
                    <p:nvPicPr>
                      <p:cNvPr id="83" name="Google Shape;83;p4"/>
                      <p:cNvPicPr preferRelativeResize="0"/>
                      <p:nvPr/>
                    </p:nvPicPr>
                    <p:blipFill rotWithShape="1">
                      <a:blip r:embed="rId4">
                        <a:alphaModFix/>
                      </a:blip>
                      <a:srcRect/>
                      <a:stretch/>
                    </p:blipFill>
                    <p:spPr>
                      <a:xfrm>
                        <a:off x="3736975" y="4293782"/>
                        <a:ext cx="3305175" cy="1765300"/>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73F343-7F11-98E0-A284-C5E63DAF9302}"/>
              </a:ext>
            </a:extLst>
          </p:cNvPr>
          <p:cNvSpPr>
            <a:spLocks noGrp="1"/>
          </p:cNvSpPr>
          <p:nvPr>
            <p:ph type="title"/>
          </p:nvPr>
        </p:nvSpPr>
        <p:spPr>
          <a:xfrm>
            <a:off x="233465" y="19455"/>
            <a:ext cx="6741268" cy="1462087"/>
          </a:xfrm>
        </p:spPr>
        <p:txBody>
          <a:bodyPr/>
          <a:lstStyle/>
          <a:p>
            <a:pPr algn="ctr" rtl="0">
              <a:buClr>
                <a:schemeClr val="dk2"/>
              </a:buClr>
              <a:buSzPts val="4400"/>
            </a:pPr>
            <a:r>
              <a:rPr lang="es-MX" sz="2800" b="0" dirty="0">
                <a:latin typeface="Tahoma"/>
                <a:ea typeface="Tahoma"/>
                <a:cs typeface="Tahoma"/>
              </a:rPr>
              <a:t>Introducción a la planificación de Sistemas - Software</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0DB6328E-D01C-5954-11FC-4B75289509F5}"/>
              </a:ext>
            </a:extLst>
          </p:cNvPr>
          <p:cNvSpPr>
            <a:spLocks noGrp="1"/>
          </p:cNvSpPr>
          <p:nvPr>
            <p:ph type="body" idx="1"/>
          </p:nvPr>
        </p:nvSpPr>
        <p:spPr>
          <a:xfrm>
            <a:off x="233465" y="2042807"/>
            <a:ext cx="6848272" cy="3768691"/>
          </a:xfrm>
        </p:spPr>
        <p:txBody>
          <a:bodyPr/>
          <a:lstStyle/>
          <a:p>
            <a:pPr marL="342900" indent="-342900" algn="just" rtl="0">
              <a:lnSpc>
                <a:spcPct val="150000"/>
              </a:lnSpc>
              <a:spcBef>
                <a:spcPts val="560"/>
              </a:spcBef>
              <a:buSzPts val="1680"/>
            </a:pPr>
            <a:r>
              <a:rPr lang="es-MX" sz="2800" b="0" dirty="0">
                <a:solidFill>
                  <a:schemeClr val="dk2"/>
                </a:solidFill>
                <a:latin typeface="Tahoma"/>
                <a:ea typeface="Tahoma"/>
                <a:cs typeface="Tahoma"/>
              </a:rPr>
              <a:t>La planificación de sistemas de software es el proceso de definir el alcance, los recursos y las actividades necesarias para el desarrollo y despliegue de un sistema informático.</a:t>
            </a:r>
          </a:p>
          <a:p>
            <a:pPr>
              <a:lnSpc>
                <a:spcPct val="150000"/>
              </a:lnSpc>
            </a:pPr>
            <a:endParaRPr lang="es-AR" dirty="0"/>
          </a:p>
        </p:txBody>
      </p:sp>
      <p:sp>
        <p:nvSpPr>
          <p:cNvPr id="4" name="Marcador de número de diapositiva 3">
            <a:extLst>
              <a:ext uri="{FF2B5EF4-FFF2-40B4-BE49-F238E27FC236}">
                <a16:creationId xmlns:a16="http://schemas.microsoft.com/office/drawing/2014/main" id="{F68A7517-ED6C-E6E1-2C0B-5B7CFB24BF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859088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03D9BC-6B92-E1E0-0A37-FE0EBFE9D4E7}"/>
              </a:ext>
            </a:extLst>
          </p:cNvPr>
          <p:cNvSpPr>
            <a:spLocks noGrp="1"/>
          </p:cNvSpPr>
          <p:nvPr>
            <p:ph type="title"/>
          </p:nvPr>
        </p:nvSpPr>
        <p:spPr>
          <a:xfrm>
            <a:off x="291831" y="0"/>
            <a:ext cx="6575898" cy="1442935"/>
          </a:xfrm>
        </p:spPr>
        <p:txBody>
          <a:bodyPr/>
          <a:lstStyle/>
          <a:p>
            <a:pPr algn="ctr" rtl="0">
              <a:buClr>
                <a:schemeClr val="dk2"/>
              </a:buClr>
              <a:buSzPts val="4400"/>
            </a:pPr>
            <a:r>
              <a:rPr lang="es-MX" sz="2800" b="0" dirty="0">
                <a:latin typeface="Tahoma"/>
                <a:ea typeface="Tahoma"/>
                <a:cs typeface="Tahoma"/>
              </a:rPr>
              <a:t>Importancia de la planificación en el ciclo de vida del software</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597D55AF-BDB7-466C-FE6E-5ECE7F0C1586}"/>
              </a:ext>
            </a:extLst>
          </p:cNvPr>
          <p:cNvSpPr>
            <a:spLocks noGrp="1"/>
          </p:cNvSpPr>
          <p:nvPr>
            <p:ph type="body" idx="1"/>
          </p:nvPr>
        </p:nvSpPr>
        <p:spPr>
          <a:xfrm>
            <a:off x="472568" y="2052536"/>
            <a:ext cx="6575898" cy="4011882"/>
          </a:xfrm>
        </p:spPr>
        <p:txBody>
          <a:bodyPr/>
          <a:lstStyle/>
          <a:p>
            <a:pPr marL="342900" indent="-342900" algn="just" rtl="0">
              <a:lnSpc>
                <a:spcPct val="150000"/>
              </a:lnSpc>
              <a:spcBef>
                <a:spcPts val="560"/>
              </a:spcBef>
              <a:buSzPts val="1680"/>
            </a:pPr>
            <a:r>
              <a:rPr lang="es-MX" sz="2800" b="0" dirty="0">
                <a:solidFill>
                  <a:schemeClr val="dk2"/>
                </a:solidFill>
                <a:latin typeface="Tahoma"/>
                <a:ea typeface="Tahoma"/>
                <a:cs typeface="Tahoma"/>
              </a:rPr>
              <a:t>Permite estimar costos y tiempos, prevenir errores, coordinar equipos y asegurar la calidad del producto final.</a:t>
            </a:r>
          </a:p>
          <a:p>
            <a:endParaRPr lang="es-AR" dirty="0"/>
          </a:p>
        </p:txBody>
      </p:sp>
      <p:sp>
        <p:nvSpPr>
          <p:cNvPr id="4" name="Marcador de número de diapositiva 3">
            <a:extLst>
              <a:ext uri="{FF2B5EF4-FFF2-40B4-BE49-F238E27FC236}">
                <a16:creationId xmlns:a16="http://schemas.microsoft.com/office/drawing/2014/main" id="{B7FB0D32-BDFB-BC22-775A-E1B4A6E463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60831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1321C8-A651-1E97-47C0-0E05F2B5B090}"/>
              </a:ext>
            </a:extLst>
          </p:cNvPr>
          <p:cNvSpPr>
            <a:spLocks noGrp="1"/>
          </p:cNvSpPr>
          <p:nvPr>
            <p:ph type="title"/>
          </p:nvPr>
        </p:nvSpPr>
        <p:spPr>
          <a:xfrm>
            <a:off x="291830" y="0"/>
            <a:ext cx="6750319" cy="1371296"/>
          </a:xfrm>
        </p:spPr>
        <p:txBody>
          <a:bodyPr/>
          <a:lstStyle/>
          <a:p>
            <a:pPr algn="ctr"/>
            <a:r>
              <a:rPr lang="es-MX" sz="2800" b="0" dirty="0">
                <a:latin typeface="Tahoma"/>
                <a:ea typeface="Tahoma"/>
                <a:cs typeface="Tahoma"/>
              </a:rPr>
              <a:t>Etapas de la planificación de Sistemas -Software</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C62DA540-E363-6967-7E32-200AC1F70977}"/>
              </a:ext>
            </a:extLst>
          </p:cNvPr>
          <p:cNvSpPr>
            <a:spLocks noGrp="1"/>
          </p:cNvSpPr>
          <p:nvPr>
            <p:ph type="body" idx="1"/>
          </p:nvPr>
        </p:nvSpPr>
        <p:spPr>
          <a:xfrm>
            <a:off x="1174750" y="2128837"/>
            <a:ext cx="7772400" cy="4114800"/>
          </a:xfrm>
        </p:spPr>
        <p:txBody>
          <a:bodyPr/>
          <a:lstStyle/>
          <a:p>
            <a:pPr marL="160020" indent="0">
              <a:lnSpc>
                <a:spcPct val="150000"/>
              </a:lnSpc>
              <a:buNone/>
            </a:pPr>
            <a:r>
              <a:rPr lang="es-MX" sz="2800" b="0" dirty="0">
                <a:solidFill>
                  <a:schemeClr val="dk2"/>
                </a:solidFill>
                <a:latin typeface="Tahoma"/>
                <a:ea typeface="Tahoma"/>
                <a:cs typeface="Tahoma"/>
              </a:rPr>
              <a:t>1. Análisis de requerimientos</a:t>
            </a:r>
          </a:p>
          <a:p>
            <a:pPr marL="160020" indent="0">
              <a:lnSpc>
                <a:spcPct val="150000"/>
              </a:lnSpc>
              <a:buNone/>
            </a:pPr>
            <a:r>
              <a:rPr lang="es-MX" sz="2800" b="0" dirty="0">
                <a:solidFill>
                  <a:schemeClr val="dk2"/>
                </a:solidFill>
                <a:latin typeface="Tahoma"/>
                <a:ea typeface="Tahoma"/>
                <a:cs typeface="Tahoma"/>
              </a:rPr>
              <a:t>2. Diseño del sistema</a:t>
            </a:r>
          </a:p>
          <a:p>
            <a:pPr marL="160020" indent="0">
              <a:lnSpc>
                <a:spcPct val="150000"/>
              </a:lnSpc>
              <a:buNone/>
            </a:pPr>
            <a:r>
              <a:rPr lang="es-MX" sz="2800" b="0" dirty="0">
                <a:solidFill>
                  <a:schemeClr val="dk2"/>
                </a:solidFill>
                <a:latin typeface="Tahoma"/>
                <a:ea typeface="Tahoma"/>
                <a:cs typeface="Tahoma"/>
              </a:rPr>
              <a:t>3. Plan de trabajo y cronograma</a:t>
            </a:r>
          </a:p>
          <a:p>
            <a:pPr marL="160020" indent="0">
              <a:lnSpc>
                <a:spcPct val="150000"/>
              </a:lnSpc>
              <a:buNone/>
            </a:pPr>
            <a:r>
              <a:rPr lang="es-MX" sz="2800" b="0" dirty="0">
                <a:solidFill>
                  <a:schemeClr val="dk2"/>
                </a:solidFill>
                <a:latin typeface="Tahoma"/>
                <a:ea typeface="Tahoma"/>
                <a:cs typeface="Tahoma"/>
              </a:rPr>
              <a:t>4. Asignación de recursos</a:t>
            </a:r>
          </a:p>
          <a:p>
            <a:pPr marL="160020" indent="0">
              <a:lnSpc>
                <a:spcPct val="150000"/>
              </a:lnSpc>
              <a:buNone/>
            </a:pPr>
            <a:r>
              <a:rPr lang="es-MX" sz="2800" b="0" dirty="0">
                <a:solidFill>
                  <a:schemeClr val="dk2"/>
                </a:solidFill>
                <a:latin typeface="Tahoma"/>
                <a:ea typeface="Tahoma"/>
                <a:cs typeface="Tahoma"/>
              </a:rPr>
              <a:t>5. Seguimiento y control.</a:t>
            </a:r>
          </a:p>
          <a:p>
            <a:pPr>
              <a:lnSpc>
                <a:spcPct val="150000"/>
              </a:lnSpc>
            </a:pPr>
            <a:endParaRPr lang="es-AR" dirty="0"/>
          </a:p>
        </p:txBody>
      </p:sp>
      <p:sp>
        <p:nvSpPr>
          <p:cNvPr id="4" name="Marcador de número de diapositiva 3">
            <a:extLst>
              <a:ext uri="{FF2B5EF4-FFF2-40B4-BE49-F238E27FC236}">
                <a16:creationId xmlns:a16="http://schemas.microsoft.com/office/drawing/2014/main" id="{04A65D48-FDE9-88D1-EE23-CD604CABCD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47101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7C65AF-5DD8-649E-B7F3-58488EEA19AB}"/>
              </a:ext>
            </a:extLst>
          </p:cNvPr>
          <p:cNvSpPr>
            <a:spLocks noGrp="1"/>
          </p:cNvSpPr>
          <p:nvPr>
            <p:ph type="title"/>
          </p:nvPr>
        </p:nvSpPr>
        <p:spPr>
          <a:xfrm>
            <a:off x="479729" y="-135884"/>
            <a:ext cx="7793037" cy="1462087"/>
          </a:xfrm>
        </p:spPr>
        <p:txBody>
          <a:bodyPr/>
          <a:lstStyle/>
          <a:p>
            <a:r>
              <a:rPr lang="es-MX" sz="2800" b="0" dirty="0">
                <a:latin typeface="Tahoma"/>
                <a:ea typeface="Tahoma"/>
                <a:cs typeface="Tahoma"/>
              </a:rPr>
              <a:t>Definición de requerimientos y alcance</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4E1C3758-4DBC-E300-8F98-FA8901C96722}"/>
              </a:ext>
            </a:extLst>
          </p:cNvPr>
          <p:cNvSpPr>
            <a:spLocks noGrp="1"/>
          </p:cNvSpPr>
          <p:nvPr>
            <p:ph type="body" idx="1"/>
          </p:nvPr>
        </p:nvSpPr>
        <p:spPr>
          <a:xfrm>
            <a:off x="569844" y="2130356"/>
            <a:ext cx="6609169" cy="3827057"/>
          </a:xfrm>
        </p:spPr>
        <p:txBody>
          <a:bodyPr/>
          <a:lstStyle/>
          <a:p>
            <a:pPr marL="342900" indent="-342900" algn="just" rtl="0">
              <a:lnSpc>
                <a:spcPct val="150000"/>
              </a:lnSpc>
              <a:spcBef>
                <a:spcPts val="560"/>
              </a:spcBef>
              <a:buSzPts val="1680"/>
            </a:pPr>
            <a:r>
              <a:rPr lang="es-MX" sz="2800" b="0" dirty="0">
                <a:solidFill>
                  <a:schemeClr val="dk2"/>
                </a:solidFill>
                <a:latin typeface="Tahoma"/>
                <a:ea typeface="Tahoma"/>
                <a:cs typeface="Tahoma"/>
              </a:rPr>
              <a:t>Se documentan las necesidades del cliente, funciones esperadas, restricciones técnicas y criterios de aceptación del sistema.</a:t>
            </a:r>
          </a:p>
          <a:p>
            <a:endParaRPr lang="es-AR" dirty="0"/>
          </a:p>
        </p:txBody>
      </p:sp>
      <p:sp>
        <p:nvSpPr>
          <p:cNvPr id="4" name="Marcador de número de diapositiva 3">
            <a:extLst>
              <a:ext uri="{FF2B5EF4-FFF2-40B4-BE49-F238E27FC236}">
                <a16:creationId xmlns:a16="http://schemas.microsoft.com/office/drawing/2014/main" id="{7C63E149-A605-C6E7-DC5D-82E65AF8A8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68150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59793-E037-4A9F-0167-E2BA432E0A80}"/>
              </a:ext>
            </a:extLst>
          </p:cNvPr>
          <p:cNvSpPr>
            <a:spLocks noGrp="1"/>
          </p:cNvSpPr>
          <p:nvPr>
            <p:ph type="title"/>
          </p:nvPr>
        </p:nvSpPr>
        <p:spPr>
          <a:xfrm>
            <a:off x="499184" y="-230981"/>
            <a:ext cx="7793037" cy="1462087"/>
          </a:xfrm>
        </p:spPr>
        <p:txBody>
          <a:bodyPr/>
          <a:lstStyle/>
          <a:p>
            <a:r>
              <a:rPr lang="es-MX" sz="2800" b="0" dirty="0">
                <a:latin typeface="Tahoma"/>
                <a:ea typeface="Tahoma"/>
                <a:cs typeface="Tahoma"/>
              </a:rPr>
              <a:t>Recursos y cronograma del proyecto</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F326553F-1A56-2560-8212-3D8E0C233F96}"/>
              </a:ext>
            </a:extLst>
          </p:cNvPr>
          <p:cNvSpPr>
            <a:spLocks noGrp="1"/>
          </p:cNvSpPr>
          <p:nvPr>
            <p:ph type="body" idx="1"/>
          </p:nvPr>
        </p:nvSpPr>
        <p:spPr>
          <a:xfrm>
            <a:off x="76640" y="1867710"/>
            <a:ext cx="7349856" cy="3934061"/>
          </a:xfrm>
        </p:spPr>
        <p:txBody>
          <a:bodyPr/>
          <a:lstStyle/>
          <a:p>
            <a:pPr marL="160020" indent="0">
              <a:buNone/>
            </a:pPr>
            <a:r>
              <a:rPr lang="es-MX" sz="2800" dirty="0">
                <a:solidFill>
                  <a:schemeClr val="dk2"/>
                </a:solidFill>
                <a:latin typeface="Tahoma"/>
                <a:ea typeface="Tahoma"/>
                <a:cs typeface="Tahoma"/>
              </a:rPr>
              <a:t>Incluye:</a:t>
            </a:r>
          </a:p>
          <a:p>
            <a:r>
              <a:rPr lang="es-MX" sz="2800" b="0" dirty="0">
                <a:solidFill>
                  <a:schemeClr val="dk2"/>
                </a:solidFill>
                <a:latin typeface="Tahoma"/>
                <a:ea typeface="Tahoma"/>
                <a:cs typeface="Tahoma"/>
              </a:rPr>
              <a:t>La asignación de personal.</a:t>
            </a:r>
          </a:p>
          <a:p>
            <a:r>
              <a:rPr lang="es-MX" sz="2800" b="0" dirty="0">
                <a:solidFill>
                  <a:schemeClr val="dk2"/>
                </a:solidFill>
                <a:latin typeface="Tahoma"/>
                <a:ea typeface="Tahoma"/>
                <a:cs typeface="Tahoma"/>
              </a:rPr>
              <a:t>Herramientas. </a:t>
            </a:r>
          </a:p>
          <a:p>
            <a:r>
              <a:rPr lang="es-MX" sz="2800" b="0" dirty="0">
                <a:solidFill>
                  <a:schemeClr val="dk2"/>
                </a:solidFill>
                <a:latin typeface="Tahoma"/>
                <a:ea typeface="Tahoma"/>
                <a:cs typeface="Tahoma"/>
              </a:rPr>
              <a:t>Presupuesto y plazos. </a:t>
            </a:r>
          </a:p>
          <a:p>
            <a:pPr marL="1074420" lvl="2" indent="-457200">
              <a:buSzPts val="1080"/>
            </a:pPr>
            <a:r>
              <a:rPr lang="es-MX" sz="2800" dirty="0">
                <a:solidFill>
                  <a:schemeClr val="dk2"/>
                </a:solidFill>
                <a:latin typeface="Tahoma"/>
                <a:ea typeface="Tahoma"/>
                <a:cs typeface="Tahoma"/>
              </a:rPr>
              <a:t>Se utiliza software de gestión (ej. MS Project, Jira) para seguimiento.</a:t>
            </a:r>
          </a:p>
          <a:p>
            <a:endParaRPr lang="es-AR" dirty="0"/>
          </a:p>
        </p:txBody>
      </p:sp>
      <p:sp>
        <p:nvSpPr>
          <p:cNvPr id="4" name="Marcador de número de diapositiva 3">
            <a:extLst>
              <a:ext uri="{FF2B5EF4-FFF2-40B4-BE49-F238E27FC236}">
                <a16:creationId xmlns:a16="http://schemas.microsoft.com/office/drawing/2014/main" id="{F6F434BC-2E00-4567-C331-4AF382F5AC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433102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66CD5B-DC48-5156-CD1A-FB70512245D9}"/>
              </a:ext>
            </a:extLst>
          </p:cNvPr>
          <p:cNvSpPr>
            <a:spLocks noGrp="1"/>
          </p:cNvSpPr>
          <p:nvPr>
            <p:ph type="title"/>
          </p:nvPr>
        </p:nvSpPr>
        <p:spPr>
          <a:xfrm>
            <a:off x="450545" y="-145611"/>
            <a:ext cx="7793037" cy="1462087"/>
          </a:xfrm>
        </p:spPr>
        <p:txBody>
          <a:bodyPr/>
          <a:lstStyle/>
          <a:p>
            <a:r>
              <a:rPr lang="es-MX" sz="2800" b="0" dirty="0">
                <a:latin typeface="Tahoma"/>
                <a:ea typeface="Tahoma"/>
                <a:cs typeface="Tahoma"/>
              </a:rPr>
              <a:t>Gestión de riesgos en la planificación</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67918F31-D522-85F2-42E2-FD2AF765A949}"/>
              </a:ext>
            </a:extLst>
          </p:cNvPr>
          <p:cNvSpPr>
            <a:spLocks noGrp="1"/>
          </p:cNvSpPr>
          <p:nvPr>
            <p:ph type="body" idx="1"/>
          </p:nvPr>
        </p:nvSpPr>
        <p:spPr>
          <a:xfrm>
            <a:off x="547821" y="2023353"/>
            <a:ext cx="6591605" cy="3788146"/>
          </a:xfrm>
        </p:spPr>
        <p:txBody>
          <a:bodyPr/>
          <a:lstStyle/>
          <a:p>
            <a:pPr marL="160020" indent="0">
              <a:buNone/>
            </a:pPr>
            <a:r>
              <a:rPr lang="es-MX" sz="2800" b="0" dirty="0">
                <a:solidFill>
                  <a:schemeClr val="dk2"/>
                </a:solidFill>
                <a:latin typeface="Tahoma"/>
                <a:ea typeface="Tahoma"/>
                <a:cs typeface="Tahoma"/>
              </a:rPr>
              <a:t>Identifica posibles problemas:</a:t>
            </a:r>
          </a:p>
          <a:p>
            <a:pPr marL="160020" indent="0">
              <a:buNone/>
            </a:pPr>
            <a:endParaRPr lang="es-MX" sz="2800" b="0" dirty="0">
              <a:solidFill>
                <a:schemeClr val="dk2"/>
              </a:solidFill>
              <a:latin typeface="Tahoma"/>
              <a:ea typeface="Tahoma"/>
              <a:cs typeface="Tahoma"/>
            </a:endParaRPr>
          </a:p>
          <a:p>
            <a:r>
              <a:rPr lang="es-MX" sz="2800" b="0" dirty="0">
                <a:solidFill>
                  <a:schemeClr val="dk2"/>
                </a:solidFill>
                <a:latin typeface="Tahoma"/>
                <a:ea typeface="Tahoma"/>
                <a:cs typeface="Tahoma"/>
              </a:rPr>
              <a:t>Técnicos.</a:t>
            </a:r>
          </a:p>
          <a:p>
            <a:r>
              <a:rPr lang="es-MX" sz="2800" b="0" dirty="0">
                <a:solidFill>
                  <a:schemeClr val="dk2"/>
                </a:solidFill>
                <a:latin typeface="Tahoma"/>
                <a:ea typeface="Tahoma"/>
                <a:cs typeface="Tahoma"/>
              </a:rPr>
              <a:t>Humanos.</a:t>
            </a:r>
          </a:p>
          <a:p>
            <a:endParaRPr lang="es-MX" sz="2800" b="0" dirty="0">
              <a:solidFill>
                <a:schemeClr val="dk2"/>
              </a:solidFill>
              <a:latin typeface="Tahoma"/>
              <a:ea typeface="Tahoma"/>
              <a:cs typeface="Tahoma"/>
            </a:endParaRPr>
          </a:p>
          <a:p>
            <a:pPr marL="160020" indent="0">
              <a:buNone/>
            </a:pPr>
            <a:r>
              <a:rPr lang="es-MX" sz="2800" b="0" dirty="0">
                <a:solidFill>
                  <a:schemeClr val="dk2"/>
                </a:solidFill>
                <a:latin typeface="Tahoma"/>
                <a:ea typeface="Tahoma"/>
                <a:cs typeface="Tahoma"/>
              </a:rPr>
              <a:t>Se establece los  Planes de Contingencia para reducir impactos.</a:t>
            </a:r>
          </a:p>
          <a:p>
            <a:endParaRPr lang="es-AR" dirty="0"/>
          </a:p>
        </p:txBody>
      </p:sp>
      <p:sp>
        <p:nvSpPr>
          <p:cNvPr id="4" name="Marcador de número de diapositiva 3">
            <a:extLst>
              <a:ext uri="{FF2B5EF4-FFF2-40B4-BE49-F238E27FC236}">
                <a16:creationId xmlns:a16="http://schemas.microsoft.com/office/drawing/2014/main" id="{F647009E-5F62-147E-7EEA-B863884BC4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805247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861774"/>
          </a:xfrm>
        </p:spPr>
        <p:txBody>
          <a:bodyPr/>
          <a:lstStyle/>
          <a:p>
            <a:r>
              <a:rPr sz="2800" b="0" dirty="0" err="1">
                <a:latin typeface="Tahoma"/>
                <a:ea typeface="Tahoma"/>
                <a:cs typeface="Tahoma"/>
              </a:rPr>
              <a:t>Planificación</a:t>
            </a:r>
            <a:r>
              <a:rPr sz="2800" b="0" dirty="0">
                <a:latin typeface="Tahoma"/>
                <a:ea typeface="Tahoma"/>
                <a:cs typeface="Tahoma"/>
              </a:rPr>
              <a:t> de </a:t>
            </a:r>
            <a:r>
              <a:rPr sz="2800" b="0" dirty="0" err="1">
                <a:latin typeface="Tahoma"/>
                <a:ea typeface="Tahoma"/>
                <a:cs typeface="Tahoma"/>
              </a:rPr>
              <a:t>pruebas</a:t>
            </a:r>
            <a:r>
              <a:rPr sz="2800" b="0" dirty="0">
                <a:latin typeface="Tahoma"/>
                <a:ea typeface="Tahoma"/>
                <a:cs typeface="Tahoma"/>
              </a:rPr>
              <a:t>: </a:t>
            </a:r>
            <a:r>
              <a:rPr sz="2800" b="0" dirty="0" err="1">
                <a:latin typeface="Tahoma"/>
                <a:ea typeface="Tahoma"/>
                <a:cs typeface="Tahoma"/>
              </a:rPr>
              <a:t>estrategia</a:t>
            </a:r>
            <a:r>
              <a:rPr sz="2800" b="0" dirty="0">
                <a:latin typeface="Tahoma"/>
                <a:ea typeface="Tahoma"/>
                <a:cs typeface="Tahoma"/>
              </a:rPr>
              <a:t> y </a:t>
            </a:r>
            <a:r>
              <a:rPr sz="2800" b="0" dirty="0" err="1">
                <a:latin typeface="Tahoma"/>
                <a:ea typeface="Tahoma"/>
                <a:cs typeface="Tahoma"/>
              </a:rPr>
              <a:t>diseño</a:t>
            </a:r>
            <a:endParaRPr sz="2800" b="0" dirty="0">
              <a:latin typeface="Tahoma"/>
              <a:ea typeface="Tahoma"/>
              <a:cs typeface="Tahoma"/>
            </a:endParaRPr>
          </a:p>
        </p:txBody>
      </p:sp>
      <p:sp>
        <p:nvSpPr>
          <p:cNvPr id="3" name="Content Placeholder 2"/>
          <p:cNvSpPr>
            <a:spLocks noGrp="1"/>
          </p:cNvSpPr>
          <p:nvPr>
            <p:ph idx="1"/>
          </p:nvPr>
        </p:nvSpPr>
        <p:spPr>
          <a:xfrm>
            <a:off x="724509" y="1782827"/>
            <a:ext cx="5988368" cy="4005584"/>
          </a:xfrm>
        </p:spPr>
        <p:txBody>
          <a:bodyPr/>
          <a:lstStyle/>
          <a:p>
            <a:r>
              <a:rPr sz="2800" b="0" dirty="0">
                <a:solidFill>
                  <a:schemeClr val="dk2"/>
                </a:solidFill>
                <a:latin typeface="Tahoma"/>
                <a:ea typeface="Tahoma"/>
                <a:cs typeface="Tahoma"/>
              </a:rPr>
              <a:t>Se define </a:t>
            </a:r>
            <a:r>
              <a:rPr sz="2800" b="0" dirty="0" err="1">
                <a:solidFill>
                  <a:schemeClr val="dk2"/>
                </a:solidFill>
                <a:latin typeface="Tahoma"/>
                <a:ea typeface="Tahoma"/>
                <a:cs typeface="Tahoma"/>
              </a:rPr>
              <a:t>el</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enfoque</a:t>
            </a:r>
            <a:r>
              <a:rPr sz="2800" b="0" dirty="0">
                <a:solidFill>
                  <a:schemeClr val="dk2"/>
                </a:solidFill>
                <a:latin typeface="Tahoma"/>
                <a:ea typeface="Tahoma"/>
                <a:cs typeface="Tahoma"/>
              </a:rPr>
              <a:t> de </a:t>
            </a:r>
            <a:r>
              <a:rPr sz="2800" b="0" dirty="0" err="1">
                <a:solidFill>
                  <a:schemeClr val="dk2"/>
                </a:solidFill>
                <a:latin typeface="Tahoma"/>
                <a:ea typeface="Tahoma"/>
                <a:cs typeface="Tahoma"/>
              </a:rPr>
              <a:t>pruebas</a:t>
            </a:r>
            <a:r>
              <a:rPr lang="es-MX" sz="2800" b="0" dirty="0">
                <a:solidFill>
                  <a:schemeClr val="dk2"/>
                </a:solidFill>
                <a:latin typeface="Tahoma"/>
                <a:ea typeface="Tahoma"/>
                <a:cs typeface="Tahoma"/>
              </a:rPr>
              <a:t>:</a:t>
            </a:r>
          </a:p>
          <a:p>
            <a:endParaRPr lang="es-MX" sz="2800" b="0" dirty="0">
              <a:solidFill>
                <a:schemeClr val="dk2"/>
              </a:solidFill>
              <a:latin typeface="Tahoma"/>
              <a:ea typeface="Tahoma"/>
              <a:cs typeface="Tahoma"/>
            </a:endParaRPr>
          </a:p>
          <a:p>
            <a:pPr marL="457200" indent="-457200">
              <a:lnSpc>
                <a:spcPct val="150000"/>
              </a:lnSpc>
              <a:buFont typeface="Arial" panose="020B0604020202020204" pitchFamily="34" charset="0"/>
              <a:buChar char="•"/>
            </a:pPr>
            <a:r>
              <a:rPr lang="es-MX" sz="2800" b="0" dirty="0">
                <a:solidFill>
                  <a:schemeClr val="dk2"/>
                </a:solidFill>
                <a:latin typeface="Tahoma"/>
                <a:ea typeface="Tahoma"/>
                <a:cs typeface="Tahoma"/>
              </a:rPr>
              <a:t>H</a:t>
            </a:r>
            <a:r>
              <a:rPr sz="2800" b="0" dirty="0" err="1">
                <a:solidFill>
                  <a:schemeClr val="dk2"/>
                </a:solidFill>
                <a:latin typeface="Tahoma"/>
                <a:ea typeface="Tahoma"/>
                <a:cs typeface="Tahoma"/>
              </a:rPr>
              <a:t>erramientas</a:t>
            </a:r>
            <a:r>
              <a:rPr lang="es-MX" sz="2800" b="0" dirty="0">
                <a:solidFill>
                  <a:schemeClr val="dk2"/>
                </a:solidFill>
                <a:latin typeface="Tahoma"/>
                <a:ea typeface="Tahoma"/>
                <a:cs typeface="Tahoma"/>
              </a:rPr>
              <a:t>.</a:t>
            </a:r>
          </a:p>
          <a:p>
            <a:pPr marL="457200" indent="-457200">
              <a:lnSpc>
                <a:spcPct val="150000"/>
              </a:lnSpc>
              <a:buFont typeface="Arial" panose="020B0604020202020204" pitchFamily="34" charset="0"/>
              <a:buChar char="•"/>
            </a:pPr>
            <a:r>
              <a:rPr lang="es-MX" sz="2800" b="0" dirty="0">
                <a:solidFill>
                  <a:schemeClr val="dk2"/>
                </a:solidFill>
                <a:latin typeface="Tahoma"/>
                <a:ea typeface="Tahoma"/>
                <a:cs typeface="Tahoma"/>
              </a:rPr>
              <a:t>E</a:t>
            </a:r>
            <a:r>
              <a:rPr sz="2800" b="0" dirty="0" err="1">
                <a:solidFill>
                  <a:schemeClr val="dk2"/>
                </a:solidFill>
                <a:latin typeface="Tahoma"/>
                <a:ea typeface="Tahoma"/>
                <a:cs typeface="Tahoma"/>
              </a:rPr>
              <a:t>ntorno</a:t>
            </a:r>
            <a:r>
              <a:rPr lang="es-MX" sz="2800" b="0" dirty="0">
                <a:solidFill>
                  <a:schemeClr val="dk2"/>
                </a:solidFill>
                <a:latin typeface="Tahoma"/>
                <a:ea typeface="Tahoma"/>
                <a:cs typeface="Tahoma"/>
              </a:rPr>
              <a:t>.</a:t>
            </a:r>
          </a:p>
          <a:p>
            <a:pPr marL="457200" indent="-457200">
              <a:lnSpc>
                <a:spcPct val="150000"/>
              </a:lnSpc>
              <a:buFont typeface="Arial" panose="020B0604020202020204" pitchFamily="34" charset="0"/>
              <a:buChar char="•"/>
            </a:pPr>
            <a:r>
              <a:rPr lang="es-MX" sz="2800" b="0" dirty="0">
                <a:solidFill>
                  <a:schemeClr val="dk2"/>
                </a:solidFill>
                <a:latin typeface="Tahoma"/>
                <a:ea typeface="Tahoma"/>
                <a:cs typeface="Tahoma"/>
              </a:rPr>
              <a:t>C</a:t>
            </a:r>
            <a:r>
              <a:rPr sz="2800" b="0" dirty="0" err="1">
                <a:solidFill>
                  <a:schemeClr val="dk2"/>
                </a:solidFill>
                <a:latin typeface="Tahoma"/>
                <a:ea typeface="Tahoma"/>
                <a:cs typeface="Tahoma"/>
              </a:rPr>
              <a:t>asos</a:t>
            </a:r>
            <a:r>
              <a:rPr sz="2800" b="0" dirty="0">
                <a:solidFill>
                  <a:schemeClr val="dk2"/>
                </a:solidFill>
                <a:latin typeface="Tahoma"/>
                <a:ea typeface="Tahoma"/>
                <a:cs typeface="Tahoma"/>
              </a:rPr>
              <a:t> de </a:t>
            </a:r>
            <a:r>
              <a:rPr sz="2800" b="0" dirty="0" err="1">
                <a:solidFill>
                  <a:schemeClr val="dk2"/>
                </a:solidFill>
                <a:latin typeface="Tahoma"/>
                <a:ea typeface="Tahoma"/>
                <a:cs typeface="Tahoma"/>
              </a:rPr>
              <a:t>prueba</a:t>
            </a:r>
            <a:r>
              <a:rPr lang="es-MX" sz="2800" b="0" dirty="0">
                <a:solidFill>
                  <a:schemeClr val="dk2"/>
                </a:solidFill>
                <a:latin typeface="Tahoma"/>
                <a:ea typeface="Tahoma"/>
                <a:cs typeface="Tahoma"/>
              </a:rPr>
              <a:t>.</a:t>
            </a:r>
          </a:p>
          <a:p>
            <a:pPr marL="457200" indent="-457200">
              <a:lnSpc>
                <a:spcPct val="150000"/>
              </a:lnSpc>
              <a:buFont typeface="Arial" panose="020B0604020202020204" pitchFamily="34" charset="0"/>
              <a:buChar char="•"/>
            </a:pPr>
            <a:r>
              <a:rPr lang="es-MX" sz="2800" b="0" dirty="0">
                <a:solidFill>
                  <a:schemeClr val="dk2"/>
                </a:solidFill>
                <a:latin typeface="Tahoma"/>
                <a:ea typeface="Tahoma"/>
                <a:cs typeface="Tahoma"/>
              </a:rPr>
              <a:t>C</a:t>
            </a:r>
            <a:r>
              <a:rPr sz="2800" b="0" dirty="0" err="1">
                <a:solidFill>
                  <a:schemeClr val="dk2"/>
                </a:solidFill>
                <a:latin typeface="Tahoma"/>
                <a:ea typeface="Tahoma"/>
                <a:cs typeface="Tahoma"/>
              </a:rPr>
              <a:t>riterios</a:t>
            </a:r>
            <a:r>
              <a:rPr sz="2800" b="0" dirty="0">
                <a:solidFill>
                  <a:schemeClr val="dk2"/>
                </a:solidFill>
                <a:latin typeface="Tahoma"/>
                <a:ea typeface="Tahoma"/>
                <a:cs typeface="Tahoma"/>
              </a:rPr>
              <a:t> de entrada y </a:t>
            </a:r>
            <a:r>
              <a:rPr sz="2800" b="0" dirty="0" err="1">
                <a:solidFill>
                  <a:schemeClr val="dk2"/>
                </a:solidFill>
                <a:latin typeface="Tahoma"/>
                <a:ea typeface="Tahoma"/>
                <a:cs typeface="Tahoma"/>
              </a:rPr>
              <a:t>salida</a:t>
            </a:r>
            <a:endParaRPr lang="es-MX" sz="2800" b="0" dirty="0">
              <a:solidFill>
                <a:schemeClr val="dk2"/>
              </a:solidFill>
              <a:latin typeface="Tahoma"/>
              <a:ea typeface="Tahoma"/>
              <a:cs typeface="Tahoma"/>
            </a:endParaRPr>
          </a:p>
          <a:p>
            <a:pPr marL="457200" indent="-457200">
              <a:lnSpc>
                <a:spcPct val="150000"/>
              </a:lnSpc>
              <a:buFont typeface="Arial" panose="020B0604020202020204" pitchFamily="34" charset="0"/>
              <a:buChar char="•"/>
            </a:pPr>
            <a:r>
              <a:rPr lang="es-AR" sz="2800" b="0" dirty="0">
                <a:solidFill>
                  <a:schemeClr val="dk2"/>
                </a:solidFill>
                <a:latin typeface="Tahoma"/>
                <a:ea typeface="Tahoma"/>
                <a:cs typeface="Tahoma"/>
              </a:rPr>
              <a:t>R</a:t>
            </a:r>
            <a:r>
              <a:rPr sz="2800" b="0" dirty="0" err="1">
                <a:solidFill>
                  <a:schemeClr val="dk2"/>
                </a:solidFill>
                <a:latin typeface="Tahoma"/>
                <a:ea typeface="Tahoma"/>
                <a:cs typeface="Tahoma"/>
              </a:rPr>
              <a:t>oles</a:t>
            </a:r>
            <a:r>
              <a:rPr sz="2800" b="0" dirty="0">
                <a:solidFill>
                  <a:schemeClr val="dk2"/>
                </a:solidFill>
                <a:latin typeface="Tahoma"/>
                <a:ea typeface="Tahoma"/>
                <a:cs typeface="Tahoma"/>
              </a:rPr>
              <a:t> del </a:t>
            </a:r>
            <a:r>
              <a:rPr sz="2800" b="0" dirty="0" err="1">
                <a:solidFill>
                  <a:schemeClr val="dk2"/>
                </a:solidFill>
                <a:latin typeface="Tahoma"/>
                <a:ea typeface="Tahoma"/>
                <a:cs typeface="Tahoma"/>
              </a:rPr>
              <a:t>equipo</a:t>
            </a:r>
            <a:r>
              <a:rPr sz="2800" b="0" dirty="0">
                <a:solidFill>
                  <a:schemeClr val="dk2"/>
                </a:solidFill>
                <a:latin typeface="Tahoma"/>
                <a:ea typeface="Tahoma"/>
                <a:cs typeface="Tahoma"/>
              </a:rPr>
              <a:t> QA.</a:t>
            </a:r>
          </a:p>
        </p:txBody>
      </p:sp>
      <p:sp>
        <p:nvSpPr>
          <p:cNvPr id="5" name="Marcador de número de diapositiva 4">
            <a:extLst>
              <a:ext uri="{FF2B5EF4-FFF2-40B4-BE49-F238E27FC236}">
                <a16:creationId xmlns:a16="http://schemas.microsoft.com/office/drawing/2014/main" id="{8281EBF2-91FF-E2E0-7CEC-1B3BAE018757}"/>
              </a:ext>
            </a:extLst>
          </p:cNvPr>
          <p:cNvSpPr>
            <a:spLocks noGrp="1"/>
          </p:cNvSpPr>
          <p:nvPr>
            <p:ph type="sldNum" sz="quarter" idx="7"/>
          </p:nvPr>
        </p:nvSpPr>
        <p:spPr/>
        <p:txBody>
          <a:bodyPr/>
          <a:lstStyle/>
          <a:p>
            <a:fld id="{B6F15528-21DE-4FAA-801E-634DDDAF4B2B}" type="slidenum">
              <a:rPr lang="es-AR" smtClean="0"/>
              <a:t>11</a:t>
            </a:fld>
            <a:endParaRPr 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30887"/>
          </a:xfrm>
        </p:spPr>
        <p:txBody>
          <a:bodyPr/>
          <a:lstStyle/>
          <a:p>
            <a:r>
              <a:rPr sz="2800" b="0" dirty="0" err="1">
                <a:latin typeface="Tahoma"/>
                <a:ea typeface="Tahoma"/>
                <a:cs typeface="Tahoma"/>
              </a:rPr>
              <a:t>Ejecución</a:t>
            </a:r>
            <a:r>
              <a:rPr sz="2800" b="0" dirty="0">
                <a:latin typeface="Tahoma"/>
                <a:ea typeface="Tahoma"/>
                <a:cs typeface="Tahoma"/>
              </a:rPr>
              <a:t> y </a:t>
            </a:r>
            <a:r>
              <a:rPr sz="2800" b="0" dirty="0" err="1">
                <a:latin typeface="Tahoma"/>
                <a:ea typeface="Tahoma"/>
                <a:cs typeface="Tahoma"/>
              </a:rPr>
              <a:t>registro</a:t>
            </a:r>
            <a:r>
              <a:rPr sz="2800" b="0" dirty="0">
                <a:latin typeface="Tahoma"/>
                <a:ea typeface="Tahoma"/>
                <a:cs typeface="Tahoma"/>
              </a:rPr>
              <a:t> de </a:t>
            </a:r>
            <a:r>
              <a:rPr sz="2800" b="0" dirty="0" err="1">
                <a:latin typeface="Tahoma"/>
                <a:ea typeface="Tahoma"/>
                <a:cs typeface="Tahoma"/>
              </a:rPr>
              <a:t>resultados</a:t>
            </a:r>
            <a:endParaRPr sz="2800" b="0" dirty="0">
              <a:latin typeface="Tahoma"/>
              <a:ea typeface="Tahoma"/>
              <a:cs typeface="Tahoma"/>
            </a:endParaRPr>
          </a:p>
        </p:txBody>
      </p:sp>
      <p:sp>
        <p:nvSpPr>
          <p:cNvPr id="3" name="Content Placeholder 2"/>
          <p:cNvSpPr>
            <a:spLocks noGrp="1"/>
          </p:cNvSpPr>
          <p:nvPr>
            <p:ph idx="1"/>
          </p:nvPr>
        </p:nvSpPr>
        <p:spPr>
          <a:xfrm>
            <a:off x="724509" y="1782827"/>
            <a:ext cx="5988368" cy="2497479"/>
          </a:xfrm>
        </p:spPr>
        <p:txBody>
          <a:bodyPr/>
          <a:lstStyle/>
          <a:p>
            <a:pPr>
              <a:lnSpc>
                <a:spcPct val="150000"/>
              </a:lnSpc>
            </a:pPr>
            <a:r>
              <a:rPr sz="2800" b="0" dirty="0">
                <a:solidFill>
                  <a:schemeClr val="dk2"/>
                </a:solidFill>
                <a:latin typeface="Tahoma"/>
                <a:ea typeface="Tahoma"/>
                <a:cs typeface="Tahoma"/>
              </a:rPr>
              <a:t>Durante la </a:t>
            </a:r>
            <a:r>
              <a:rPr sz="2800" b="0" dirty="0" err="1">
                <a:solidFill>
                  <a:schemeClr val="dk2"/>
                </a:solidFill>
                <a:latin typeface="Tahoma"/>
                <a:ea typeface="Tahoma"/>
                <a:cs typeface="Tahoma"/>
              </a:rPr>
              <a:t>ejecución</a:t>
            </a:r>
            <a:r>
              <a:rPr sz="2800" b="0" dirty="0">
                <a:solidFill>
                  <a:schemeClr val="dk2"/>
                </a:solidFill>
                <a:latin typeface="Tahoma"/>
                <a:ea typeface="Tahoma"/>
                <a:cs typeface="Tahoma"/>
              </a:rPr>
              <a:t>, se </a:t>
            </a:r>
            <a:r>
              <a:rPr sz="2800" b="0" dirty="0" err="1">
                <a:solidFill>
                  <a:schemeClr val="dk2"/>
                </a:solidFill>
                <a:latin typeface="Tahoma"/>
                <a:ea typeface="Tahoma"/>
                <a:cs typeface="Tahoma"/>
              </a:rPr>
              <a:t>documentan</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resultados</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defectos</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detectados</a:t>
            </a:r>
            <a:r>
              <a:rPr sz="2800" b="0" dirty="0">
                <a:solidFill>
                  <a:schemeClr val="dk2"/>
                </a:solidFill>
                <a:latin typeface="Tahoma"/>
                <a:ea typeface="Tahoma"/>
                <a:cs typeface="Tahoma"/>
              </a:rPr>
              <a:t>, y se </a:t>
            </a:r>
            <a:r>
              <a:rPr sz="2800" b="0" dirty="0" err="1">
                <a:solidFill>
                  <a:schemeClr val="dk2"/>
                </a:solidFill>
                <a:latin typeface="Tahoma"/>
                <a:ea typeface="Tahoma"/>
                <a:cs typeface="Tahoma"/>
              </a:rPr>
              <a:t>generan</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reportes</a:t>
            </a:r>
            <a:r>
              <a:rPr sz="2800" b="0" dirty="0">
                <a:solidFill>
                  <a:schemeClr val="dk2"/>
                </a:solidFill>
                <a:latin typeface="Tahoma"/>
                <a:ea typeface="Tahoma"/>
                <a:cs typeface="Tahoma"/>
              </a:rPr>
              <a:t> de </a:t>
            </a:r>
            <a:r>
              <a:rPr sz="2800" b="0" dirty="0" err="1">
                <a:solidFill>
                  <a:schemeClr val="dk2"/>
                </a:solidFill>
                <a:latin typeface="Tahoma"/>
                <a:ea typeface="Tahoma"/>
                <a:cs typeface="Tahoma"/>
              </a:rPr>
              <a:t>seguimiento</a:t>
            </a:r>
            <a:r>
              <a:rPr sz="2800" b="0" dirty="0">
                <a:solidFill>
                  <a:schemeClr val="dk2"/>
                </a:solidFill>
                <a:latin typeface="Tahoma"/>
                <a:ea typeface="Tahoma"/>
                <a:cs typeface="Tahoma"/>
              </a:rPr>
              <a:t> y </a:t>
            </a:r>
            <a:r>
              <a:rPr sz="2800" b="0" dirty="0" err="1">
                <a:solidFill>
                  <a:schemeClr val="dk2"/>
                </a:solidFill>
                <a:latin typeface="Tahoma"/>
                <a:ea typeface="Tahoma"/>
                <a:cs typeface="Tahoma"/>
              </a:rPr>
              <a:t>validación</a:t>
            </a:r>
            <a:r>
              <a:rPr sz="2800" b="0" dirty="0">
                <a:solidFill>
                  <a:schemeClr val="dk2"/>
                </a:solidFill>
                <a:latin typeface="Tahoma"/>
                <a:ea typeface="Tahoma"/>
                <a:cs typeface="Tahoma"/>
              </a:rPr>
              <a:t>.</a:t>
            </a:r>
          </a:p>
        </p:txBody>
      </p:sp>
      <p:sp>
        <p:nvSpPr>
          <p:cNvPr id="5" name="Marcador de número de diapositiva 4">
            <a:extLst>
              <a:ext uri="{FF2B5EF4-FFF2-40B4-BE49-F238E27FC236}">
                <a16:creationId xmlns:a16="http://schemas.microsoft.com/office/drawing/2014/main" id="{683F8E2A-8037-D171-357B-896983C94217}"/>
              </a:ext>
            </a:extLst>
          </p:cNvPr>
          <p:cNvSpPr>
            <a:spLocks noGrp="1"/>
          </p:cNvSpPr>
          <p:nvPr>
            <p:ph type="sldNum" sz="quarter" idx="7"/>
          </p:nvPr>
        </p:nvSpPr>
        <p:spPr/>
        <p:txBody>
          <a:bodyPr/>
          <a:lstStyle/>
          <a:p>
            <a:fld id="{B6F15528-21DE-4FAA-801E-634DDDAF4B2B}" type="slidenum">
              <a:rPr lang="es-AR" smtClean="0"/>
              <a:t>12</a:t>
            </a:fld>
            <a:endParaRPr lang="es-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30887"/>
          </a:xfrm>
        </p:spPr>
        <p:txBody>
          <a:bodyPr/>
          <a:lstStyle/>
          <a:p>
            <a:r>
              <a:rPr sz="2800" b="0" dirty="0" err="1">
                <a:latin typeface="Tahoma"/>
                <a:ea typeface="Tahoma"/>
                <a:cs typeface="Tahoma"/>
              </a:rPr>
              <a:t>Herramientas</a:t>
            </a:r>
            <a:r>
              <a:rPr sz="2800" b="0" dirty="0">
                <a:latin typeface="Tahoma"/>
                <a:ea typeface="Tahoma"/>
                <a:cs typeface="Tahoma"/>
              </a:rPr>
              <a:t> y </a:t>
            </a:r>
            <a:r>
              <a:rPr sz="2800" b="0" dirty="0" err="1">
                <a:latin typeface="Tahoma"/>
                <a:ea typeface="Tahoma"/>
                <a:cs typeface="Tahoma"/>
              </a:rPr>
              <a:t>entornos</a:t>
            </a:r>
            <a:r>
              <a:rPr sz="2800" b="0" dirty="0">
                <a:latin typeface="Tahoma"/>
                <a:ea typeface="Tahoma"/>
                <a:cs typeface="Tahoma"/>
              </a:rPr>
              <a:t> de </a:t>
            </a:r>
            <a:r>
              <a:rPr sz="2800" b="0" dirty="0" err="1">
                <a:latin typeface="Tahoma"/>
                <a:ea typeface="Tahoma"/>
                <a:cs typeface="Tahoma"/>
              </a:rPr>
              <a:t>prueba</a:t>
            </a:r>
            <a:endParaRPr sz="2800" b="0" dirty="0">
              <a:latin typeface="Tahoma"/>
              <a:ea typeface="Tahoma"/>
              <a:cs typeface="Tahoma"/>
            </a:endParaRPr>
          </a:p>
        </p:txBody>
      </p:sp>
      <p:sp>
        <p:nvSpPr>
          <p:cNvPr id="3" name="Content Placeholder 2"/>
          <p:cNvSpPr>
            <a:spLocks noGrp="1"/>
          </p:cNvSpPr>
          <p:nvPr>
            <p:ph idx="1"/>
          </p:nvPr>
        </p:nvSpPr>
        <p:spPr>
          <a:xfrm>
            <a:off x="724509" y="1782827"/>
            <a:ext cx="5988368" cy="2585323"/>
          </a:xfrm>
        </p:spPr>
        <p:txBody>
          <a:bodyPr/>
          <a:lstStyle/>
          <a:p>
            <a:r>
              <a:rPr sz="2800" b="0" dirty="0" err="1">
                <a:solidFill>
                  <a:schemeClr val="dk2"/>
                </a:solidFill>
                <a:latin typeface="Tahoma"/>
                <a:ea typeface="Tahoma"/>
                <a:cs typeface="Tahoma"/>
              </a:rPr>
              <a:t>Ejemplos</a:t>
            </a:r>
            <a:r>
              <a:rPr sz="2800" b="0" dirty="0">
                <a:solidFill>
                  <a:schemeClr val="dk2"/>
                </a:solidFill>
                <a:latin typeface="Tahoma"/>
                <a:ea typeface="Tahoma"/>
                <a:cs typeface="Tahoma"/>
              </a:rPr>
              <a:t>: </a:t>
            </a:r>
            <a:endParaRPr lang="es-MX" sz="2800" b="0" dirty="0">
              <a:solidFill>
                <a:schemeClr val="dk2"/>
              </a:solidFill>
              <a:latin typeface="Tahoma"/>
              <a:ea typeface="Tahoma"/>
              <a:cs typeface="Tahoma"/>
            </a:endParaRPr>
          </a:p>
          <a:p>
            <a:endParaRPr lang="es-AR" sz="2800" b="0" dirty="0">
              <a:solidFill>
                <a:schemeClr val="dk2"/>
              </a:solidFill>
              <a:latin typeface="Tahoma"/>
              <a:ea typeface="Tahoma"/>
              <a:cs typeface="Tahoma"/>
            </a:endParaRPr>
          </a:p>
          <a:p>
            <a:r>
              <a:rPr sz="2800" b="0" dirty="0">
                <a:solidFill>
                  <a:schemeClr val="dk2"/>
                </a:solidFill>
                <a:latin typeface="Tahoma"/>
                <a:ea typeface="Tahoma"/>
                <a:cs typeface="Tahoma"/>
              </a:rPr>
              <a:t>Selenium, JUnit, Postman, </a:t>
            </a:r>
            <a:r>
              <a:rPr sz="2800" b="0" dirty="0" err="1">
                <a:solidFill>
                  <a:schemeClr val="dk2"/>
                </a:solidFill>
                <a:latin typeface="Tahoma"/>
                <a:ea typeface="Tahoma"/>
                <a:cs typeface="Tahoma"/>
              </a:rPr>
              <a:t>TestLink</a:t>
            </a:r>
            <a:r>
              <a:rPr sz="2800" b="0" dirty="0">
                <a:solidFill>
                  <a:schemeClr val="dk2"/>
                </a:solidFill>
                <a:latin typeface="Tahoma"/>
                <a:ea typeface="Tahoma"/>
                <a:cs typeface="Tahoma"/>
              </a:rPr>
              <a:t>, Jenkins.</a:t>
            </a:r>
          </a:p>
          <a:p>
            <a:r>
              <a:rPr sz="2800" b="0" dirty="0" err="1">
                <a:solidFill>
                  <a:schemeClr val="dk2"/>
                </a:solidFill>
                <a:latin typeface="Tahoma"/>
                <a:ea typeface="Tahoma"/>
                <a:cs typeface="Tahoma"/>
              </a:rPr>
              <a:t>Permiten</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automatizar</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ejecutar</a:t>
            </a:r>
            <a:r>
              <a:rPr sz="2800" b="0" dirty="0">
                <a:solidFill>
                  <a:schemeClr val="dk2"/>
                </a:solidFill>
                <a:latin typeface="Tahoma"/>
                <a:ea typeface="Tahoma"/>
                <a:cs typeface="Tahoma"/>
              </a:rPr>
              <a:t> y </a:t>
            </a:r>
            <a:r>
              <a:rPr sz="2800" b="0" dirty="0" err="1">
                <a:solidFill>
                  <a:schemeClr val="dk2"/>
                </a:solidFill>
                <a:latin typeface="Tahoma"/>
                <a:ea typeface="Tahoma"/>
                <a:cs typeface="Tahoma"/>
              </a:rPr>
              <a:t>reportar</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pruebas</a:t>
            </a:r>
            <a:r>
              <a:rPr sz="2800" b="0" dirty="0">
                <a:solidFill>
                  <a:schemeClr val="dk2"/>
                </a:solidFill>
                <a:latin typeface="Tahoma"/>
                <a:ea typeface="Tahoma"/>
                <a:cs typeface="Tahoma"/>
              </a:rPr>
              <a:t> de forma </a:t>
            </a:r>
            <a:r>
              <a:rPr sz="2800" b="0" dirty="0" err="1">
                <a:solidFill>
                  <a:schemeClr val="dk2"/>
                </a:solidFill>
                <a:latin typeface="Tahoma"/>
                <a:ea typeface="Tahoma"/>
                <a:cs typeface="Tahoma"/>
              </a:rPr>
              <a:t>eficiente</a:t>
            </a:r>
            <a:r>
              <a:rPr sz="2800" b="0" dirty="0">
                <a:solidFill>
                  <a:schemeClr val="dk2"/>
                </a:solidFill>
                <a:latin typeface="Tahoma"/>
                <a:ea typeface="Tahoma"/>
                <a:cs typeface="Tahoma"/>
              </a:rPr>
              <a:t>.</a:t>
            </a:r>
          </a:p>
        </p:txBody>
      </p:sp>
      <p:sp>
        <p:nvSpPr>
          <p:cNvPr id="5" name="Marcador de número de diapositiva 4">
            <a:extLst>
              <a:ext uri="{FF2B5EF4-FFF2-40B4-BE49-F238E27FC236}">
                <a16:creationId xmlns:a16="http://schemas.microsoft.com/office/drawing/2014/main" id="{8B28F860-227D-CA1F-9D3D-822DA32C6FBE}"/>
              </a:ext>
            </a:extLst>
          </p:cNvPr>
          <p:cNvSpPr>
            <a:spLocks noGrp="1"/>
          </p:cNvSpPr>
          <p:nvPr>
            <p:ph type="sldNum" sz="quarter" idx="7"/>
          </p:nvPr>
        </p:nvSpPr>
        <p:spPr/>
        <p:txBody>
          <a:bodyPr/>
          <a:lstStyle/>
          <a:p>
            <a:fld id="{B6F15528-21DE-4FAA-801E-634DDDAF4B2B}" type="slidenum">
              <a:rPr lang="es-AR" smtClean="0"/>
              <a:t>13</a:t>
            </a:fld>
            <a:endParaRPr 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254" y="530098"/>
            <a:ext cx="6468925" cy="861774"/>
          </a:xfrm>
        </p:spPr>
        <p:txBody>
          <a:bodyPr/>
          <a:lstStyle/>
          <a:p>
            <a:pPr algn="ctr"/>
            <a:r>
              <a:rPr sz="2800" b="0" dirty="0" err="1">
                <a:latin typeface="Tahoma"/>
                <a:ea typeface="Tahoma"/>
                <a:cs typeface="Tahoma"/>
              </a:rPr>
              <a:t>Introducción</a:t>
            </a:r>
            <a:r>
              <a:rPr sz="2800" b="0" dirty="0">
                <a:latin typeface="Tahoma"/>
                <a:ea typeface="Tahoma"/>
                <a:cs typeface="Tahoma"/>
              </a:rPr>
              <a:t> a las </a:t>
            </a:r>
            <a:r>
              <a:rPr sz="2800" b="0" dirty="0" err="1">
                <a:latin typeface="Tahoma"/>
                <a:ea typeface="Tahoma"/>
                <a:cs typeface="Tahoma"/>
              </a:rPr>
              <a:t>pruebas</a:t>
            </a:r>
            <a:r>
              <a:rPr sz="2800" b="0" dirty="0">
                <a:latin typeface="Tahoma"/>
                <a:ea typeface="Tahoma"/>
                <a:cs typeface="Tahoma"/>
              </a:rPr>
              <a:t> de software</a:t>
            </a:r>
          </a:p>
        </p:txBody>
      </p:sp>
      <p:sp>
        <p:nvSpPr>
          <p:cNvPr id="3" name="Content Placeholder 2"/>
          <p:cNvSpPr>
            <a:spLocks noGrp="1"/>
          </p:cNvSpPr>
          <p:nvPr>
            <p:ph idx="1"/>
          </p:nvPr>
        </p:nvSpPr>
        <p:spPr>
          <a:xfrm>
            <a:off x="685598" y="1782827"/>
            <a:ext cx="5988368" cy="1723549"/>
          </a:xfrm>
        </p:spPr>
        <p:txBody>
          <a:bodyPr/>
          <a:lstStyle/>
          <a:p>
            <a:r>
              <a:rPr sz="2800" b="0" dirty="0">
                <a:solidFill>
                  <a:schemeClr val="dk2"/>
                </a:solidFill>
                <a:latin typeface="Tahoma"/>
                <a:ea typeface="Tahoma"/>
                <a:cs typeface="Tahoma"/>
              </a:rPr>
              <a:t>Las </a:t>
            </a:r>
            <a:r>
              <a:rPr sz="2800" b="0" dirty="0" err="1">
                <a:solidFill>
                  <a:schemeClr val="dk2"/>
                </a:solidFill>
                <a:latin typeface="Tahoma"/>
                <a:ea typeface="Tahoma"/>
                <a:cs typeface="Tahoma"/>
              </a:rPr>
              <a:t>pruebas</a:t>
            </a:r>
            <a:r>
              <a:rPr sz="2800" b="0" dirty="0">
                <a:solidFill>
                  <a:schemeClr val="dk2"/>
                </a:solidFill>
                <a:latin typeface="Tahoma"/>
                <a:ea typeface="Tahoma"/>
                <a:cs typeface="Tahoma"/>
              </a:rPr>
              <a:t> de software </a:t>
            </a:r>
            <a:r>
              <a:rPr sz="2800" b="0" dirty="0" err="1">
                <a:solidFill>
                  <a:schemeClr val="dk2"/>
                </a:solidFill>
                <a:latin typeface="Tahoma"/>
                <a:ea typeface="Tahoma"/>
                <a:cs typeface="Tahoma"/>
              </a:rPr>
              <a:t>verifican</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que</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el</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sistema</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cumpla</a:t>
            </a:r>
            <a:r>
              <a:rPr sz="2800" b="0" dirty="0">
                <a:solidFill>
                  <a:schemeClr val="dk2"/>
                </a:solidFill>
                <a:latin typeface="Tahoma"/>
                <a:ea typeface="Tahoma"/>
                <a:cs typeface="Tahoma"/>
              </a:rPr>
              <a:t> con </a:t>
            </a:r>
            <a:r>
              <a:rPr sz="2800" b="0" dirty="0" err="1">
                <a:solidFill>
                  <a:schemeClr val="dk2"/>
                </a:solidFill>
                <a:latin typeface="Tahoma"/>
                <a:ea typeface="Tahoma"/>
                <a:cs typeface="Tahoma"/>
              </a:rPr>
              <a:t>los</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requisitos</a:t>
            </a:r>
            <a:r>
              <a:rPr sz="2800" b="0" dirty="0">
                <a:solidFill>
                  <a:schemeClr val="dk2"/>
                </a:solidFill>
                <a:latin typeface="Tahoma"/>
                <a:ea typeface="Tahoma"/>
                <a:cs typeface="Tahoma"/>
              </a:rPr>
              <a:t> y </a:t>
            </a:r>
            <a:r>
              <a:rPr sz="2800" b="0" dirty="0" err="1">
                <a:solidFill>
                  <a:schemeClr val="dk2"/>
                </a:solidFill>
                <a:latin typeface="Tahoma"/>
                <a:ea typeface="Tahoma"/>
                <a:cs typeface="Tahoma"/>
              </a:rPr>
              <a:t>funcione</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correctamente</a:t>
            </a:r>
            <a:r>
              <a:rPr sz="2800" b="0" dirty="0">
                <a:solidFill>
                  <a:schemeClr val="dk2"/>
                </a:solidFill>
                <a:latin typeface="Tahoma"/>
                <a:ea typeface="Tahoma"/>
                <a:cs typeface="Tahoma"/>
              </a:rPr>
              <a:t> antes de </a:t>
            </a:r>
            <a:r>
              <a:rPr sz="2800" b="0" dirty="0" err="1">
                <a:solidFill>
                  <a:schemeClr val="dk2"/>
                </a:solidFill>
                <a:latin typeface="Tahoma"/>
                <a:ea typeface="Tahoma"/>
                <a:cs typeface="Tahoma"/>
              </a:rPr>
              <a:t>su</a:t>
            </a:r>
            <a:r>
              <a:rPr sz="2800" b="0" dirty="0">
                <a:solidFill>
                  <a:schemeClr val="dk2"/>
                </a:solidFill>
                <a:latin typeface="Tahoma"/>
                <a:ea typeface="Tahoma"/>
                <a:cs typeface="Tahoma"/>
              </a:rPr>
              <a:t> </a:t>
            </a:r>
            <a:r>
              <a:rPr sz="2800" b="0" dirty="0" err="1">
                <a:solidFill>
                  <a:schemeClr val="dk2"/>
                </a:solidFill>
                <a:latin typeface="Tahoma"/>
                <a:ea typeface="Tahoma"/>
                <a:cs typeface="Tahoma"/>
              </a:rPr>
              <a:t>implementación</a:t>
            </a:r>
            <a:r>
              <a:rPr sz="2800" b="0" dirty="0">
                <a:solidFill>
                  <a:schemeClr val="dk2"/>
                </a:solidFill>
                <a:latin typeface="Tahoma"/>
                <a:ea typeface="Tahoma"/>
                <a:cs typeface="Tahoma"/>
              </a:rPr>
              <a:t>.</a:t>
            </a:r>
          </a:p>
        </p:txBody>
      </p:sp>
      <p:sp>
        <p:nvSpPr>
          <p:cNvPr id="5" name="CuadroTexto 4">
            <a:extLst>
              <a:ext uri="{FF2B5EF4-FFF2-40B4-BE49-F238E27FC236}">
                <a16:creationId xmlns:a16="http://schemas.microsoft.com/office/drawing/2014/main" id="{13E18CCE-FB99-EE9A-37DB-C91389F9787C}"/>
              </a:ext>
            </a:extLst>
          </p:cNvPr>
          <p:cNvSpPr txBox="1"/>
          <p:nvPr/>
        </p:nvSpPr>
        <p:spPr>
          <a:xfrm>
            <a:off x="1393782" y="3643168"/>
            <a:ext cx="4572000" cy="2923877"/>
          </a:xfrm>
          <a:prstGeom prst="rect">
            <a:avLst/>
          </a:prstGeom>
          <a:noFill/>
        </p:spPr>
        <p:txBody>
          <a:bodyPr wrap="square">
            <a:spAutoFit/>
          </a:bodyPr>
          <a:lstStyle/>
          <a:p>
            <a:r>
              <a:rPr lang="es-AR" sz="2800" dirty="0">
                <a:solidFill>
                  <a:schemeClr val="dk2"/>
                </a:solidFill>
                <a:latin typeface="Tahoma"/>
                <a:ea typeface="Tahoma"/>
                <a:cs typeface="Tahoma"/>
              </a:rPr>
              <a:t>Objetivos de las pruebas</a:t>
            </a:r>
          </a:p>
          <a:p>
            <a:endParaRPr lang="es-AR" sz="2800" dirty="0">
              <a:solidFill>
                <a:schemeClr val="dk2"/>
              </a:solidFill>
              <a:latin typeface="Tahoma"/>
              <a:ea typeface="Tahoma"/>
              <a:cs typeface="Tahoma"/>
            </a:endParaRPr>
          </a:p>
          <a:p>
            <a:pPr marL="457200" indent="-457200">
              <a:buFont typeface="Arial" panose="020B0604020202020204" pitchFamily="34" charset="0"/>
              <a:buChar char="•"/>
            </a:pPr>
            <a:r>
              <a:rPr lang="es-MX" sz="2000" dirty="0">
                <a:solidFill>
                  <a:schemeClr val="dk2"/>
                </a:solidFill>
                <a:latin typeface="Tahoma"/>
                <a:ea typeface="Tahoma"/>
                <a:cs typeface="Tahoma"/>
              </a:rPr>
              <a:t>Detectar errores y defectos</a:t>
            </a:r>
          </a:p>
          <a:p>
            <a:pPr marL="457200" indent="-457200">
              <a:buFont typeface="Arial" panose="020B0604020202020204" pitchFamily="34" charset="0"/>
              <a:buChar char="•"/>
            </a:pPr>
            <a:r>
              <a:rPr lang="es-MX" sz="2000" dirty="0">
                <a:solidFill>
                  <a:schemeClr val="dk2"/>
                </a:solidFill>
                <a:latin typeface="Tahoma"/>
                <a:ea typeface="Tahoma"/>
                <a:cs typeface="Tahoma"/>
              </a:rPr>
              <a:t>Validar funcionalidades</a:t>
            </a:r>
          </a:p>
          <a:p>
            <a:pPr marL="457200" indent="-457200">
              <a:buFont typeface="Arial" panose="020B0604020202020204" pitchFamily="34" charset="0"/>
              <a:buChar char="•"/>
            </a:pPr>
            <a:r>
              <a:rPr lang="es-MX" sz="2000" dirty="0">
                <a:solidFill>
                  <a:schemeClr val="dk2"/>
                </a:solidFill>
                <a:latin typeface="Tahoma"/>
                <a:ea typeface="Tahoma"/>
                <a:cs typeface="Tahoma"/>
              </a:rPr>
              <a:t>Evaluar rendimiento y seguridad</a:t>
            </a:r>
          </a:p>
          <a:p>
            <a:pPr marL="457200" indent="-457200">
              <a:buFont typeface="Arial" panose="020B0604020202020204" pitchFamily="34" charset="0"/>
              <a:buChar char="•"/>
            </a:pPr>
            <a:r>
              <a:rPr lang="es-MX" sz="2000" dirty="0">
                <a:solidFill>
                  <a:schemeClr val="dk2"/>
                </a:solidFill>
                <a:latin typeface="Tahoma"/>
                <a:ea typeface="Tahoma"/>
                <a:cs typeface="Tahoma"/>
              </a:rPr>
              <a:t>Garantizar la satisfacción del usuario final.</a:t>
            </a:r>
          </a:p>
          <a:p>
            <a:endParaRPr lang="es-AR" sz="2800" dirty="0">
              <a:solidFill>
                <a:schemeClr val="dk2"/>
              </a:solidFill>
              <a:latin typeface="Tahoma"/>
              <a:ea typeface="Tahoma"/>
              <a:cs typeface="Tahoma"/>
            </a:endParaRPr>
          </a:p>
        </p:txBody>
      </p:sp>
      <p:sp>
        <p:nvSpPr>
          <p:cNvPr id="7" name="Marcador de número de diapositiva 6">
            <a:extLst>
              <a:ext uri="{FF2B5EF4-FFF2-40B4-BE49-F238E27FC236}">
                <a16:creationId xmlns:a16="http://schemas.microsoft.com/office/drawing/2014/main" id="{10F540C4-CDBD-2770-A7EE-EC2FADD2EE4D}"/>
              </a:ext>
            </a:extLst>
          </p:cNvPr>
          <p:cNvSpPr>
            <a:spLocks noGrp="1"/>
          </p:cNvSpPr>
          <p:nvPr>
            <p:ph type="sldNum" sz="quarter" idx="7"/>
          </p:nvPr>
        </p:nvSpPr>
        <p:spPr/>
        <p:txBody>
          <a:bodyPr/>
          <a:lstStyle/>
          <a:p>
            <a:fld id="{B6F15528-21DE-4FAA-801E-634DDDAF4B2B}" type="slidenum">
              <a:rPr lang="es-AR" smtClean="0"/>
              <a:t>14</a:t>
            </a:fld>
            <a:endParaRPr 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348" y="705195"/>
            <a:ext cx="5710713" cy="430887"/>
          </a:xfrm>
        </p:spPr>
        <p:txBody>
          <a:bodyPr/>
          <a:lstStyle/>
          <a:p>
            <a:pPr algn="ctr"/>
            <a:r>
              <a:rPr sz="2800" b="0" dirty="0" err="1">
                <a:latin typeface="Tahoma"/>
                <a:ea typeface="Tahoma"/>
                <a:cs typeface="Tahoma"/>
              </a:rPr>
              <a:t>Tipos</a:t>
            </a:r>
            <a:r>
              <a:rPr sz="2800" b="0" dirty="0">
                <a:latin typeface="Tahoma"/>
                <a:ea typeface="Tahoma"/>
                <a:cs typeface="Tahoma"/>
              </a:rPr>
              <a:t> de </a:t>
            </a:r>
            <a:r>
              <a:rPr sz="2800" b="0" dirty="0" err="1">
                <a:latin typeface="Tahoma"/>
                <a:ea typeface="Tahoma"/>
                <a:cs typeface="Tahoma"/>
              </a:rPr>
              <a:t>pruebas</a:t>
            </a:r>
            <a:r>
              <a:rPr sz="2800" b="0" dirty="0">
                <a:latin typeface="Tahoma"/>
                <a:ea typeface="Tahoma"/>
                <a:cs typeface="Tahoma"/>
              </a:rPr>
              <a:t> de software</a:t>
            </a:r>
          </a:p>
        </p:txBody>
      </p:sp>
      <p:sp>
        <p:nvSpPr>
          <p:cNvPr id="3" name="Content Placeholder 2"/>
          <p:cNvSpPr>
            <a:spLocks noGrp="1"/>
          </p:cNvSpPr>
          <p:nvPr>
            <p:ph idx="1"/>
          </p:nvPr>
        </p:nvSpPr>
        <p:spPr>
          <a:xfrm>
            <a:off x="724508" y="1782827"/>
            <a:ext cx="6133491" cy="3248646"/>
          </a:xfrm>
        </p:spPr>
        <p:txBody>
          <a:bodyPr/>
          <a:lstStyle/>
          <a:p>
            <a:pPr algn="l" defTabSz="457200" rtl="0">
              <a:lnSpc>
                <a:spcPct val="150000"/>
              </a:lnSpc>
            </a:pPr>
            <a:r>
              <a:rPr sz="2400" kern="1200" dirty="0" err="1">
                <a:solidFill>
                  <a:schemeClr val="dk2"/>
                </a:solidFill>
                <a:latin typeface="Tahoma"/>
                <a:ea typeface="Tahoma"/>
                <a:cs typeface="Tahoma"/>
              </a:rPr>
              <a:t>Pruebas</a:t>
            </a:r>
            <a:r>
              <a:rPr sz="2400" kern="1200" dirty="0">
                <a:solidFill>
                  <a:schemeClr val="dk2"/>
                </a:solidFill>
                <a:latin typeface="Tahoma"/>
                <a:ea typeface="Tahoma"/>
                <a:cs typeface="Tahoma"/>
              </a:rPr>
              <a:t> </a:t>
            </a:r>
            <a:r>
              <a:rPr sz="2400" kern="1200" dirty="0" err="1">
                <a:solidFill>
                  <a:schemeClr val="dk2"/>
                </a:solidFill>
                <a:latin typeface="Tahoma"/>
                <a:ea typeface="Tahoma"/>
                <a:cs typeface="Tahoma"/>
              </a:rPr>
              <a:t>unitarias</a:t>
            </a:r>
            <a:r>
              <a:rPr lang="es-MX" sz="2400" kern="1200" dirty="0">
                <a:solidFill>
                  <a:schemeClr val="dk2"/>
                </a:solidFill>
                <a:latin typeface="Tahoma"/>
                <a:ea typeface="Tahoma"/>
                <a:cs typeface="Tahoma"/>
              </a:rPr>
              <a:t>.</a:t>
            </a:r>
          </a:p>
          <a:p>
            <a:pPr algn="l" defTabSz="457200" rtl="0">
              <a:lnSpc>
                <a:spcPct val="150000"/>
              </a:lnSpc>
            </a:pPr>
            <a:endParaRPr lang="es-MX" sz="2400" kern="1200" dirty="0">
              <a:solidFill>
                <a:schemeClr val="dk2"/>
              </a:solidFill>
              <a:latin typeface="Tahoma"/>
              <a:ea typeface="Tahoma"/>
              <a:cs typeface="Tahoma"/>
            </a:endParaRPr>
          </a:p>
          <a:p>
            <a:pPr marL="457200" indent="-457200" algn="l" defTabSz="457200" rtl="0">
              <a:lnSpc>
                <a:spcPct val="150000"/>
              </a:lnSpc>
              <a:buFont typeface="Arial" panose="020B0604020202020204" pitchFamily="34" charset="0"/>
              <a:buChar char="•"/>
            </a:pPr>
            <a:r>
              <a:rPr lang="es-MX" sz="2400" b="0" kern="1200" dirty="0">
                <a:solidFill>
                  <a:schemeClr val="dk2"/>
                </a:solidFill>
                <a:latin typeface="Tahoma"/>
                <a:ea typeface="Tahoma"/>
                <a:cs typeface="Tahoma"/>
              </a:rPr>
              <a:t>Las "unidades" de una prueba unitaria pueden ser funciones, procedimientos, métodos, objetos u otras entidades del código fuente de una aplicación.</a:t>
            </a:r>
            <a:endParaRPr sz="2400" b="0" kern="1200" dirty="0">
              <a:solidFill>
                <a:schemeClr val="dk2"/>
              </a:solidFill>
              <a:latin typeface="Tahoma"/>
              <a:ea typeface="Tahoma"/>
              <a:cs typeface="Tahoma"/>
            </a:endParaRPr>
          </a:p>
        </p:txBody>
      </p:sp>
      <p:sp>
        <p:nvSpPr>
          <p:cNvPr id="5" name="Marcador de número de diapositiva 4">
            <a:extLst>
              <a:ext uri="{FF2B5EF4-FFF2-40B4-BE49-F238E27FC236}">
                <a16:creationId xmlns:a16="http://schemas.microsoft.com/office/drawing/2014/main" id="{FDC5A5DA-E5C1-529F-26B9-462AA202D8EA}"/>
              </a:ext>
            </a:extLst>
          </p:cNvPr>
          <p:cNvSpPr>
            <a:spLocks noGrp="1"/>
          </p:cNvSpPr>
          <p:nvPr>
            <p:ph type="sldNum" sz="quarter" idx="7"/>
          </p:nvPr>
        </p:nvSpPr>
        <p:spPr/>
        <p:txBody>
          <a:bodyPr/>
          <a:lstStyle/>
          <a:p>
            <a:fld id="{B6F15528-21DE-4FAA-801E-634DDDAF4B2B}" type="slidenum">
              <a:rPr lang="es-AR" smtClean="0"/>
              <a:t>15</a:t>
            </a:fld>
            <a:endParaRPr 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89CB9-366C-4F1F-0ED4-C0E8BEC64E0E}"/>
              </a:ext>
            </a:extLst>
          </p:cNvPr>
          <p:cNvSpPr>
            <a:spLocks noGrp="1"/>
          </p:cNvSpPr>
          <p:nvPr>
            <p:ph type="title"/>
          </p:nvPr>
        </p:nvSpPr>
        <p:spPr>
          <a:xfrm>
            <a:off x="359892" y="530098"/>
            <a:ext cx="5710713" cy="492443"/>
          </a:xfrm>
        </p:spPr>
        <p:txBody>
          <a:bodyPr/>
          <a:lstStyle/>
          <a:p>
            <a:r>
              <a:rPr lang="es-MX" sz="3200" b="0" dirty="0">
                <a:latin typeface="Tahoma"/>
                <a:ea typeface="Tahoma"/>
                <a:cs typeface="Tahoma"/>
              </a:rPr>
              <a:t>Tipos de pruebas de software</a:t>
            </a:r>
            <a:endParaRPr lang="es-AR" dirty="0"/>
          </a:p>
        </p:txBody>
      </p:sp>
      <p:sp>
        <p:nvSpPr>
          <p:cNvPr id="3" name="Marcador de texto 2">
            <a:extLst>
              <a:ext uri="{FF2B5EF4-FFF2-40B4-BE49-F238E27FC236}">
                <a16:creationId xmlns:a16="http://schemas.microsoft.com/office/drawing/2014/main" id="{59062657-1348-B431-10F2-7AC98F21C313}"/>
              </a:ext>
            </a:extLst>
          </p:cNvPr>
          <p:cNvSpPr>
            <a:spLocks noGrp="1"/>
          </p:cNvSpPr>
          <p:nvPr>
            <p:ph type="body" idx="1"/>
          </p:nvPr>
        </p:nvSpPr>
        <p:spPr>
          <a:xfrm>
            <a:off x="724509" y="1782827"/>
            <a:ext cx="5988368" cy="4909036"/>
          </a:xfrm>
        </p:spPr>
        <p:txBody>
          <a:bodyPr/>
          <a:lstStyle/>
          <a:p>
            <a:pPr algn="l" rtl="0"/>
            <a:r>
              <a:rPr lang="es-AR" sz="2400" kern="1200" dirty="0">
                <a:solidFill>
                  <a:schemeClr val="dk2"/>
                </a:solidFill>
                <a:latin typeface="Tahoma"/>
                <a:ea typeface="Tahoma"/>
                <a:cs typeface="Tahoma"/>
              </a:rPr>
              <a:t>Pruebas de integración.</a:t>
            </a:r>
          </a:p>
          <a:p>
            <a:pPr algn="l" rtl="0"/>
            <a:endParaRPr lang="es-AR" sz="1600" b="0" kern="1200" dirty="0">
              <a:solidFill>
                <a:schemeClr val="dk2"/>
              </a:solidFill>
              <a:latin typeface="Tahoma"/>
              <a:ea typeface="Tahoma"/>
              <a:cs typeface="Tahoma"/>
            </a:endParaRPr>
          </a:p>
          <a:p>
            <a:pPr marL="342900" indent="-342900" algn="l" rtl="0">
              <a:buFont typeface="Arial" panose="020B0604020202020204" pitchFamily="34" charset="0"/>
              <a:buChar char="•"/>
            </a:pPr>
            <a:r>
              <a:rPr lang="es-MX" sz="2400" b="0" kern="1200" dirty="0">
                <a:solidFill>
                  <a:schemeClr val="dk2"/>
                </a:solidFill>
                <a:latin typeface="Tahoma"/>
                <a:ea typeface="Tahoma"/>
                <a:cs typeface="Tahoma"/>
              </a:rPr>
              <a:t>Este tipo de pruebas evalúa la forma en que interactúan y operan varios módulos de aplicaciones de software de forma cohesiva. </a:t>
            </a:r>
          </a:p>
          <a:p>
            <a:pPr marL="342900" indent="-342900" algn="l" rtl="0">
              <a:buFont typeface="Arial" panose="020B0604020202020204" pitchFamily="34" charset="0"/>
              <a:buChar char="•"/>
            </a:pPr>
            <a:r>
              <a:rPr lang="es-MX" sz="2400" b="0" kern="1200" dirty="0">
                <a:solidFill>
                  <a:schemeClr val="dk2"/>
                </a:solidFill>
                <a:latin typeface="Tahoma"/>
                <a:ea typeface="Tahoma"/>
                <a:cs typeface="Tahoma"/>
              </a:rPr>
              <a:t>El sistema se divide en componentes conocidos como módulos o unidades. Cada módulo es responsable de una tarea específica. </a:t>
            </a:r>
          </a:p>
          <a:p>
            <a:pPr marL="342900" indent="-342900" algn="l" rtl="0">
              <a:buFont typeface="Arial" panose="020B0604020202020204" pitchFamily="34" charset="0"/>
              <a:buChar char="•"/>
            </a:pPr>
            <a:r>
              <a:rPr lang="es-MX" sz="2400" b="0" kern="1200" dirty="0">
                <a:solidFill>
                  <a:schemeClr val="dk2"/>
                </a:solidFill>
                <a:latin typeface="Tahoma"/>
                <a:ea typeface="Tahoma"/>
                <a:cs typeface="Tahoma"/>
              </a:rPr>
              <a:t>El verdadero desafío llega cuando combinamos estos componentes para desarrollar todo el sistema de software.</a:t>
            </a:r>
            <a:endParaRPr lang="es-AR" sz="2400" b="0" kern="1200" dirty="0">
              <a:solidFill>
                <a:schemeClr val="dk2"/>
              </a:solidFill>
              <a:latin typeface="Tahoma"/>
              <a:ea typeface="Tahoma"/>
              <a:cs typeface="Tahoma"/>
            </a:endParaRPr>
          </a:p>
          <a:p>
            <a:endParaRPr lang="es-AR" dirty="0"/>
          </a:p>
        </p:txBody>
      </p:sp>
      <p:sp>
        <p:nvSpPr>
          <p:cNvPr id="4" name="Marcador de número de diapositiva 3">
            <a:extLst>
              <a:ext uri="{FF2B5EF4-FFF2-40B4-BE49-F238E27FC236}">
                <a16:creationId xmlns:a16="http://schemas.microsoft.com/office/drawing/2014/main" id="{B24E3207-2FCC-7371-059F-1E6436C098DE}"/>
              </a:ext>
            </a:extLst>
          </p:cNvPr>
          <p:cNvSpPr>
            <a:spLocks noGrp="1"/>
          </p:cNvSpPr>
          <p:nvPr>
            <p:ph type="sldNum" sz="quarter" idx="7"/>
          </p:nvPr>
        </p:nvSpPr>
        <p:spPr/>
        <p:txBody>
          <a:bodyPr/>
          <a:lstStyle/>
          <a:p>
            <a:fld id="{B6F15528-21DE-4FAA-801E-634DDDAF4B2B}" type="slidenum">
              <a:rPr lang="es-AR" smtClean="0"/>
              <a:t>16</a:t>
            </a:fld>
            <a:endParaRPr lang="es-AR"/>
          </a:p>
        </p:txBody>
      </p:sp>
    </p:spTree>
    <p:extLst>
      <p:ext uri="{BB962C8B-B14F-4D97-AF65-F5344CB8AC3E}">
        <p14:creationId xmlns:p14="http://schemas.microsoft.com/office/powerpoint/2010/main" val="2048083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F16FB4-667B-0D6D-B775-E8BE9FBA7CA3}"/>
              </a:ext>
            </a:extLst>
          </p:cNvPr>
          <p:cNvSpPr>
            <a:spLocks noGrp="1"/>
          </p:cNvSpPr>
          <p:nvPr>
            <p:ph type="title"/>
          </p:nvPr>
        </p:nvSpPr>
        <p:spPr>
          <a:xfrm>
            <a:off x="359892" y="530098"/>
            <a:ext cx="5710713" cy="492443"/>
          </a:xfrm>
        </p:spPr>
        <p:txBody>
          <a:bodyPr/>
          <a:lstStyle/>
          <a:p>
            <a:r>
              <a:rPr lang="es-MX" sz="3200" b="0" dirty="0">
                <a:latin typeface="Tahoma"/>
                <a:ea typeface="Tahoma"/>
                <a:cs typeface="Tahoma"/>
              </a:rPr>
              <a:t>Tipos de pruebas de software</a:t>
            </a:r>
            <a:endParaRPr lang="es-AR" dirty="0"/>
          </a:p>
        </p:txBody>
      </p:sp>
      <p:sp>
        <p:nvSpPr>
          <p:cNvPr id="3" name="Marcador de texto 2">
            <a:extLst>
              <a:ext uri="{FF2B5EF4-FFF2-40B4-BE49-F238E27FC236}">
                <a16:creationId xmlns:a16="http://schemas.microsoft.com/office/drawing/2014/main" id="{CF1F176F-15A0-5B1F-5846-EF219F9840DD}"/>
              </a:ext>
            </a:extLst>
          </p:cNvPr>
          <p:cNvSpPr>
            <a:spLocks noGrp="1"/>
          </p:cNvSpPr>
          <p:nvPr>
            <p:ph type="body" idx="1"/>
          </p:nvPr>
        </p:nvSpPr>
        <p:spPr>
          <a:xfrm>
            <a:off x="359892" y="1588273"/>
            <a:ext cx="6785244" cy="4570482"/>
          </a:xfrm>
        </p:spPr>
        <p:txBody>
          <a:bodyPr/>
          <a:lstStyle/>
          <a:p>
            <a:pPr algn="l" rtl="0"/>
            <a:r>
              <a:rPr lang="es-AR" sz="2200" kern="1200" dirty="0">
                <a:solidFill>
                  <a:schemeClr val="dk2"/>
                </a:solidFill>
                <a:latin typeface="Tahoma"/>
                <a:ea typeface="Tahoma"/>
                <a:cs typeface="Tahoma"/>
              </a:rPr>
              <a:t>Pruebas de sistema.</a:t>
            </a:r>
          </a:p>
          <a:p>
            <a:pPr algn="l" rtl="0"/>
            <a:endParaRPr lang="es-AR" sz="2200" kern="1200" dirty="0">
              <a:solidFill>
                <a:schemeClr val="dk2"/>
              </a:solidFill>
              <a:latin typeface="Tahoma"/>
              <a:ea typeface="Tahoma"/>
              <a:cs typeface="Tahoma"/>
            </a:endParaRPr>
          </a:p>
          <a:p>
            <a:pPr marL="342900" indent="-342900" algn="l" rtl="0">
              <a:lnSpc>
                <a:spcPct val="150000"/>
              </a:lnSpc>
              <a:buFont typeface="Arial" panose="020B0604020202020204" pitchFamily="34" charset="0"/>
              <a:buChar char="•"/>
            </a:pPr>
            <a:r>
              <a:rPr lang="es-MX" sz="2200" b="0" kern="1200" dirty="0">
                <a:solidFill>
                  <a:schemeClr val="dk2"/>
                </a:solidFill>
                <a:latin typeface="Tahoma"/>
                <a:ea typeface="Tahoma"/>
                <a:cs typeface="Tahoma"/>
              </a:rPr>
              <a:t>Las pruebas de sistema ayudan a identificar defectos críticos en los aspectos funcionales y no funcionales del software antes de su lanzamiento.</a:t>
            </a:r>
          </a:p>
          <a:p>
            <a:pPr marL="342900" indent="-342900" algn="l" rtl="0">
              <a:lnSpc>
                <a:spcPct val="150000"/>
              </a:lnSpc>
              <a:buFont typeface="Arial" panose="020B0604020202020204" pitchFamily="34" charset="0"/>
              <a:buChar char="•"/>
            </a:pPr>
            <a:r>
              <a:rPr lang="es-MX" sz="2200" b="0" kern="1200" dirty="0">
                <a:solidFill>
                  <a:schemeClr val="dk2"/>
                </a:solidFill>
                <a:latin typeface="Tahoma"/>
                <a:ea typeface="Tahoma"/>
                <a:cs typeface="Tahoma"/>
              </a:rPr>
              <a:t>Verifican que la aplicación integrada cumpla con los requisitos, a la vez que detectan problemas que las pruebas a nivel de componente podrían pasar por alto.</a:t>
            </a:r>
            <a:endParaRPr lang="es-AR" sz="2200" b="0" kern="1200" dirty="0">
              <a:solidFill>
                <a:schemeClr val="dk2"/>
              </a:solidFill>
              <a:latin typeface="Tahoma"/>
              <a:ea typeface="Tahoma"/>
              <a:cs typeface="Tahoma"/>
            </a:endParaRPr>
          </a:p>
          <a:p>
            <a:endParaRPr lang="es-AR" sz="2200" dirty="0"/>
          </a:p>
        </p:txBody>
      </p:sp>
      <p:sp>
        <p:nvSpPr>
          <p:cNvPr id="4" name="Marcador de número de diapositiva 3">
            <a:extLst>
              <a:ext uri="{FF2B5EF4-FFF2-40B4-BE49-F238E27FC236}">
                <a16:creationId xmlns:a16="http://schemas.microsoft.com/office/drawing/2014/main" id="{E9FB9069-7420-3EFA-FDC1-02C8AB061271}"/>
              </a:ext>
            </a:extLst>
          </p:cNvPr>
          <p:cNvSpPr>
            <a:spLocks noGrp="1"/>
          </p:cNvSpPr>
          <p:nvPr>
            <p:ph type="sldNum" sz="quarter" idx="7"/>
          </p:nvPr>
        </p:nvSpPr>
        <p:spPr/>
        <p:txBody>
          <a:bodyPr/>
          <a:lstStyle/>
          <a:p>
            <a:fld id="{B6F15528-21DE-4FAA-801E-634DDDAF4B2B}" type="slidenum">
              <a:rPr lang="es-AR" smtClean="0"/>
              <a:t>17</a:t>
            </a:fld>
            <a:endParaRPr lang="es-AR"/>
          </a:p>
        </p:txBody>
      </p:sp>
    </p:spTree>
    <p:extLst>
      <p:ext uri="{BB962C8B-B14F-4D97-AF65-F5344CB8AC3E}">
        <p14:creationId xmlns:p14="http://schemas.microsoft.com/office/powerpoint/2010/main" val="124894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D1EE2C-7713-C2A3-3B9B-B9B98E4DF05C}"/>
              </a:ext>
            </a:extLst>
          </p:cNvPr>
          <p:cNvSpPr>
            <a:spLocks noGrp="1"/>
          </p:cNvSpPr>
          <p:nvPr>
            <p:ph type="title"/>
          </p:nvPr>
        </p:nvSpPr>
        <p:spPr>
          <a:xfrm>
            <a:off x="418258" y="646830"/>
            <a:ext cx="5710713" cy="492443"/>
          </a:xfrm>
        </p:spPr>
        <p:txBody>
          <a:bodyPr/>
          <a:lstStyle/>
          <a:p>
            <a:r>
              <a:rPr lang="es-MX" sz="3200" b="0" kern="1200" dirty="0">
                <a:latin typeface="Tahoma"/>
                <a:ea typeface="Tahoma"/>
                <a:cs typeface="Tahoma"/>
              </a:rPr>
              <a:t>Pruebas de componentes</a:t>
            </a:r>
            <a:endParaRPr lang="es-AR" dirty="0"/>
          </a:p>
        </p:txBody>
      </p:sp>
      <p:sp>
        <p:nvSpPr>
          <p:cNvPr id="3" name="Marcador de texto 2">
            <a:extLst>
              <a:ext uri="{FF2B5EF4-FFF2-40B4-BE49-F238E27FC236}">
                <a16:creationId xmlns:a16="http://schemas.microsoft.com/office/drawing/2014/main" id="{8EF28D58-6AC6-E235-54E1-4BE8176EFA77}"/>
              </a:ext>
            </a:extLst>
          </p:cNvPr>
          <p:cNvSpPr>
            <a:spLocks noGrp="1"/>
          </p:cNvSpPr>
          <p:nvPr>
            <p:ph type="body" idx="1"/>
          </p:nvPr>
        </p:nvSpPr>
        <p:spPr>
          <a:xfrm>
            <a:off x="418258" y="1410511"/>
            <a:ext cx="7062312" cy="5492273"/>
          </a:xfrm>
        </p:spPr>
        <p:txBody>
          <a:bodyPr/>
          <a:lstStyle/>
          <a:p>
            <a:pPr>
              <a:lnSpc>
                <a:spcPct val="150000"/>
              </a:lnSpc>
            </a:pPr>
            <a:r>
              <a:rPr lang="es-MX" sz="2000" b="0" kern="1200" dirty="0">
                <a:solidFill>
                  <a:schemeClr val="dk2"/>
                </a:solidFill>
                <a:latin typeface="Tahoma"/>
                <a:ea typeface="Tahoma"/>
                <a:cs typeface="Tahoma"/>
              </a:rPr>
              <a:t>Aspectos clave de las pruebas de componentes</a:t>
            </a:r>
          </a:p>
          <a:p>
            <a:pPr>
              <a:lnSpc>
                <a:spcPct val="150000"/>
              </a:lnSpc>
            </a:pPr>
            <a:r>
              <a:rPr lang="es-MX" sz="2000" b="0" kern="1200" dirty="0">
                <a:solidFill>
                  <a:schemeClr val="dk2"/>
                </a:solidFill>
                <a:latin typeface="Tahoma"/>
                <a:ea typeface="Tahoma"/>
                <a:cs typeface="Tahoma"/>
              </a:rPr>
              <a:t>Las pruebas de componentes eficaces dependen de estos principios básicos:</a:t>
            </a:r>
          </a:p>
          <a:p>
            <a:pPr>
              <a:lnSpc>
                <a:spcPct val="150000"/>
              </a:lnSpc>
            </a:pPr>
            <a:r>
              <a:rPr lang="es-MX" sz="2000" kern="1200" dirty="0">
                <a:solidFill>
                  <a:schemeClr val="dk2"/>
                </a:solidFill>
                <a:latin typeface="Tahoma"/>
                <a:ea typeface="Tahoma"/>
                <a:cs typeface="Tahoma"/>
              </a:rPr>
              <a:t>Aislamiento : </a:t>
            </a:r>
            <a:r>
              <a:rPr lang="es-MX" sz="2000" b="0" kern="1200" dirty="0">
                <a:solidFill>
                  <a:schemeClr val="dk2"/>
                </a:solidFill>
                <a:latin typeface="Tahoma"/>
                <a:ea typeface="Tahoma"/>
                <a:cs typeface="Tahoma"/>
              </a:rPr>
              <a:t>Los componentes se prueban por separado sin depender de otras partes del sistema.</a:t>
            </a:r>
          </a:p>
          <a:p>
            <a:pPr>
              <a:lnSpc>
                <a:spcPct val="150000"/>
              </a:lnSpc>
            </a:pPr>
            <a:r>
              <a:rPr lang="es-MX" sz="2000" kern="1200" dirty="0">
                <a:solidFill>
                  <a:schemeClr val="dk2"/>
                </a:solidFill>
                <a:latin typeface="Tahoma"/>
                <a:ea typeface="Tahoma"/>
                <a:cs typeface="Tahoma"/>
              </a:rPr>
              <a:t>Verificación : </a:t>
            </a:r>
            <a:r>
              <a:rPr lang="es-MX" sz="2000" b="0" kern="1200" dirty="0">
                <a:solidFill>
                  <a:schemeClr val="dk2"/>
                </a:solidFill>
                <a:latin typeface="Tahoma"/>
                <a:ea typeface="Tahoma"/>
                <a:cs typeface="Tahoma"/>
              </a:rPr>
              <a:t>garantiza que un componente devuelva la salida correcta para una entrada determinada</a:t>
            </a:r>
          </a:p>
          <a:p>
            <a:pPr>
              <a:lnSpc>
                <a:spcPct val="150000"/>
              </a:lnSpc>
            </a:pPr>
            <a:r>
              <a:rPr lang="es-MX" sz="2000" kern="1200" dirty="0" err="1">
                <a:solidFill>
                  <a:schemeClr val="dk2"/>
                </a:solidFill>
                <a:latin typeface="Tahoma"/>
                <a:ea typeface="Tahoma"/>
                <a:cs typeface="Tahoma"/>
              </a:rPr>
              <a:t>Mocking</a:t>
            </a:r>
            <a:r>
              <a:rPr lang="es-MX" sz="2000" kern="1200" dirty="0">
                <a:solidFill>
                  <a:schemeClr val="dk2"/>
                </a:solidFill>
                <a:latin typeface="Tahoma"/>
                <a:ea typeface="Tahoma"/>
                <a:cs typeface="Tahoma"/>
              </a:rPr>
              <a:t> y </a:t>
            </a:r>
            <a:r>
              <a:rPr lang="es-MX" sz="2000" kern="1200" dirty="0" err="1">
                <a:solidFill>
                  <a:schemeClr val="dk2"/>
                </a:solidFill>
                <a:latin typeface="Tahoma"/>
                <a:ea typeface="Tahoma"/>
                <a:cs typeface="Tahoma"/>
              </a:rPr>
              <a:t>Stubbing</a:t>
            </a:r>
            <a:r>
              <a:rPr lang="es-MX" sz="2000" kern="1200" dirty="0">
                <a:solidFill>
                  <a:schemeClr val="dk2"/>
                </a:solidFill>
                <a:latin typeface="Tahoma"/>
                <a:ea typeface="Tahoma"/>
                <a:cs typeface="Tahoma"/>
              </a:rPr>
              <a:t> : </a:t>
            </a:r>
            <a:r>
              <a:rPr lang="es-MX" sz="2000" b="0" kern="1200" dirty="0">
                <a:solidFill>
                  <a:schemeClr val="dk2"/>
                </a:solidFill>
                <a:latin typeface="Tahoma"/>
                <a:ea typeface="Tahoma"/>
                <a:cs typeface="Tahoma"/>
              </a:rPr>
              <a:t>reemplaza dependencias externas con versiones controladas para simular escenarios específicos</a:t>
            </a:r>
          </a:p>
          <a:p>
            <a:pPr>
              <a:lnSpc>
                <a:spcPct val="150000"/>
              </a:lnSpc>
            </a:pPr>
            <a:r>
              <a:rPr lang="es-MX" sz="2000" kern="1200" dirty="0">
                <a:solidFill>
                  <a:schemeClr val="dk2"/>
                </a:solidFill>
                <a:latin typeface="Tahoma"/>
                <a:ea typeface="Tahoma"/>
                <a:cs typeface="Tahoma"/>
              </a:rPr>
              <a:t>Depuración : </a:t>
            </a:r>
            <a:r>
              <a:rPr lang="es-MX" sz="2000" b="0" kern="1200" dirty="0">
                <a:solidFill>
                  <a:schemeClr val="dk2"/>
                </a:solidFill>
                <a:latin typeface="Tahoma"/>
                <a:ea typeface="Tahoma"/>
                <a:cs typeface="Tahoma"/>
              </a:rPr>
              <a:t>facilita el seguimiento y la solución de problemas dentro de un componente específico</a:t>
            </a:r>
          </a:p>
          <a:p>
            <a:pPr>
              <a:lnSpc>
                <a:spcPct val="150000"/>
              </a:lnSpc>
            </a:pPr>
            <a:endParaRPr lang="es-AR" sz="2000" dirty="0"/>
          </a:p>
        </p:txBody>
      </p:sp>
      <p:sp>
        <p:nvSpPr>
          <p:cNvPr id="4" name="Marcador de número de diapositiva 3">
            <a:extLst>
              <a:ext uri="{FF2B5EF4-FFF2-40B4-BE49-F238E27FC236}">
                <a16:creationId xmlns:a16="http://schemas.microsoft.com/office/drawing/2014/main" id="{E517915E-FB3F-F4A4-C059-163D6CF18A81}"/>
              </a:ext>
            </a:extLst>
          </p:cNvPr>
          <p:cNvSpPr>
            <a:spLocks noGrp="1"/>
          </p:cNvSpPr>
          <p:nvPr>
            <p:ph type="sldNum" sz="quarter" idx="7"/>
          </p:nvPr>
        </p:nvSpPr>
        <p:spPr/>
        <p:txBody>
          <a:bodyPr/>
          <a:lstStyle/>
          <a:p>
            <a:fld id="{B6F15528-21DE-4FAA-801E-634DDDAF4B2B}" type="slidenum">
              <a:rPr lang="es-AR" smtClean="0"/>
              <a:t>18</a:t>
            </a:fld>
            <a:endParaRPr lang="es-AR"/>
          </a:p>
        </p:txBody>
      </p:sp>
    </p:spTree>
    <p:extLst>
      <p:ext uri="{BB962C8B-B14F-4D97-AF65-F5344CB8AC3E}">
        <p14:creationId xmlns:p14="http://schemas.microsoft.com/office/powerpoint/2010/main" val="2722080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1DC000-10C0-4DFA-595C-554231CA411C}"/>
              </a:ext>
            </a:extLst>
          </p:cNvPr>
          <p:cNvSpPr>
            <a:spLocks noGrp="1"/>
          </p:cNvSpPr>
          <p:nvPr>
            <p:ph type="title"/>
          </p:nvPr>
        </p:nvSpPr>
        <p:spPr>
          <a:xfrm>
            <a:off x="359892" y="530098"/>
            <a:ext cx="5710713" cy="492443"/>
          </a:xfrm>
        </p:spPr>
        <p:txBody>
          <a:bodyPr/>
          <a:lstStyle/>
          <a:p>
            <a:r>
              <a:rPr lang="es-MX" sz="3200" b="0" dirty="0">
                <a:latin typeface="Tahoma"/>
                <a:ea typeface="Tahoma"/>
                <a:cs typeface="Tahoma"/>
              </a:rPr>
              <a:t>Tipos de pruebas de software</a:t>
            </a:r>
            <a:endParaRPr lang="es-AR" dirty="0"/>
          </a:p>
        </p:txBody>
      </p:sp>
      <p:sp>
        <p:nvSpPr>
          <p:cNvPr id="3" name="Marcador de texto 2">
            <a:extLst>
              <a:ext uri="{FF2B5EF4-FFF2-40B4-BE49-F238E27FC236}">
                <a16:creationId xmlns:a16="http://schemas.microsoft.com/office/drawing/2014/main" id="{CDD4AF24-4681-8E97-03E5-794AFDB8589C}"/>
              </a:ext>
            </a:extLst>
          </p:cNvPr>
          <p:cNvSpPr>
            <a:spLocks noGrp="1"/>
          </p:cNvSpPr>
          <p:nvPr>
            <p:ph type="body" idx="1"/>
          </p:nvPr>
        </p:nvSpPr>
        <p:spPr>
          <a:xfrm>
            <a:off x="724509" y="1782827"/>
            <a:ext cx="5988368" cy="4539704"/>
          </a:xfrm>
        </p:spPr>
        <p:txBody>
          <a:bodyPr/>
          <a:lstStyle/>
          <a:p>
            <a:pPr algn="l" rtl="0"/>
            <a:r>
              <a:rPr lang="es-MX" sz="2400" kern="1200" dirty="0">
                <a:solidFill>
                  <a:schemeClr val="dk2"/>
                </a:solidFill>
                <a:latin typeface="Tahoma"/>
                <a:ea typeface="Tahoma"/>
                <a:cs typeface="Tahoma"/>
              </a:rPr>
              <a:t>Pruebas de aceptación del usuario (UAT).</a:t>
            </a:r>
          </a:p>
          <a:p>
            <a:pPr algn="l" rtl="0"/>
            <a:endParaRPr lang="es-MX" sz="1600" b="0" kern="1200" dirty="0">
              <a:solidFill>
                <a:schemeClr val="dk2"/>
              </a:solidFill>
              <a:latin typeface="Tahoma"/>
              <a:ea typeface="Tahoma"/>
              <a:cs typeface="Tahoma"/>
            </a:endParaRPr>
          </a:p>
          <a:p>
            <a:pPr algn="just" rtl="0">
              <a:lnSpc>
                <a:spcPct val="150000"/>
              </a:lnSpc>
            </a:pPr>
            <a:r>
              <a:rPr lang="es-MX" sz="2400" b="0" kern="1200" dirty="0">
                <a:solidFill>
                  <a:schemeClr val="dk2"/>
                </a:solidFill>
                <a:latin typeface="Tahoma"/>
                <a:ea typeface="Tahoma"/>
                <a:cs typeface="Tahoma"/>
              </a:rPr>
              <a:t>Las pruebas de aceptación del usuario (UAT) son una etapa de prueba en el ciclo de vida del desarrollo de software. Antes de la puesta en marcha, las UAT validan el funcionamiento del software en situaciones reales.</a:t>
            </a:r>
          </a:p>
          <a:p>
            <a:endParaRPr lang="es-AR" dirty="0"/>
          </a:p>
        </p:txBody>
      </p:sp>
      <p:sp>
        <p:nvSpPr>
          <p:cNvPr id="4" name="Marcador de número de diapositiva 3">
            <a:extLst>
              <a:ext uri="{FF2B5EF4-FFF2-40B4-BE49-F238E27FC236}">
                <a16:creationId xmlns:a16="http://schemas.microsoft.com/office/drawing/2014/main" id="{0289E104-A1A6-53EC-7E1A-49E5EE344141}"/>
              </a:ext>
            </a:extLst>
          </p:cNvPr>
          <p:cNvSpPr>
            <a:spLocks noGrp="1"/>
          </p:cNvSpPr>
          <p:nvPr>
            <p:ph type="sldNum" sz="quarter" idx="7"/>
          </p:nvPr>
        </p:nvSpPr>
        <p:spPr/>
        <p:txBody>
          <a:bodyPr/>
          <a:lstStyle/>
          <a:p>
            <a:fld id="{B6F15528-21DE-4FAA-801E-634DDDAF4B2B}" type="slidenum">
              <a:rPr lang="es-AR" smtClean="0"/>
              <a:t>19</a:t>
            </a:fld>
            <a:endParaRPr lang="es-AR"/>
          </a:p>
        </p:txBody>
      </p:sp>
    </p:spTree>
    <p:extLst>
      <p:ext uri="{BB962C8B-B14F-4D97-AF65-F5344CB8AC3E}">
        <p14:creationId xmlns:p14="http://schemas.microsoft.com/office/powerpoint/2010/main" val="793787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lang="es-MX" sz="3200" b="0" dirty="0">
                <a:latin typeface="Tahoma"/>
                <a:ea typeface="Tahoma"/>
                <a:cs typeface="Tahoma"/>
              </a:rPr>
              <a:t>Ingeniería del cuarto limpio</a:t>
            </a:r>
            <a:endParaRPr dirty="0"/>
          </a:p>
        </p:txBody>
      </p:sp>
      <p:sp>
        <p:nvSpPr>
          <p:cNvPr id="3" name="Content Placeholder 2"/>
          <p:cNvSpPr>
            <a:spLocks noGrp="1"/>
          </p:cNvSpPr>
          <p:nvPr>
            <p:ph idx="1"/>
          </p:nvPr>
        </p:nvSpPr>
        <p:spPr>
          <a:xfrm>
            <a:off x="724509" y="1782827"/>
            <a:ext cx="5988368" cy="3168881"/>
          </a:xfrm>
        </p:spPr>
        <p:txBody>
          <a:bodyPr/>
          <a:lstStyle/>
          <a:p>
            <a:pPr marL="342900" indent="-342900">
              <a:lnSpc>
                <a:spcPct val="150000"/>
              </a:lnSpc>
              <a:buFont typeface="Arial" panose="020B0604020202020204" pitchFamily="34" charset="0"/>
              <a:buChar char="•"/>
            </a:pPr>
            <a:r>
              <a:rPr lang="es-MX" sz="2000" b="0" dirty="0">
                <a:solidFill>
                  <a:schemeClr val="dk2"/>
                </a:solidFill>
                <a:latin typeface="Tahoma"/>
                <a:ea typeface="Tahoma"/>
                <a:cs typeface="Tahoma"/>
              </a:rPr>
              <a:t>INTRODUCCIÓN</a:t>
            </a:r>
          </a:p>
          <a:p>
            <a:pPr marL="342900" indent="-342900">
              <a:lnSpc>
                <a:spcPct val="150000"/>
              </a:lnSpc>
              <a:buFont typeface="Arial" panose="020B0604020202020204" pitchFamily="34" charset="0"/>
              <a:buChar char="•"/>
            </a:pPr>
            <a:r>
              <a:rPr sz="2000" b="0" dirty="0" err="1">
                <a:solidFill>
                  <a:schemeClr val="dk2"/>
                </a:solidFill>
                <a:latin typeface="Tahoma"/>
                <a:ea typeface="Tahoma"/>
                <a:cs typeface="Tahoma"/>
              </a:rPr>
              <a:t>Enfoque</a:t>
            </a:r>
            <a:r>
              <a:rPr sz="2000" b="0" dirty="0">
                <a:solidFill>
                  <a:schemeClr val="dk2"/>
                </a:solidFill>
                <a:latin typeface="Tahoma"/>
                <a:ea typeface="Tahoma"/>
                <a:cs typeface="Tahoma"/>
              </a:rPr>
              <a:t> formal para </a:t>
            </a:r>
            <a:r>
              <a:rPr sz="2000" b="0" dirty="0" err="1">
                <a:solidFill>
                  <a:schemeClr val="dk2"/>
                </a:solidFill>
                <a:latin typeface="Tahoma"/>
                <a:ea typeface="Tahoma"/>
                <a:cs typeface="Tahoma"/>
              </a:rPr>
              <a:t>desarrollo</a:t>
            </a:r>
            <a:r>
              <a:rPr sz="2000" b="0" dirty="0">
                <a:solidFill>
                  <a:schemeClr val="dk2"/>
                </a:solidFill>
                <a:latin typeface="Tahoma"/>
                <a:ea typeface="Tahoma"/>
                <a:cs typeface="Tahoma"/>
              </a:rPr>
              <a:t> de software libre de </a:t>
            </a:r>
            <a:r>
              <a:rPr sz="2000" b="0" dirty="0" err="1">
                <a:solidFill>
                  <a:schemeClr val="dk2"/>
                </a:solidFill>
                <a:latin typeface="Tahoma"/>
                <a:ea typeface="Tahoma"/>
                <a:cs typeface="Tahoma"/>
              </a:rPr>
              <a:t>defectos</a:t>
            </a:r>
            <a:r>
              <a:rPr sz="20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000" b="0" dirty="0" err="1">
                <a:solidFill>
                  <a:schemeClr val="dk2"/>
                </a:solidFill>
                <a:latin typeface="Tahoma"/>
                <a:ea typeface="Tahoma"/>
                <a:cs typeface="Tahoma"/>
              </a:rPr>
              <a:t>Basado</a:t>
            </a:r>
            <a:r>
              <a:rPr sz="2000" b="0" dirty="0">
                <a:solidFill>
                  <a:schemeClr val="dk2"/>
                </a:solidFill>
                <a:latin typeface="Tahoma"/>
                <a:ea typeface="Tahoma"/>
                <a:cs typeface="Tahoma"/>
              </a:rPr>
              <a:t> </a:t>
            </a:r>
            <a:r>
              <a:rPr sz="2000" b="0" dirty="0" err="1">
                <a:solidFill>
                  <a:schemeClr val="dk2"/>
                </a:solidFill>
                <a:latin typeface="Tahoma"/>
                <a:ea typeface="Tahoma"/>
                <a:cs typeface="Tahoma"/>
              </a:rPr>
              <a:t>en</a:t>
            </a:r>
            <a:r>
              <a:rPr sz="2000" b="0" dirty="0">
                <a:solidFill>
                  <a:schemeClr val="dk2"/>
                </a:solidFill>
                <a:latin typeface="Tahoma"/>
                <a:ea typeface="Tahoma"/>
                <a:cs typeface="Tahoma"/>
              </a:rPr>
              <a:t> la </a:t>
            </a:r>
            <a:r>
              <a:rPr sz="2000" b="0" dirty="0" err="1">
                <a:solidFill>
                  <a:schemeClr val="dk2"/>
                </a:solidFill>
                <a:latin typeface="Tahoma"/>
                <a:ea typeface="Tahoma"/>
                <a:cs typeface="Tahoma"/>
              </a:rPr>
              <a:t>prevención</a:t>
            </a:r>
            <a:r>
              <a:rPr sz="2000" b="0" dirty="0">
                <a:solidFill>
                  <a:schemeClr val="dk2"/>
                </a:solidFill>
                <a:latin typeface="Tahoma"/>
                <a:ea typeface="Tahoma"/>
                <a:cs typeface="Tahoma"/>
              </a:rPr>
              <a:t>, no </a:t>
            </a:r>
            <a:r>
              <a:rPr sz="2000" b="0" dirty="0" err="1">
                <a:solidFill>
                  <a:schemeClr val="dk2"/>
                </a:solidFill>
                <a:latin typeface="Tahoma"/>
                <a:ea typeface="Tahoma"/>
                <a:cs typeface="Tahoma"/>
              </a:rPr>
              <a:t>en</a:t>
            </a:r>
            <a:r>
              <a:rPr sz="2000" b="0" dirty="0">
                <a:solidFill>
                  <a:schemeClr val="dk2"/>
                </a:solidFill>
                <a:latin typeface="Tahoma"/>
                <a:ea typeface="Tahoma"/>
                <a:cs typeface="Tahoma"/>
              </a:rPr>
              <a:t> la </a:t>
            </a:r>
            <a:r>
              <a:rPr sz="2000" b="0" dirty="0" err="1">
                <a:solidFill>
                  <a:schemeClr val="dk2"/>
                </a:solidFill>
                <a:latin typeface="Tahoma"/>
                <a:ea typeface="Tahoma"/>
                <a:cs typeface="Tahoma"/>
              </a:rPr>
              <a:t>detección</a:t>
            </a:r>
            <a:r>
              <a:rPr sz="2000" b="0" dirty="0">
                <a:solidFill>
                  <a:schemeClr val="dk2"/>
                </a:solidFill>
                <a:latin typeface="Tahoma"/>
                <a:ea typeface="Tahoma"/>
                <a:cs typeface="Tahoma"/>
              </a:rPr>
              <a:t> de </a:t>
            </a:r>
            <a:r>
              <a:rPr sz="2000" b="0" dirty="0" err="1">
                <a:solidFill>
                  <a:schemeClr val="dk2"/>
                </a:solidFill>
                <a:latin typeface="Tahoma"/>
                <a:ea typeface="Tahoma"/>
                <a:cs typeface="Tahoma"/>
              </a:rPr>
              <a:t>errores</a:t>
            </a:r>
            <a:r>
              <a:rPr sz="20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000" b="0" dirty="0" err="1">
                <a:solidFill>
                  <a:schemeClr val="dk2"/>
                </a:solidFill>
                <a:latin typeface="Tahoma"/>
                <a:ea typeface="Tahoma"/>
                <a:cs typeface="Tahoma"/>
              </a:rPr>
              <a:t>Utiliza</a:t>
            </a:r>
            <a:r>
              <a:rPr sz="2000" b="0" dirty="0">
                <a:solidFill>
                  <a:schemeClr val="dk2"/>
                </a:solidFill>
                <a:latin typeface="Tahoma"/>
                <a:ea typeface="Tahoma"/>
                <a:cs typeface="Tahoma"/>
              </a:rPr>
              <a:t> </a:t>
            </a:r>
            <a:r>
              <a:rPr sz="2000" b="0" dirty="0" err="1">
                <a:solidFill>
                  <a:schemeClr val="dk2"/>
                </a:solidFill>
                <a:latin typeface="Tahoma"/>
                <a:ea typeface="Tahoma"/>
                <a:cs typeface="Tahoma"/>
              </a:rPr>
              <a:t>verificación</a:t>
            </a:r>
            <a:r>
              <a:rPr sz="2000" b="0" dirty="0">
                <a:solidFill>
                  <a:schemeClr val="dk2"/>
                </a:solidFill>
                <a:latin typeface="Tahoma"/>
                <a:ea typeface="Tahoma"/>
                <a:cs typeface="Tahoma"/>
              </a:rPr>
              <a:t> </a:t>
            </a:r>
            <a:r>
              <a:rPr sz="2000" b="0" dirty="0" err="1">
                <a:solidFill>
                  <a:schemeClr val="dk2"/>
                </a:solidFill>
                <a:latin typeface="Tahoma"/>
                <a:ea typeface="Tahoma"/>
                <a:cs typeface="Tahoma"/>
              </a:rPr>
              <a:t>matemática</a:t>
            </a:r>
            <a:r>
              <a:rPr sz="2000" b="0" dirty="0">
                <a:solidFill>
                  <a:schemeClr val="dk2"/>
                </a:solidFill>
                <a:latin typeface="Tahoma"/>
                <a:ea typeface="Tahoma"/>
                <a:cs typeface="Tahoma"/>
              </a:rPr>
              <a:t> y </a:t>
            </a:r>
            <a:r>
              <a:rPr sz="2000" b="0" dirty="0" err="1">
                <a:solidFill>
                  <a:schemeClr val="dk2"/>
                </a:solidFill>
                <a:latin typeface="Tahoma"/>
                <a:ea typeface="Tahoma"/>
                <a:cs typeface="Tahoma"/>
              </a:rPr>
              <a:t>pruebas</a:t>
            </a:r>
            <a:r>
              <a:rPr sz="2000" b="0" dirty="0">
                <a:solidFill>
                  <a:schemeClr val="dk2"/>
                </a:solidFill>
                <a:latin typeface="Tahoma"/>
                <a:ea typeface="Tahoma"/>
                <a:cs typeface="Tahoma"/>
              </a:rPr>
              <a:t> </a:t>
            </a:r>
            <a:r>
              <a:rPr sz="2000" b="0" dirty="0" err="1">
                <a:solidFill>
                  <a:schemeClr val="dk2"/>
                </a:solidFill>
                <a:latin typeface="Tahoma"/>
                <a:ea typeface="Tahoma"/>
                <a:cs typeface="Tahoma"/>
              </a:rPr>
              <a:t>estadísticas</a:t>
            </a:r>
            <a:r>
              <a:rPr sz="20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DF484384-A27E-53F6-EE54-D277AA76800A}"/>
              </a:ext>
            </a:extLst>
          </p:cNvPr>
          <p:cNvSpPr>
            <a:spLocks noGrp="1"/>
          </p:cNvSpPr>
          <p:nvPr>
            <p:ph type="sldNum" sz="quarter" idx="7"/>
          </p:nvPr>
        </p:nvSpPr>
        <p:spPr/>
        <p:txBody>
          <a:bodyPr/>
          <a:lstStyle/>
          <a:p>
            <a:fld id="{B6F15528-21DE-4FAA-801E-634DDDAF4B2B}" type="slidenum">
              <a:rPr lang="es-AR" smtClean="0"/>
              <a:t>20</a:t>
            </a:fld>
            <a:endParaRPr 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1F3973-5F1C-E523-87B4-11D30AB96258}"/>
              </a:ext>
            </a:extLst>
          </p:cNvPr>
          <p:cNvSpPr>
            <a:spLocks noGrp="1"/>
          </p:cNvSpPr>
          <p:nvPr>
            <p:ph type="title"/>
          </p:nvPr>
        </p:nvSpPr>
        <p:spPr>
          <a:xfrm>
            <a:off x="350165" y="783017"/>
            <a:ext cx="5710713" cy="430887"/>
          </a:xfrm>
        </p:spPr>
        <p:txBody>
          <a:bodyPr/>
          <a:lstStyle/>
          <a:p>
            <a:r>
              <a:rPr lang="es-MX" sz="2800" b="0" dirty="0">
                <a:latin typeface="Tahoma"/>
                <a:ea typeface="Tahoma"/>
                <a:cs typeface="Tahoma"/>
              </a:rPr>
              <a:t>Ingeniería del cuarto limpio</a:t>
            </a:r>
            <a:endParaRPr lang="es-AR" sz="2800" b="0" dirty="0">
              <a:latin typeface="Tahoma"/>
              <a:ea typeface="Tahoma"/>
              <a:cs typeface="Tahoma"/>
            </a:endParaRPr>
          </a:p>
        </p:txBody>
      </p:sp>
      <p:sp>
        <p:nvSpPr>
          <p:cNvPr id="3" name="Marcador de texto 2">
            <a:extLst>
              <a:ext uri="{FF2B5EF4-FFF2-40B4-BE49-F238E27FC236}">
                <a16:creationId xmlns:a16="http://schemas.microsoft.com/office/drawing/2014/main" id="{00743380-8431-EDD9-8619-C5BD3AA1A030}"/>
              </a:ext>
            </a:extLst>
          </p:cNvPr>
          <p:cNvSpPr>
            <a:spLocks noGrp="1"/>
          </p:cNvSpPr>
          <p:nvPr>
            <p:ph type="body" idx="1"/>
          </p:nvPr>
        </p:nvSpPr>
        <p:spPr>
          <a:xfrm>
            <a:off x="282071" y="1506828"/>
            <a:ext cx="6585626" cy="5351172"/>
          </a:xfrm>
        </p:spPr>
        <p:txBody>
          <a:bodyPr/>
          <a:lstStyle/>
          <a:p>
            <a:pPr marL="342900" indent="-342900">
              <a:lnSpc>
                <a:spcPct val="150000"/>
              </a:lnSpc>
              <a:buFont typeface="Arial" panose="020B0604020202020204" pitchFamily="34" charset="0"/>
              <a:buChar char="•"/>
            </a:pPr>
            <a:r>
              <a:rPr lang="es-MX" sz="2000" b="0" dirty="0">
                <a:solidFill>
                  <a:schemeClr val="dk2"/>
                </a:solidFill>
                <a:latin typeface="Tahoma"/>
                <a:ea typeface="Tahoma"/>
                <a:cs typeface="Tahoma"/>
              </a:rPr>
              <a:t>El objetivo es construir software sin defectos durante el desarrollo.</a:t>
            </a:r>
          </a:p>
          <a:p>
            <a:pPr marL="342900" indent="-342900">
              <a:lnSpc>
                <a:spcPct val="150000"/>
              </a:lnSpc>
              <a:buFont typeface="Arial" panose="020B0604020202020204" pitchFamily="34" charset="0"/>
              <a:buChar char="•"/>
            </a:pPr>
            <a:r>
              <a:rPr lang="es-MX" sz="2000" b="0" dirty="0">
                <a:solidFill>
                  <a:schemeClr val="dk2"/>
                </a:solidFill>
                <a:latin typeface="Tahoma"/>
                <a:ea typeface="Tahoma"/>
                <a:cs typeface="Tahoma"/>
              </a:rPr>
              <a:t>La ingeniería del software de cuarto limpio usa una versión especializada del modelo de soft­ware incremental.</a:t>
            </a:r>
          </a:p>
          <a:p>
            <a:pPr marL="342900" indent="-342900">
              <a:lnSpc>
                <a:spcPct val="150000"/>
              </a:lnSpc>
              <a:buFont typeface="Arial" panose="020B0604020202020204" pitchFamily="34" charset="0"/>
              <a:buChar char="•"/>
            </a:pPr>
            <a:r>
              <a:rPr lang="es-MX" sz="2000" b="0" dirty="0">
                <a:solidFill>
                  <a:schemeClr val="dk2"/>
                </a:solidFill>
                <a:latin typeface="Tahoma"/>
                <a:ea typeface="Tahoma"/>
                <a:cs typeface="Tahoma"/>
              </a:rPr>
              <a:t>Es un proceso teórico y de trabajo en equipo para el desarrollo y la certificación de sistemas de software de alta confiabilidad.</a:t>
            </a:r>
          </a:p>
          <a:p>
            <a:pPr marL="342900" indent="-342900">
              <a:lnSpc>
                <a:spcPct val="150000"/>
              </a:lnSpc>
              <a:buFont typeface="Arial" panose="020B0604020202020204" pitchFamily="34" charset="0"/>
              <a:buChar char="•"/>
            </a:pPr>
            <a:r>
              <a:rPr lang="es-MX" sz="2000" b="0" dirty="0">
                <a:solidFill>
                  <a:schemeClr val="dk2"/>
                </a:solidFill>
                <a:latin typeface="Tahoma"/>
                <a:ea typeface="Tahoma"/>
                <a:cs typeface="Tahoma"/>
              </a:rPr>
              <a:t>Conforme cada incremento se certifica, se integra en el todo. Por tanto, la funcionalidad del sistema crece con el tiempo. </a:t>
            </a:r>
          </a:p>
          <a:p>
            <a:pPr marL="342900" indent="-342900">
              <a:lnSpc>
                <a:spcPct val="150000"/>
              </a:lnSpc>
              <a:buFont typeface="Arial" panose="020B0604020202020204" pitchFamily="34" charset="0"/>
              <a:buChar char="•"/>
            </a:pPr>
            <a:endParaRPr lang="es-MX" sz="2000" b="0" dirty="0">
              <a:solidFill>
                <a:schemeClr val="dk2"/>
              </a:solidFill>
              <a:latin typeface="Tahoma"/>
              <a:ea typeface="Tahoma"/>
              <a:cs typeface="Tahoma"/>
            </a:endParaRPr>
          </a:p>
          <a:p>
            <a:pPr marL="342900" indent="-342900">
              <a:lnSpc>
                <a:spcPct val="150000"/>
              </a:lnSpc>
              <a:buFont typeface="Arial" panose="020B0604020202020204" pitchFamily="34" charset="0"/>
              <a:buChar char="•"/>
            </a:pPr>
            <a:endParaRPr lang="es-MX" sz="2000" b="0" dirty="0">
              <a:solidFill>
                <a:schemeClr val="dk2"/>
              </a:solidFill>
              <a:latin typeface="Tahoma"/>
              <a:ea typeface="Tahoma"/>
              <a:cs typeface="Tahoma"/>
            </a:endParaRPr>
          </a:p>
        </p:txBody>
      </p:sp>
      <p:sp>
        <p:nvSpPr>
          <p:cNvPr id="4" name="Marcador de número de diapositiva 3">
            <a:extLst>
              <a:ext uri="{FF2B5EF4-FFF2-40B4-BE49-F238E27FC236}">
                <a16:creationId xmlns:a16="http://schemas.microsoft.com/office/drawing/2014/main" id="{7E4ABAC4-1E54-4D73-C148-C2CC410C9F22}"/>
              </a:ext>
            </a:extLst>
          </p:cNvPr>
          <p:cNvSpPr>
            <a:spLocks noGrp="1"/>
          </p:cNvSpPr>
          <p:nvPr>
            <p:ph type="sldNum" sz="quarter" idx="7"/>
          </p:nvPr>
        </p:nvSpPr>
        <p:spPr/>
        <p:txBody>
          <a:bodyPr/>
          <a:lstStyle/>
          <a:p>
            <a:fld id="{B6F15528-21DE-4FAA-801E-634DDDAF4B2B}" type="slidenum">
              <a:rPr lang="es-AR" smtClean="0"/>
              <a:t>21</a:t>
            </a:fld>
            <a:endParaRPr lang="es-AR"/>
          </a:p>
        </p:txBody>
      </p:sp>
    </p:spTree>
    <p:extLst>
      <p:ext uri="{BB962C8B-B14F-4D97-AF65-F5344CB8AC3E}">
        <p14:creationId xmlns:p14="http://schemas.microsoft.com/office/powerpoint/2010/main" val="1660795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944F53D-1962-D37D-7E6F-8BC77AAC90C6}"/>
              </a:ext>
            </a:extLst>
          </p:cNvPr>
          <p:cNvSpPr>
            <a:spLocks noGrp="1"/>
          </p:cNvSpPr>
          <p:nvPr>
            <p:ph type="body" idx="1"/>
          </p:nvPr>
        </p:nvSpPr>
        <p:spPr>
          <a:xfrm>
            <a:off x="595312" y="1734189"/>
            <a:ext cx="5988368" cy="4308872"/>
          </a:xfrm>
        </p:spPr>
        <p:txBody>
          <a:bodyPr/>
          <a:lstStyle/>
          <a:p>
            <a:r>
              <a:rPr lang="es-MX" sz="2000" b="0" dirty="0">
                <a:solidFill>
                  <a:schemeClr val="dk2"/>
                </a:solidFill>
                <a:latin typeface="Tahoma"/>
                <a:ea typeface="Tahoma"/>
                <a:cs typeface="Tahoma"/>
              </a:rPr>
              <a:t>Incrementos de cuarto limpio, ocurren las siguientes tareas: </a:t>
            </a:r>
          </a:p>
          <a:p>
            <a:endParaRPr lang="es-MX" sz="2000" b="0" dirty="0">
              <a:solidFill>
                <a:schemeClr val="dk2"/>
              </a:solidFill>
              <a:latin typeface="Tahoma"/>
              <a:ea typeface="Tahoma"/>
              <a:cs typeface="Tahoma"/>
            </a:endParaRPr>
          </a:p>
          <a:p>
            <a:r>
              <a:rPr lang="es-MX" sz="2000" dirty="0">
                <a:solidFill>
                  <a:schemeClr val="dk2"/>
                </a:solidFill>
                <a:latin typeface="Tahoma"/>
                <a:ea typeface="Tahoma"/>
                <a:cs typeface="Tahoma"/>
              </a:rPr>
              <a:t>Planeación del incremento:</a:t>
            </a:r>
          </a:p>
          <a:p>
            <a:pPr marL="342900" indent="-342900">
              <a:buFont typeface="Arial" panose="020B0604020202020204" pitchFamily="34" charset="0"/>
              <a:buChar char="•"/>
            </a:pPr>
            <a:r>
              <a:rPr lang="es-MX" sz="2000" b="0" dirty="0">
                <a:solidFill>
                  <a:schemeClr val="dk2"/>
                </a:solidFill>
                <a:latin typeface="Tahoma"/>
                <a:ea typeface="Tahoma"/>
                <a:cs typeface="Tahoma"/>
              </a:rPr>
              <a:t>Se desarrolla un plan de proyecto que adopte la estrategia incremental. Se crea la funcionalidad de cada incremento, su tamaño proyectado y un ca­lendario de desarrollo de cuarto limpio. Debe tenerse especial cuidado para garantizar que los incrementos certificados se integrarán en forma oportuna. </a:t>
            </a:r>
          </a:p>
          <a:p>
            <a:pPr marL="342900" indent="-342900">
              <a:buFont typeface="Arial" panose="020B0604020202020204" pitchFamily="34" charset="0"/>
              <a:buChar char="•"/>
            </a:pPr>
            <a:r>
              <a:rPr lang="es-MX" sz="2000" dirty="0">
                <a:solidFill>
                  <a:schemeClr val="dk2"/>
                </a:solidFill>
                <a:latin typeface="Tahoma"/>
                <a:ea typeface="Tahoma"/>
                <a:cs typeface="Tahoma"/>
              </a:rPr>
              <a:t>Recopilación de requerimientos</a:t>
            </a:r>
            <a:r>
              <a:rPr lang="es-MX" sz="2000" b="0" dirty="0">
                <a:solidFill>
                  <a:schemeClr val="dk2"/>
                </a:solidFill>
                <a:latin typeface="Tahoma"/>
                <a:ea typeface="Tahoma"/>
                <a:cs typeface="Tahoma"/>
              </a:rPr>
              <a:t>: Se desarrolla una descripción más detallada de los requerimientos del cliente (para cada incremento)</a:t>
            </a:r>
            <a:endParaRPr lang="es-AR" sz="2000" b="0" dirty="0">
              <a:solidFill>
                <a:schemeClr val="dk2"/>
              </a:solidFill>
              <a:latin typeface="Tahoma"/>
              <a:ea typeface="Tahoma"/>
              <a:cs typeface="Tahoma"/>
            </a:endParaRPr>
          </a:p>
        </p:txBody>
      </p:sp>
      <p:sp>
        <p:nvSpPr>
          <p:cNvPr id="4" name="Marcador de número de diapositiva 3">
            <a:extLst>
              <a:ext uri="{FF2B5EF4-FFF2-40B4-BE49-F238E27FC236}">
                <a16:creationId xmlns:a16="http://schemas.microsoft.com/office/drawing/2014/main" id="{D23FCB80-D567-488F-ECF2-A6FC88461C3A}"/>
              </a:ext>
            </a:extLst>
          </p:cNvPr>
          <p:cNvSpPr>
            <a:spLocks noGrp="1"/>
          </p:cNvSpPr>
          <p:nvPr>
            <p:ph type="sldNum" sz="quarter" idx="7"/>
          </p:nvPr>
        </p:nvSpPr>
        <p:spPr/>
        <p:txBody>
          <a:bodyPr/>
          <a:lstStyle/>
          <a:p>
            <a:fld id="{B6F15528-21DE-4FAA-801E-634DDDAF4B2B}" type="slidenum">
              <a:rPr lang="es-AR" smtClean="0"/>
              <a:t>22</a:t>
            </a:fld>
            <a:endParaRPr lang="es-AR"/>
          </a:p>
        </p:txBody>
      </p:sp>
      <p:sp>
        <p:nvSpPr>
          <p:cNvPr id="5" name="Título 1">
            <a:extLst>
              <a:ext uri="{FF2B5EF4-FFF2-40B4-BE49-F238E27FC236}">
                <a16:creationId xmlns:a16="http://schemas.microsoft.com/office/drawing/2014/main" id="{42B62946-B9BD-51CF-040D-A5180E7434E8}"/>
              </a:ext>
            </a:extLst>
          </p:cNvPr>
          <p:cNvSpPr>
            <a:spLocks noGrp="1"/>
          </p:cNvSpPr>
          <p:nvPr>
            <p:ph type="title"/>
          </p:nvPr>
        </p:nvSpPr>
        <p:spPr>
          <a:xfrm>
            <a:off x="360363" y="530225"/>
            <a:ext cx="5710237" cy="923925"/>
          </a:xfrm>
        </p:spPr>
        <p:txBody>
          <a:bodyPr/>
          <a:lstStyle/>
          <a:p>
            <a:r>
              <a:rPr lang="es-MX" sz="2800" b="0" dirty="0">
                <a:latin typeface="Tahoma"/>
                <a:ea typeface="Tahoma"/>
                <a:cs typeface="Tahoma"/>
              </a:rPr>
              <a:t>Ingeniería del cuarto limpio</a:t>
            </a:r>
            <a:endParaRPr lang="es-AR" sz="2800" b="0" dirty="0">
              <a:latin typeface="Tahoma"/>
              <a:ea typeface="Tahoma"/>
              <a:cs typeface="Tahoma"/>
            </a:endParaRPr>
          </a:p>
        </p:txBody>
      </p:sp>
    </p:spTree>
    <p:extLst>
      <p:ext uri="{BB962C8B-B14F-4D97-AF65-F5344CB8AC3E}">
        <p14:creationId xmlns:p14="http://schemas.microsoft.com/office/powerpoint/2010/main" val="4086458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59A2-A5E0-5EA2-B3EF-8818A23A6409}"/>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EE3BC1E3-0DF1-425D-007B-EA49198BC5F8}"/>
              </a:ext>
            </a:extLst>
          </p:cNvPr>
          <p:cNvSpPr>
            <a:spLocks noGrp="1"/>
          </p:cNvSpPr>
          <p:nvPr>
            <p:ph type="body" idx="1"/>
          </p:nvPr>
        </p:nvSpPr>
        <p:spPr>
          <a:xfrm>
            <a:off x="360363" y="1454150"/>
            <a:ext cx="6680977" cy="5232202"/>
          </a:xfrm>
        </p:spPr>
        <p:txBody>
          <a:bodyPr/>
          <a:lstStyle/>
          <a:p>
            <a:r>
              <a:rPr lang="es-MX" sz="2000" b="0" dirty="0">
                <a:solidFill>
                  <a:schemeClr val="dk2"/>
                </a:solidFill>
                <a:latin typeface="Tahoma"/>
                <a:ea typeface="Tahoma"/>
                <a:cs typeface="Tahoma"/>
              </a:rPr>
              <a:t>Incrementos de cuarto limpio, ocurren las siguientes tareas: </a:t>
            </a:r>
          </a:p>
          <a:p>
            <a:endParaRPr lang="es-MX" sz="2000" b="0" dirty="0">
              <a:solidFill>
                <a:schemeClr val="dk2"/>
              </a:solidFill>
              <a:latin typeface="Tahoma"/>
              <a:ea typeface="Tahoma"/>
              <a:cs typeface="Tahoma"/>
            </a:endParaRPr>
          </a:p>
          <a:p>
            <a:r>
              <a:rPr lang="es-MX" sz="2000" dirty="0">
                <a:solidFill>
                  <a:schemeClr val="dk2"/>
                </a:solidFill>
                <a:latin typeface="Tahoma"/>
                <a:ea typeface="Tahoma"/>
                <a:cs typeface="Tahoma"/>
              </a:rPr>
              <a:t>Especificación de estructura: </a:t>
            </a:r>
          </a:p>
          <a:p>
            <a:pPr marL="342900" indent="-342900">
              <a:buFont typeface="Arial" panose="020B0604020202020204" pitchFamily="34" charset="0"/>
              <a:buChar char="•"/>
            </a:pPr>
            <a:r>
              <a:rPr lang="es-MX" sz="2000" b="0" dirty="0">
                <a:solidFill>
                  <a:schemeClr val="dk2"/>
                </a:solidFill>
                <a:latin typeface="Tahoma"/>
                <a:ea typeface="Tahoma"/>
                <a:cs typeface="Tahoma"/>
              </a:rPr>
              <a:t>Se usa un método de especificación que utilice las estructuras de caja para describir la especificación funcional. Recopilación de requerimientos: Se desarrolla una descripción más detallada de los requerimientos del cliente (para cada incremento).</a:t>
            </a:r>
          </a:p>
          <a:p>
            <a:r>
              <a:rPr lang="es-MX" sz="2000" dirty="0">
                <a:solidFill>
                  <a:schemeClr val="dk2"/>
                </a:solidFill>
                <a:latin typeface="Tahoma"/>
                <a:ea typeface="Tahoma"/>
                <a:cs typeface="Tahoma"/>
              </a:rPr>
              <a:t>Diseño formal: </a:t>
            </a:r>
          </a:p>
          <a:p>
            <a:pPr marL="342900" indent="-342900">
              <a:buFont typeface="Arial" panose="020B0604020202020204" pitchFamily="34" charset="0"/>
              <a:buChar char="•"/>
            </a:pPr>
            <a:r>
              <a:rPr lang="es-MX" sz="2000" b="0" dirty="0">
                <a:solidFill>
                  <a:schemeClr val="dk2"/>
                </a:solidFill>
                <a:latin typeface="Tahoma"/>
                <a:ea typeface="Tahoma"/>
                <a:cs typeface="Tahoma"/>
              </a:rPr>
              <a:t>Al usar el enfoque de estructura de cajas, el diseño de cuarto limpio es una extensión natural de la especificación.</a:t>
            </a:r>
          </a:p>
          <a:p>
            <a:r>
              <a:rPr lang="es-MX" sz="2000" dirty="0">
                <a:solidFill>
                  <a:schemeClr val="dk2"/>
                </a:solidFill>
                <a:latin typeface="Tahoma"/>
                <a:ea typeface="Tahoma"/>
                <a:cs typeface="Tahoma"/>
              </a:rPr>
              <a:t>Verificación de exactitud: </a:t>
            </a:r>
          </a:p>
          <a:p>
            <a:pPr marL="342900" indent="-342900">
              <a:buFont typeface="Arial" panose="020B0604020202020204" pitchFamily="34" charset="0"/>
              <a:buChar char="•"/>
            </a:pPr>
            <a:r>
              <a:rPr lang="es-MX" sz="2000" b="0" dirty="0">
                <a:solidFill>
                  <a:schemeClr val="dk2"/>
                </a:solidFill>
                <a:latin typeface="Tahoma"/>
                <a:ea typeface="Tahoma"/>
                <a:cs typeface="Tahoma"/>
              </a:rPr>
              <a:t>El equipo de cuarto limpio realiza una serie de rigurosas acti­vidades de verificación de exactitud sobre el diseño y  del código.  </a:t>
            </a:r>
            <a:endParaRPr lang="es-AR" sz="2000" b="0" dirty="0">
              <a:solidFill>
                <a:schemeClr val="dk2"/>
              </a:solidFill>
              <a:latin typeface="Tahoma"/>
              <a:ea typeface="Tahoma"/>
              <a:cs typeface="Tahoma"/>
            </a:endParaRPr>
          </a:p>
        </p:txBody>
      </p:sp>
      <p:sp>
        <p:nvSpPr>
          <p:cNvPr id="4" name="Marcador de número de diapositiva 3">
            <a:extLst>
              <a:ext uri="{FF2B5EF4-FFF2-40B4-BE49-F238E27FC236}">
                <a16:creationId xmlns:a16="http://schemas.microsoft.com/office/drawing/2014/main" id="{7806E703-ED45-FB95-C1BE-6E8BC4081BE5}"/>
              </a:ext>
            </a:extLst>
          </p:cNvPr>
          <p:cNvSpPr>
            <a:spLocks noGrp="1"/>
          </p:cNvSpPr>
          <p:nvPr>
            <p:ph type="sldNum" sz="quarter" idx="7"/>
          </p:nvPr>
        </p:nvSpPr>
        <p:spPr/>
        <p:txBody>
          <a:bodyPr/>
          <a:lstStyle/>
          <a:p>
            <a:fld id="{B6F15528-21DE-4FAA-801E-634DDDAF4B2B}" type="slidenum">
              <a:rPr lang="es-AR" smtClean="0"/>
              <a:t>23</a:t>
            </a:fld>
            <a:endParaRPr lang="es-AR"/>
          </a:p>
        </p:txBody>
      </p:sp>
      <p:sp>
        <p:nvSpPr>
          <p:cNvPr id="5" name="Título 1">
            <a:extLst>
              <a:ext uri="{FF2B5EF4-FFF2-40B4-BE49-F238E27FC236}">
                <a16:creationId xmlns:a16="http://schemas.microsoft.com/office/drawing/2014/main" id="{5B4F9190-9087-F09C-5E0C-A8EBCC552030}"/>
              </a:ext>
            </a:extLst>
          </p:cNvPr>
          <p:cNvSpPr>
            <a:spLocks noGrp="1"/>
          </p:cNvSpPr>
          <p:nvPr>
            <p:ph type="title"/>
          </p:nvPr>
        </p:nvSpPr>
        <p:spPr>
          <a:xfrm>
            <a:off x="360363" y="530225"/>
            <a:ext cx="5710237" cy="923925"/>
          </a:xfrm>
        </p:spPr>
        <p:txBody>
          <a:bodyPr/>
          <a:lstStyle/>
          <a:p>
            <a:r>
              <a:rPr lang="es-MX" sz="2800" b="0" dirty="0">
                <a:latin typeface="Tahoma"/>
                <a:ea typeface="Tahoma"/>
                <a:cs typeface="Tahoma"/>
              </a:rPr>
              <a:t>Ingeniería del cuarto limpio</a:t>
            </a:r>
            <a:endParaRPr lang="es-AR" sz="2800" b="0" dirty="0">
              <a:latin typeface="Tahoma"/>
              <a:ea typeface="Tahoma"/>
              <a:cs typeface="Tahoma"/>
            </a:endParaRPr>
          </a:p>
        </p:txBody>
      </p:sp>
    </p:spTree>
    <p:extLst>
      <p:ext uri="{BB962C8B-B14F-4D97-AF65-F5344CB8AC3E}">
        <p14:creationId xmlns:p14="http://schemas.microsoft.com/office/powerpoint/2010/main" val="3145979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err="1">
                <a:latin typeface="Tahoma"/>
                <a:ea typeface="Tahoma"/>
                <a:cs typeface="Tahoma"/>
              </a:rPr>
              <a:t>Objetivo</a:t>
            </a:r>
            <a:r>
              <a:rPr sz="3200" b="0" dirty="0">
                <a:latin typeface="Tahoma"/>
                <a:ea typeface="Tahoma"/>
                <a:cs typeface="Tahoma"/>
              </a:rPr>
              <a:t> del </a:t>
            </a:r>
            <a:r>
              <a:rPr sz="3200" b="0" dirty="0" err="1">
                <a:latin typeface="Tahoma"/>
                <a:ea typeface="Tahoma"/>
                <a:cs typeface="Tahoma"/>
              </a:rPr>
              <a:t>Modelo</a:t>
            </a:r>
            <a:endParaRPr sz="3200" b="0" dirty="0">
              <a:latin typeface="Tahoma"/>
              <a:ea typeface="Tahoma"/>
              <a:cs typeface="Tahoma"/>
            </a:endParaRPr>
          </a:p>
        </p:txBody>
      </p:sp>
      <p:sp>
        <p:nvSpPr>
          <p:cNvPr id="3" name="Content Placeholder 2"/>
          <p:cNvSpPr>
            <a:spLocks noGrp="1"/>
          </p:cNvSpPr>
          <p:nvPr>
            <p:ph idx="1"/>
          </p:nvPr>
        </p:nvSpPr>
        <p:spPr>
          <a:xfrm>
            <a:off x="724509" y="1782827"/>
            <a:ext cx="5988368" cy="3248646"/>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Desarrollar</a:t>
            </a:r>
            <a:r>
              <a:rPr sz="2400" b="0" dirty="0">
                <a:solidFill>
                  <a:schemeClr val="dk2"/>
                </a:solidFill>
                <a:latin typeface="Tahoma"/>
                <a:ea typeface="Tahoma"/>
                <a:cs typeface="Tahoma"/>
              </a:rPr>
              <a:t> software con </a:t>
            </a:r>
            <a:r>
              <a:rPr sz="2400" b="0" dirty="0" err="1">
                <a:solidFill>
                  <a:schemeClr val="dk2"/>
                </a:solidFill>
                <a:latin typeface="Tahoma"/>
                <a:ea typeface="Tahoma"/>
                <a:cs typeface="Tahoma"/>
              </a:rPr>
              <a:t>alta</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confiabilidad</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corrección</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Asegurar</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que</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el</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producto</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cumpla</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los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requisitos</a:t>
            </a:r>
            <a:r>
              <a:rPr sz="2400" b="0" dirty="0">
                <a:solidFill>
                  <a:schemeClr val="dk2"/>
                </a:solidFill>
                <a:latin typeface="Tahoma"/>
                <a:ea typeface="Tahoma"/>
                <a:cs typeface="Tahoma"/>
              </a:rPr>
              <a:t> antes de </a:t>
            </a:r>
            <a:r>
              <a:rPr sz="2400" b="0" dirty="0" err="1">
                <a:solidFill>
                  <a:schemeClr val="dk2"/>
                </a:solidFill>
                <a:latin typeface="Tahoma"/>
                <a:ea typeface="Tahoma"/>
                <a:cs typeface="Tahoma"/>
              </a:rPr>
              <a:t>su</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ejecución</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Reducir</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costos</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mantenimiento</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depuración</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3BA5C677-0B9D-1672-FE0A-8672F146A310}"/>
              </a:ext>
            </a:extLst>
          </p:cNvPr>
          <p:cNvSpPr>
            <a:spLocks noGrp="1"/>
          </p:cNvSpPr>
          <p:nvPr>
            <p:ph type="sldNum" sz="quarter" idx="7"/>
          </p:nvPr>
        </p:nvSpPr>
        <p:spPr/>
        <p:txBody>
          <a:bodyPr/>
          <a:lstStyle/>
          <a:p>
            <a:fld id="{B6F15528-21DE-4FAA-801E-634DDDAF4B2B}" type="slidenum">
              <a:rPr lang="es-AR" smtClean="0"/>
              <a:t>24</a:t>
            </a:fld>
            <a:endParaRPr 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err="1">
                <a:latin typeface="Tahoma"/>
                <a:ea typeface="Tahoma"/>
                <a:cs typeface="Tahoma"/>
              </a:rPr>
              <a:t>Principios</a:t>
            </a:r>
            <a:r>
              <a:rPr sz="3200" b="0" dirty="0">
                <a:latin typeface="Tahoma"/>
                <a:ea typeface="Tahoma"/>
                <a:cs typeface="Tahoma"/>
              </a:rPr>
              <a:t> </a:t>
            </a:r>
            <a:r>
              <a:rPr sz="3200" b="0" dirty="0" err="1">
                <a:latin typeface="Tahoma"/>
                <a:ea typeface="Tahoma"/>
                <a:cs typeface="Tahoma"/>
              </a:rPr>
              <a:t>Fundamentales</a:t>
            </a:r>
            <a:endParaRPr sz="3200" b="0" dirty="0">
              <a:latin typeface="Tahoma"/>
              <a:ea typeface="Tahoma"/>
              <a:cs typeface="Tahoma"/>
            </a:endParaRPr>
          </a:p>
        </p:txBody>
      </p:sp>
      <p:sp>
        <p:nvSpPr>
          <p:cNvPr id="3" name="Content Placeholder 2"/>
          <p:cNvSpPr>
            <a:spLocks noGrp="1"/>
          </p:cNvSpPr>
          <p:nvPr>
            <p:ph idx="1"/>
          </p:nvPr>
        </p:nvSpPr>
        <p:spPr>
          <a:xfrm>
            <a:off x="812058" y="2006563"/>
            <a:ext cx="5988368" cy="2694648"/>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Prevención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defectos</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Desarrollo incremental.</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Verificación</a:t>
            </a:r>
            <a:r>
              <a:rPr sz="2400" b="0" dirty="0">
                <a:solidFill>
                  <a:schemeClr val="dk2"/>
                </a:solidFill>
                <a:latin typeface="Tahoma"/>
                <a:ea typeface="Tahoma"/>
                <a:cs typeface="Tahoma"/>
              </a:rPr>
              <a:t> formal.</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Prueba</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confiabilidad</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Control </a:t>
            </a:r>
            <a:r>
              <a:rPr sz="2400" b="0" dirty="0" err="1">
                <a:solidFill>
                  <a:schemeClr val="dk2"/>
                </a:solidFill>
                <a:latin typeface="Tahoma"/>
                <a:ea typeface="Tahoma"/>
                <a:cs typeface="Tahoma"/>
              </a:rPr>
              <a:t>calidad</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3392D4D9-3EDB-9D56-44F2-58DA8D1B3784}"/>
              </a:ext>
            </a:extLst>
          </p:cNvPr>
          <p:cNvSpPr>
            <a:spLocks noGrp="1"/>
          </p:cNvSpPr>
          <p:nvPr>
            <p:ph type="sldNum" sz="quarter" idx="7"/>
          </p:nvPr>
        </p:nvSpPr>
        <p:spPr/>
        <p:txBody>
          <a:bodyPr/>
          <a:lstStyle/>
          <a:p>
            <a:fld id="{B6F15528-21DE-4FAA-801E-634DDDAF4B2B}" type="slidenum">
              <a:rPr lang="es-AR" smtClean="0"/>
              <a:t>25</a:t>
            </a:fld>
            <a:endParaRPr 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err="1">
                <a:latin typeface="Tahoma"/>
                <a:ea typeface="Tahoma"/>
                <a:cs typeface="Tahoma"/>
              </a:rPr>
              <a:t>Fases</a:t>
            </a:r>
            <a:r>
              <a:rPr sz="3200" b="0" dirty="0">
                <a:latin typeface="Tahoma"/>
                <a:ea typeface="Tahoma"/>
                <a:cs typeface="Tahoma"/>
              </a:rPr>
              <a:t> del </a:t>
            </a:r>
            <a:r>
              <a:rPr sz="3200" b="0" dirty="0" err="1">
                <a:latin typeface="Tahoma"/>
                <a:ea typeface="Tahoma"/>
                <a:cs typeface="Tahoma"/>
              </a:rPr>
              <a:t>Proceso</a:t>
            </a:r>
            <a:r>
              <a:rPr sz="3200" b="0" dirty="0">
                <a:latin typeface="Tahoma"/>
                <a:ea typeface="Tahoma"/>
                <a:cs typeface="Tahoma"/>
              </a:rPr>
              <a:t> </a:t>
            </a:r>
          </a:p>
        </p:txBody>
      </p:sp>
      <p:sp>
        <p:nvSpPr>
          <p:cNvPr id="3" name="Content Placeholder 2"/>
          <p:cNvSpPr>
            <a:spLocks noGrp="1"/>
          </p:cNvSpPr>
          <p:nvPr>
            <p:ph idx="1"/>
          </p:nvPr>
        </p:nvSpPr>
        <p:spPr>
          <a:xfrm>
            <a:off x="724509" y="1782827"/>
            <a:ext cx="5988368" cy="2694648"/>
          </a:xfrm>
        </p:spPr>
        <p:txBody>
          <a:bodyPr/>
          <a:lstStyle/>
          <a:p>
            <a:pPr marL="457200" indent="-457200">
              <a:lnSpc>
                <a:spcPct val="150000"/>
              </a:lnSpc>
              <a:buFont typeface="+mj-lt"/>
              <a:buAutoNum type="arabicPeriod"/>
            </a:pPr>
            <a:r>
              <a:rPr sz="2400" b="0" dirty="0" err="1">
                <a:solidFill>
                  <a:schemeClr val="dk2"/>
                </a:solidFill>
                <a:latin typeface="Tahoma"/>
                <a:ea typeface="Tahoma"/>
                <a:cs typeface="Tahoma"/>
              </a:rPr>
              <a:t>Especificación</a:t>
            </a:r>
            <a:r>
              <a:rPr sz="2400" b="0" dirty="0">
                <a:solidFill>
                  <a:schemeClr val="dk2"/>
                </a:solidFill>
                <a:latin typeface="Tahoma"/>
                <a:ea typeface="Tahoma"/>
                <a:cs typeface="Tahoma"/>
              </a:rPr>
              <a:t> formal.</a:t>
            </a:r>
          </a:p>
          <a:p>
            <a:pPr marL="457200" indent="-457200">
              <a:lnSpc>
                <a:spcPct val="150000"/>
              </a:lnSpc>
              <a:buFont typeface="+mj-lt"/>
              <a:buAutoNum type="arabicPeriod"/>
            </a:pPr>
            <a:r>
              <a:rPr sz="2400" b="0" dirty="0" err="1">
                <a:solidFill>
                  <a:schemeClr val="dk2"/>
                </a:solidFill>
                <a:latin typeface="Tahoma"/>
                <a:ea typeface="Tahoma"/>
                <a:cs typeface="Tahoma"/>
              </a:rPr>
              <a:t>Diseño</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verificación</a:t>
            </a:r>
            <a:r>
              <a:rPr sz="2400" b="0" dirty="0">
                <a:solidFill>
                  <a:schemeClr val="dk2"/>
                </a:solidFill>
                <a:latin typeface="Tahoma"/>
                <a:ea typeface="Tahoma"/>
                <a:cs typeface="Tahoma"/>
              </a:rPr>
              <a:t>.</a:t>
            </a:r>
          </a:p>
          <a:p>
            <a:pPr marL="457200" indent="-457200">
              <a:lnSpc>
                <a:spcPct val="150000"/>
              </a:lnSpc>
              <a:buFont typeface="+mj-lt"/>
              <a:buAutoNum type="arabicPeriod"/>
            </a:pPr>
            <a:r>
              <a:rPr sz="2400" b="0" dirty="0">
                <a:solidFill>
                  <a:schemeClr val="dk2"/>
                </a:solidFill>
                <a:latin typeface="Tahoma"/>
                <a:ea typeface="Tahoma"/>
                <a:cs typeface="Tahoma"/>
              </a:rPr>
              <a:t>Desarrollo incremental.</a:t>
            </a:r>
          </a:p>
          <a:p>
            <a:pPr marL="457200" indent="-457200">
              <a:lnSpc>
                <a:spcPct val="150000"/>
              </a:lnSpc>
              <a:buFont typeface="+mj-lt"/>
              <a:buAutoNum type="arabicPeriod"/>
            </a:pPr>
            <a:r>
              <a:rPr sz="2400" b="0" dirty="0" err="1">
                <a:solidFill>
                  <a:schemeClr val="dk2"/>
                </a:solidFill>
                <a:latin typeface="Tahoma"/>
                <a:ea typeface="Tahoma"/>
                <a:cs typeface="Tahoma"/>
              </a:rPr>
              <a:t>Pruebas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estadísticas</a:t>
            </a:r>
            <a:r>
              <a:rPr sz="2400" b="0" dirty="0">
                <a:solidFill>
                  <a:schemeClr val="dk2"/>
                </a:solidFill>
                <a:latin typeface="Tahoma"/>
                <a:ea typeface="Tahoma"/>
                <a:cs typeface="Tahoma"/>
              </a:rPr>
              <a:t>.</a:t>
            </a:r>
            <a:endParaRPr lang="es-MX" sz="2400" b="0" dirty="0">
              <a:solidFill>
                <a:schemeClr val="dk2"/>
              </a:solidFill>
              <a:latin typeface="Tahoma"/>
              <a:ea typeface="Tahoma"/>
              <a:cs typeface="Tahoma"/>
            </a:endParaRPr>
          </a:p>
          <a:p>
            <a:pPr marL="457200" indent="-457200">
              <a:lnSpc>
                <a:spcPct val="150000"/>
              </a:lnSpc>
              <a:buFont typeface="+mj-lt"/>
              <a:buAutoNum type="arabicPeriod"/>
            </a:pPr>
            <a:r>
              <a:rPr sz="2400" b="0" dirty="0" err="1">
                <a:solidFill>
                  <a:schemeClr val="dk2"/>
                </a:solidFill>
                <a:latin typeface="Tahoma"/>
                <a:ea typeface="Tahoma"/>
                <a:cs typeface="Tahoma"/>
              </a:rPr>
              <a:t>Certificación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confiabilidad</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FA246786-1D0A-1EDF-3400-C5B6E7F04A9E}"/>
              </a:ext>
            </a:extLst>
          </p:cNvPr>
          <p:cNvSpPr>
            <a:spLocks noGrp="1"/>
          </p:cNvSpPr>
          <p:nvPr>
            <p:ph type="sldNum" sz="quarter" idx="7"/>
          </p:nvPr>
        </p:nvSpPr>
        <p:spPr/>
        <p:txBody>
          <a:bodyPr/>
          <a:lstStyle/>
          <a:p>
            <a:fld id="{B6F15528-21DE-4FAA-801E-634DDDAF4B2B}" type="slidenum">
              <a:rPr lang="es-AR" smtClean="0"/>
              <a:t>26</a:t>
            </a:fld>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a:latin typeface="Tahoma"/>
                <a:ea typeface="Tahoma"/>
                <a:cs typeface="Tahoma"/>
              </a:rPr>
              <a:t>Fase 1: </a:t>
            </a:r>
            <a:r>
              <a:rPr sz="3200" b="0" dirty="0" err="1">
                <a:latin typeface="Tahoma"/>
                <a:ea typeface="Tahoma"/>
                <a:cs typeface="Tahoma"/>
              </a:rPr>
              <a:t>Especificación</a:t>
            </a:r>
            <a:r>
              <a:rPr sz="3200" b="0" dirty="0">
                <a:latin typeface="Tahoma"/>
                <a:ea typeface="Tahoma"/>
                <a:cs typeface="Tahoma"/>
              </a:rPr>
              <a:t> Formal</a:t>
            </a:r>
          </a:p>
        </p:txBody>
      </p:sp>
      <p:sp>
        <p:nvSpPr>
          <p:cNvPr id="3" name="Content Placeholder 2"/>
          <p:cNvSpPr>
            <a:spLocks noGrp="1"/>
          </p:cNvSpPr>
          <p:nvPr>
            <p:ph idx="1"/>
          </p:nvPr>
        </p:nvSpPr>
        <p:spPr>
          <a:xfrm>
            <a:off x="724509" y="1782827"/>
            <a:ext cx="5988368" cy="2140651"/>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Definición</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precisa</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requisitos</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comportamiento</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Eliminación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ambigüedades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desde</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el</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inicio</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A568BDE5-445B-689C-45B6-8F6820B24592}"/>
              </a:ext>
            </a:extLst>
          </p:cNvPr>
          <p:cNvSpPr>
            <a:spLocks noGrp="1"/>
          </p:cNvSpPr>
          <p:nvPr>
            <p:ph type="sldNum" sz="quarter" idx="7"/>
          </p:nvPr>
        </p:nvSpPr>
        <p:spPr/>
        <p:txBody>
          <a:bodyPr/>
          <a:lstStyle/>
          <a:p>
            <a:fld id="{B6F15528-21DE-4FAA-801E-634DDDAF4B2B}" type="slidenum">
              <a:rPr lang="es-AR" smtClean="0"/>
              <a:t>27</a:t>
            </a:fld>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a:latin typeface="Tahoma"/>
                <a:ea typeface="Tahoma"/>
                <a:cs typeface="Tahoma"/>
              </a:rPr>
              <a:t>Fase 2: </a:t>
            </a:r>
            <a:r>
              <a:rPr sz="3200" b="0" dirty="0" err="1">
                <a:latin typeface="Tahoma"/>
                <a:ea typeface="Tahoma"/>
                <a:cs typeface="Tahoma"/>
              </a:rPr>
              <a:t>Diseño</a:t>
            </a:r>
            <a:r>
              <a:rPr sz="3200" b="0" dirty="0">
                <a:latin typeface="Tahoma"/>
                <a:ea typeface="Tahoma"/>
                <a:cs typeface="Tahoma"/>
              </a:rPr>
              <a:t> y </a:t>
            </a:r>
            <a:r>
              <a:rPr sz="3200" b="0" dirty="0" err="1">
                <a:latin typeface="Tahoma"/>
                <a:ea typeface="Tahoma"/>
                <a:cs typeface="Tahoma"/>
              </a:rPr>
              <a:t>Verificación</a:t>
            </a:r>
            <a:endParaRPr sz="3200" b="0" dirty="0">
              <a:latin typeface="Tahoma"/>
              <a:ea typeface="Tahoma"/>
              <a:cs typeface="Tahoma"/>
            </a:endParaRPr>
          </a:p>
        </p:txBody>
      </p:sp>
      <p:sp>
        <p:nvSpPr>
          <p:cNvPr id="3" name="Content Placeholder 2"/>
          <p:cNvSpPr>
            <a:spLocks noGrp="1"/>
          </p:cNvSpPr>
          <p:nvPr>
            <p:ph idx="1"/>
          </p:nvPr>
        </p:nvSpPr>
        <p:spPr>
          <a:xfrm>
            <a:off x="724509" y="1782827"/>
            <a:ext cx="5988368" cy="2694648"/>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Diseño</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estructurado</a:t>
            </a:r>
            <a:r>
              <a:rPr sz="2400" b="0" dirty="0">
                <a:solidFill>
                  <a:schemeClr val="dk2"/>
                </a:solidFill>
                <a:latin typeface="Tahoma"/>
                <a:ea typeface="Tahoma"/>
                <a:cs typeface="Tahoma"/>
              </a:rPr>
              <a:t> y modular.</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Verificación</a:t>
            </a:r>
            <a:r>
              <a:rPr sz="2400" b="0" dirty="0">
                <a:solidFill>
                  <a:schemeClr val="dk2"/>
                </a:solidFill>
                <a:latin typeface="Tahoma"/>
                <a:ea typeface="Tahoma"/>
                <a:cs typeface="Tahoma"/>
              </a:rPr>
              <a:t> formal del </a:t>
            </a:r>
            <a:r>
              <a:rPr sz="2400" b="0" dirty="0" err="1">
                <a:solidFill>
                  <a:schemeClr val="dk2"/>
                </a:solidFill>
                <a:latin typeface="Tahoma"/>
                <a:ea typeface="Tahoma"/>
                <a:cs typeface="Tahoma"/>
              </a:rPr>
              <a:t>cumplimiento</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requisitos</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Demostraciones</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corrección</a:t>
            </a:r>
            <a:r>
              <a:rPr sz="2400" b="0" dirty="0">
                <a:solidFill>
                  <a:schemeClr val="dk2"/>
                </a:solidFill>
                <a:latin typeface="Tahoma"/>
                <a:ea typeface="Tahoma"/>
                <a:cs typeface="Tahoma"/>
              </a:rPr>
              <a:t> sin </a:t>
            </a:r>
            <a:r>
              <a:rPr sz="2400" b="0" dirty="0" err="1">
                <a:solidFill>
                  <a:schemeClr val="dk2"/>
                </a:solidFill>
                <a:latin typeface="Tahoma"/>
                <a:ea typeface="Tahoma"/>
                <a:cs typeface="Tahoma"/>
              </a:rPr>
              <a:t>ejecución</a:t>
            </a:r>
            <a:r>
              <a:rPr sz="2400" b="0" dirty="0">
                <a:solidFill>
                  <a:schemeClr val="dk2"/>
                </a:solidFill>
                <a:latin typeface="Tahoma"/>
                <a:ea typeface="Tahoma"/>
                <a:cs typeface="Tahoma"/>
              </a:rPr>
              <a:t> del </a:t>
            </a:r>
            <a:r>
              <a:rPr sz="2400" b="0" dirty="0" err="1">
                <a:solidFill>
                  <a:schemeClr val="dk2"/>
                </a:solidFill>
                <a:latin typeface="Tahoma"/>
                <a:ea typeface="Tahoma"/>
                <a:cs typeface="Tahoma"/>
              </a:rPr>
              <a:t>código</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5DEBCB66-E13F-2593-A939-88970D88F03C}"/>
              </a:ext>
            </a:extLst>
          </p:cNvPr>
          <p:cNvSpPr>
            <a:spLocks noGrp="1"/>
          </p:cNvSpPr>
          <p:nvPr>
            <p:ph type="sldNum" sz="quarter" idx="7"/>
          </p:nvPr>
        </p:nvSpPr>
        <p:spPr/>
        <p:txBody>
          <a:bodyPr/>
          <a:lstStyle/>
          <a:p>
            <a:fld id="{B6F15528-21DE-4FAA-801E-634DDDAF4B2B}" type="slidenum">
              <a:rPr lang="es-AR" smtClean="0"/>
              <a:t>28</a:t>
            </a:fld>
            <a:endParaRPr 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a:latin typeface="Tahoma"/>
                <a:ea typeface="Tahoma"/>
                <a:cs typeface="Tahoma"/>
              </a:rPr>
              <a:t>Fase 3: Desarrollo Incremental</a:t>
            </a:r>
          </a:p>
        </p:txBody>
      </p:sp>
      <p:sp>
        <p:nvSpPr>
          <p:cNvPr id="3" name="Content Placeholder 2"/>
          <p:cNvSpPr>
            <a:spLocks noGrp="1"/>
          </p:cNvSpPr>
          <p:nvPr>
            <p:ph idx="1"/>
          </p:nvPr>
        </p:nvSpPr>
        <p:spPr>
          <a:xfrm>
            <a:off x="724509" y="1782827"/>
            <a:ext cx="5988368" cy="3248646"/>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Construcción</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en</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incrementos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funcionales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pequeños</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Cada </a:t>
            </a:r>
            <a:r>
              <a:rPr sz="2400" b="0" dirty="0" err="1">
                <a:solidFill>
                  <a:schemeClr val="dk2"/>
                </a:solidFill>
                <a:latin typeface="Tahoma"/>
                <a:ea typeface="Tahoma"/>
                <a:cs typeface="Tahoma"/>
              </a:rPr>
              <a:t>incremento</a:t>
            </a:r>
            <a:r>
              <a:rPr sz="2400" b="0" dirty="0">
                <a:solidFill>
                  <a:schemeClr val="dk2"/>
                </a:solidFill>
                <a:latin typeface="Tahoma"/>
                <a:ea typeface="Tahoma"/>
                <a:cs typeface="Tahoma"/>
              </a:rPr>
              <a:t> es </a:t>
            </a:r>
            <a:r>
              <a:rPr sz="2400" b="0" dirty="0" err="1">
                <a:solidFill>
                  <a:schemeClr val="dk2"/>
                </a:solidFill>
                <a:latin typeface="Tahoma"/>
                <a:ea typeface="Tahoma"/>
                <a:cs typeface="Tahoma"/>
              </a:rPr>
              <a:t>verificado</a:t>
            </a:r>
            <a:r>
              <a:rPr sz="2400" b="0" dirty="0">
                <a:solidFill>
                  <a:schemeClr val="dk2"/>
                </a:solidFill>
                <a:latin typeface="Tahoma"/>
                <a:ea typeface="Tahoma"/>
                <a:cs typeface="Tahoma"/>
              </a:rPr>
              <a:t> antes de </a:t>
            </a:r>
            <a:r>
              <a:rPr sz="2400" b="0" dirty="0" err="1">
                <a:solidFill>
                  <a:schemeClr val="dk2"/>
                </a:solidFill>
                <a:latin typeface="Tahoma"/>
                <a:ea typeface="Tahoma"/>
                <a:cs typeface="Tahoma"/>
              </a:rPr>
              <a:t>integrarse</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Reducción</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progresiva</a:t>
            </a:r>
            <a:r>
              <a:rPr sz="2400" b="0" dirty="0">
                <a:solidFill>
                  <a:schemeClr val="dk2"/>
                </a:solidFill>
                <a:latin typeface="Tahoma"/>
                <a:ea typeface="Tahoma"/>
                <a:cs typeface="Tahoma"/>
              </a:rPr>
              <a:t> del </a:t>
            </a:r>
            <a:r>
              <a:rPr sz="2400" b="0" dirty="0" err="1">
                <a:solidFill>
                  <a:schemeClr val="dk2"/>
                </a:solidFill>
                <a:latin typeface="Tahoma"/>
                <a:ea typeface="Tahoma"/>
                <a:cs typeface="Tahoma"/>
              </a:rPr>
              <a:t>riesgo</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errores</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BD283718-3A80-FE34-B589-DEABFEF8444C}"/>
              </a:ext>
            </a:extLst>
          </p:cNvPr>
          <p:cNvSpPr>
            <a:spLocks noGrp="1"/>
          </p:cNvSpPr>
          <p:nvPr>
            <p:ph type="sldNum" sz="quarter" idx="7"/>
          </p:nvPr>
        </p:nvSpPr>
        <p:spPr/>
        <p:txBody>
          <a:bodyPr/>
          <a:lstStyle/>
          <a:p>
            <a:fld id="{B6F15528-21DE-4FAA-801E-634DDDAF4B2B}" type="slidenum">
              <a:rPr lang="es-AR" smtClean="0"/>
              <a:t>29</a:t>
            </a:fld>
            <a:endParaRPr 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r>
              <a:rPr sz="3200" b="0" dirty="0">
                <a:latin typeface="Tahoma"/>
                <a:ea typeface="Tahoma"/>
                <a:cs typeface="Tahoma"/>
              </a:rPr>
              <a:t>Fase 4: </a:t>
            </a:r>
            <a:r>
              <a:rPr sz="3200" b="0" dirty="0" err="1">
                <a:latin typeface="Tahoma"/>
                <a:ea typeface="Tahoma"/>
                <a:cs typeface="Tahoma"/>
              </a:rPr>
              <a:t>Pruebas</a:t>
            </a:r>
            <a:r>
              <a:rPr sz="3200" b="0" dirty="0">
                <a:latin typeface="Tahoma"/>
                <a:ea typeface="Tahoma"/>
                <a:cs typeface="Tahoma"/>
              </a:rPr>
              <a:t> </a:t>
            </a:r>
          </a:p>
        </p:txBody>
      </p:sp>
      <p:sp>
        <p:nvSpPr>
          <p:cNvPr id="3" name="Content Placeholder 2"/>
          <p:cNvSpPr>
            <a:spLocks noGrp="1"/>
          </p:cNvSpPr>
          <p:nvPr>
            <p:ph idx="1"/>
          </p:nvPr>
        </p:nvSpPr>
        <p:spPr>
          <a:xfrm>
            <a:off x="724508" y="1782827"/>
            <a:ext cx="6405865" cy="2140651"/>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Ejecución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pruebas</a:t>
            </a:r>
            <a:r>
              <a:rPr sz="2400" b="0" dirty="0">
                <a:solidFill>
                  <a:schemeClr val="dk2"/>
                </a:solidFill>
                <a:latin typeface="Tahoma"/>
                <a:ea typeface="Tahoma"/>
                <a:cs typeface="Tahoma"/>
              </a:rPr>
              <a:t> con </a:t>
            </a:r>
            <a:r>
              <a:rPr sz="2400" b="0" dirty="0" err="1">
                <a:solidFill>
                  <a:schemeClr val="dk2"/>
                </a:solidFill>
                <a:latin typeface="Tahoma"/>
                <a:ea typeface="Tahoma"/>
                <a:cs typeface="Tahoma"/>
              </a:rPr>
              <a:t>casos</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uso</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reales</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Evaluación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confiabilidad</a:t>
            </a:r>
            <a:r>
              <a:rPr lang="es-MX" sz="2400" b="0" dirty="0">
                <a:solidFill>
                  <a:schemeClr val="dk2"/>
                </a:solidFill>
                <a:latin typeface="Tahoma"/>
                <a:ea typeface="Tahoma"/>
                <a:cs typeface="Tahoma"/>
              </a:rPr>
              <a:t>.</a:t>
            </a:r>
            <a:endParaRPr sz="2400" b="0" dirty="0">
              <a:solidFill>
                <a:schemeClr val="dk2"/>
              </a:solidFill>
              <a:latin typeface="Tahoma"/>
              <a:ea typeface="Tahoma"/>
              <a:cs typeface="Tahoma"/>
            </a:endParaRP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Modelos</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fiabilidad</a:t>
            </a:r>
            <a:r>
              <a:rPr lang="es-MX" sz="2400" b="0" dirty="0">
                <a:solidFill>
                  <a:schemeClr val="dk2"/>
                </a:solidFill>
                <a:latin typeface="Tahoma"/>
                <a:ea typeface="Tahoma"/>
                <a:cs typeface="Tahoma"/>
              </a:rPr>
              <a:t>.</a:t>
            </a:r>
            <a:endParaRPr sz="2400" b="0" dirty="0">
              <a:solidFill>
                <a:schemeClr val="dk2"/>
              </a:solidFill>
              <a:latin typeface="Tahoma"/>
              <a:ea typeface="Tahoma"/>
              <a:cs typeface="Tahoma"/>
            </a:endParaRPr>
          </a:p>
        </p:txBody>
      </p:sp>
      <p:sp>
        <p:nvSpPr>
          <p:cNvPr id="4" name="Marcador de número de diapositiva 3">
            <a:extLst>
              <a:ext uri="{FF2B5EF4-FFF2-40B4-BE49-F238E27FC236}">
                <a16:creationId xmlns:a16="http://schemas.microsoft.com/office/drawing/2014/main" id="{5C06DC4D-A11A-2B76-4530-4581ED66226C}"/>
              </a:ext>
            </a:extLst>
          </p:cNvPr>
          <p:cNvSpPr>
            <a:spLocks noGrp="1"/>
          </p:cNvSpPr>
          <p:nvPr>
            <p:ph type="sldNum" sz="quarter" idx="7"/>
          </p:nvPr>
        </p:nvSpPr>
        <p:spPr/>
        <p:txBody>
          <a:bodyPr/>
          <a:lstStyle/>
          <a:p>
            <a:fld id="{B6F15528-21DE-4FAA-801E-634DDDAF4B2B}" type="slidenum">
              <a:rPr lang="es-AR" smtClean="0"/>
              <a:t>30</a:t>
            </a:fld>
            <a:endParaRPr 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984885"/>
          </a:xfrm>
        </p:spPr>
        <p:txBody>
          <a:bodyPr/>
          <a:lstStyle/>
          <a:p>
            <a:pPr algn="ctr"/>
            <a:r>
              <a:rPr sz="3200" b="0" dirty="0">
                <a:latin typeface="Tahoma"/>
                <a:ea typeface="Tahoma"/>
                <a:cs typeface="Tahoma"/>
              </a:rPr>
              <a:t>Fase 5: </a:t>
            </a:r>
            <a:r>
              <a:rPr sz="3200" b="0" dirty="0" err="1">
                <a:latin typeface="Tahoma"/>
                <a:ea typeface="Tahoma"/>
                <a:cs typeface="Tahoma"/>
              </a:rPr>
              <a:t>Certificación</a:t>
            </a:r>
            <a:r>
              <a:rPr sz="3200" b="0" dirty="0">
                <a:latin typeface="Tahoma"/>
                <a:ea typeface="Tahoma"/>
                <a:cs typeface="Tahoma"/>
              </a:rPr>
              <a:t> de </a:t>
            </a:r>
            <a:r>
              <a:rPr sz="3200" b="0" dirty="0" err="1">
                <a:latin typeface="Tahoma"/>
                <a:ea typeface="Tahoma"/>
                <a:cs typeface="Tahoma"/>
              </a:rPr>
              <a:t>Confiabilidad</a:t>
            </a:r>
            <a:endParaRPr sz="3200" b="0" dirty="0">
              <a:latin typeface="Tahoma"/>
              <a:ea typeface="Tahoma"/>
              <a:cs typeface="Tahoma"/>
            </a:endParaRPr>
          </a:p>
        </p:txBody>
      </p:sp>
      <p:sp>
        <p:nvSpPr>
          <p:cNvPr id="3" name="Content Placeholder 2"/>
          <p:cNvSpPr>
            <a:spLocks noGrp="1"/>
          </p:cNvSpPr>
          <p:nvPr>
            <p:ph idx="1"/>
          </p:nvPr>
        </p:nvSpPr>
        <p:spPr>
          <a:xfrm>
            <a:off x="724509" y="1782827"/>
            <a:ext cx="5988368" cy="2694648"/>
          </a:xfrm>
        </p:spPr>
        <p:txBody>
          <a:bodyPr/>
          <a:lstStyle/>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Certificación</a:t>
            </a:r>
            <a:r>
              <a:rPr sz="2400" b="0" dirty="0">
                <a:solidFill>
                  <a:schemeClr val="dk2"/>
                </a:solidFill>
                <a:latin typeface="Tahoma"/>
                <a:ea typeface="Tahoma"/>
                <a:cs typeface="Tahoma"/>
              </a:rPr>
              <a:t> del </a:t>
            </a:r>
            <a:r>
              <a:rPr sz="2400" b="0" dirty="0" err="1">
                <a:solidFill>
                  <a:schemeClr val="dk2"/>
                </a:solidFill>
                <a:latin typeface="Tahoma"/>
                <a:ea typeface="Tahoma"/>
                <a:cs typeface="Tahoma"/>
              </a:rPr>
              <a:t>nivel</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confiabilidad</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alcanzado</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Registro</a:t>
            </a:r>
            <a:r>
              <a:rPr sz="2400" b="0" dirty="0">
                <a:solidFill>
                  <a:schemeClr val="dk2"/>
                </a:solidFill>
                <a:latin typeface="Tahoma"/>
                <a:ea typeface="Tahoma"/>
                <a:cs typeface="Tahoma"/>
              </a:rPr>
              <a:t> de la </a:t>
            </a:r>
            <a:r>
              <a:rPr sz="2400" b="0" dirty="0" err="1">
                <a:solidFill>
                  <a:schemeClr val="dk2"/>
                </a:solidFill>
                <a:latin typeface="Tahoma"/>
                <a:ea typeface="Tahoma"/>
                <a:cs typeface="Tahoma"/>
              </a:rPr>
              <a:t>tasa</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fallos</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esperada</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Entrega</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producto</a:t>
            </a:r>
            <a:r>
              <a:rPr sz="2400" b="0" dirty="0">
                <a:solidFill>
                  <a:schemeClr val="dk2"/>
                </a:solidFill>
                <a:latin typeface="Tahoma"/>
                <a:ea typeface="Tahoma"/>
                <a:cs typeface="Tahoma"/>
              </a:rPr>
              <a:t> </a:t>
            </a:r>
            <a:r>
              <a:rPr sz="2400" b="0" dirty="0" err="1">
                <a:solidFill>
                  <a:schemeClr val="dk2"/>
                </a:solidFill>
                <a:latin typeface="Tahoma"/>
                <a:ea typeface="Tahoma"/>
                <a:cs typeface="Tahoma"/>
              </a:rPr>
              <a:t>verificado</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confiable</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FFC130B5-905C-EFEA-8CBE-BB25936180D6}"/>
              </a:ext>
            </a:extLst>
          </p:cNvPr>
          <p:cNvSpPr>
            <a:spLocks noGrp="1"/>
          </p:cNvSpPr>
          <p:nvPr>
            <p:ph type="sldNum" sz="quarter" idx="7"/>
          </p:nvPr>
        </p:nvSpPr>
        <p:spPr/>
        <p:txBody>
          <a:bodyPr/>
          <a:lstStyle/>
          <a:p>
            <a:fld id="{B6F15528-21DE-4FAA-801E-634DDDAF4B2B}" type="slidenum">
              <a:rPr lang="es-AR" smtClean="0"/>
              <a:t>31</a:t>
            </a:fld>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92" y="530098"/>
            <a:ext cx="5710713" cy="492443"/>
          </a:xfrm>
        </p:spPr>
        <p:txBody>
          <a:bodyPr/>
          <a:lstStyle/>
          <a:p>
            <a:pPr algn="ctr"/>
            <a:r>
              <a:rPr sz="3200" b="0" dirty="0" err="1">
                <a:latin typeface="Tahoma"/>
                <a:ea typeface="Tahoma"/>
                <a:cs typeface="Tahoma"/>
              </a:rPr>
              <a:t>Ventajas</a:t>
            </a:r>
            <a:r>
              <a:rPr sz="3200" b="0" dirty="0">
                <a:latin typeface="Tahoma"/>
                <a:ea typeface="Tahoma"/>
                <a:cs typeface="Tahoma"/>
              </a:rPr>
              <a:t> y </a:t>
            </a:r>
            <a:r>
              <a:rPr sz="3200" b="0" dirty="0" err="1">
                <a:latin typeface="Tahoma"/>
                <a:ea typeface="Tahoma"/>
                <a:cs typeface="Tahoma"/>
              </a:rPr>
              <a:t>Desventajas</a:t>
            </a:r>
            <a:endParaRPr sz="3200" b="0" dirty="0">
              <a:latin typeface="Tahoma"/>
              <a:ea typeface="Tahoma"/>
              <a:cs typeface="Tahoma"/>
            </a:endParaRPr>
          </a:p>
        </p:txBody>
      </p:sp>
      <p:sp>
        <p:nvSpPr>
          <p:cNvPr id="3" name="Content Placeholder 2"/>
          <p:cNvSpPr>
            <a:spLocks noGrp="1"/>
          </p:cNvSpPr>
          <p:nvPr>
            <p:ph idx="1"/>
          </p:nvPr>
        </p:nvSpPr>
        <p:spPr>
          <a:xfrm>
            <a:off x="724509" y="1782827"/>
            <a:ext cx="5988368" cy="4356642"/>
          </a:xfrm>
        </p:spPr>
        <p:txBody>
          <a:bodyPr/>
          <a:lstStyle/>
          <a:p>
            <a:pPr>
              <a:lnSpc>
                <a:spcPct val="150000"/>
              </a:lnSpc>
            </a:pPr>
            <a:r>
              <a:rPr sz="2400" dirty="0" err="1">
                <a:solidFill>
                  <a:schemeClr val="dk2"/>
                </a:solidFill>
                <a:latin typeface="Tahoma"/>
                <a:ea typeface="Tahoma"/>
                <a:cs typeface="Tahoma"/>
              </a:rPr>
              <a:t>Ventajas</a:t>
            </a:r>
            <a:r>
              <a:rPr sz="240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Alta </a:t>
            </a:r>
            <a:r>
              <a:rPr sz="2400" b="0" dirty="0" err="1">
                <a:solidFill>
                  <a:schemeClr val="dk2"/>
                </a:solidFill>
                <a:latin typeface="Tahoma"/>
                <a:ea typeface="Tahoma"/>
                <a:cs typeface="Tahoma"/>
              </a:rPr>
              <a:t>calidad</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fiabilidad</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Reducción</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mantenimiento</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Mejor control del </a:t>
            </a:r>
            <a:r>
              <a:rPr sz="2400" b="0" dirty="0" err="1">
                <a:solidFill>
                  <a:schemeClr val="dk2"/>
                </a:solidFill>
                <a:latin typeface="Tahoma"/>
                <a:ea typeface="Tahoma"/>
                <a:cs typeface="Tahoma"/>
              </a:rPr>
              <a:t>proceso</a:t>
            </a:r>
            <a:r>
              <a:rPr sz="2400" b="0" dirty="0">
                <a:solidFill>
                  <a:schemeClr val="dk2"/>
                </a:solidFill>
                <a:latin typeface="Tahoma"/>
                <a:ea typeface="Tahoma"/>
                <a:cs typeface="Tahoma"/>
              </a:rPr>
              <a:t>.</a:t>
            </a:r>
          </a:p>
          <a:p>
            <a:pPr>
              <a:lnSpc>
                <a:spcPct val="150000"/>
              </a:lnSpc>
            </a:pPr>
            <a:r>
              <a:rPr sz="2400" dirty="0" err="1">
                <a:solidFill>
                  <a:schemeClr val="dk2"/>
                </a:solidFill>
                <a:latin typeface="Tahoma"/>
                <a:ea typeface="Tahoma"/>
                <a:cs typeface="Tahoma"/>
              </a:rPr>
              <a:t>Desventajas</a:t>
            </a:r>
            <a:r>
              <a:rPr sz="240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Requiere</a:t>
            </a:r>
            <a:r>
              <a:rPr sz="2400" b="0" dirty="0">
                <a:solidFill>
                  <a:schemeClr val="dk2"/>
                </a:solidFill>
                <a:latin typeface="Tahoma"/>
                <a:ea typeface="Tahoma"/>
                <a:cs typeface="Tahoma"/>
              </a:rPr>
              <a:t> personal </a:t>
            </a:r>
            <a:r>
              <a:rPr sz="2400" b="0" dirty="0" err="1">
                <a:solidFill>
                  <a:schemeClr val="dk2"/>
                </a:solidFill>
                <a:latin typeface="Tahoma"/>
                <a:ea typeface="Tahoma"/>
                <a:cs typeface="Tahoma"/>
              </a:rPr>
              <a:t>especializado</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a:solidFill>
                  <a:schemeClr val="dk2"/>
                </a:solidFill>
                <a:latin typeface="Tahoma"/>
                <a:ea typeface="Tahoma"/>
                <a:cs typeface="Tahoma"/>
              </a:rPr>
              <a:t>Mayor </a:t>
            </a:r>
            <a:r>
              <a:rPr sz="2400" b="0" dirty="0" err="1">
                <a:solidFill>
                  <a:schemeClr val="dk2"/>
                </a:solidFill>
                <a:latin typeface="Tahoma"/>
                <a:ea typeface="Tahoma"/>
                <a:cs typeface="Tahoma"/>
              </a:rPr>
              <a:t>complejidad</a:t>
            </a:r>
            <a:r>
              <a:rPr sz="2400" b="0" dirty="0">
                <a:solidFill>
                  <a:schemeClr val="dk2"/>
                </a:solidFill>
                <a:latin typeface="Tahoma"/>
                <a:ea typeface="Tahoma"/>
                <a:cs typeface="Tahoma"/>
              </a:rPr>
              <a:t> y </a:t>
            </a:r>
            <a:r>
              <a:rPr sz="2400" b="0" dirty="0" err="1">
                <a:solidFill>
                  <a:schemeClr val="dk2"/>
                </a:solidFill>
                <a:latin typeface="Tahoma"/>
                <a:ea typeface="Tahoma"/>
                <a:cs typeface="Tahoma"/>
              </a:rPr>
              <a:t>costo</a:t>
            </a:r>
            <a:r>
              <a:rPr sz="2400" b="0" dirty="0">
                <a:solidFill>
                  <a:schemeClr val="dk2"/>
                </a:solidFill>
                <a:latin typeface="Tahoma"/>
                <a:ea typeface="Tahoma"/>
                <a:cs typeface="Tahoma"/>
              </a:rPr>
              <a:t>.</a:t>
            </a:r>
          </a:p>
          <a:p>
            <a:pPr marL="342900" indent="-342900">
              <a:lnSpc>
                <a:spcPct val="150000"/>
              </a:lnSpc>
              <a:buFont typeface="Arial" panose="020B0604020202020204" pitchFamily="34" charset="0"/>
              <a:buChar char="•"/>
            </a:pPr>
            <a:r>
              <a:rPr sz="2400" b="0" dirty="0" err="1">
                <a:solidFill>
                  <a:schemeClr val="dk2"/>
                </a:solidFill>
                <a:latin typeface="Tahoma"/>
                <a:ea typeface="Tahoma"/>
                <a:cs typeface="Tahoma"/>
              </a:rPr>
              <a:t>Dificultad</a:t>
            </a:r>
            <a:r>
              <a:rPr sz="2400" b="0" dirty="0">
                <a:solidFill>
                  <a:schemeClr val="dk2"/>
                </a:solidFill>
                <a:latin typeface="Tahoma"/>
                <a:ea typeface="Tahoma"/>
                <a:cs typeface="Tahoma"/>
              </a:rPr>
              <a:t> ante </a:t>
            </a:r>
            <a:r>
              <a:rPr sz="2400" b="0" dirty="0" err="1">
                <a:solidFill>
                  <a:schemeClr val="dk2"/>
                </a:solidFill>
                <a:latin typeface="Tahoma"/>
                <a:ea typeface="Tahoma"/>
                <a:cs typeface="Tahoma"/>
              </a:rPr>
              <a:t>cambios</a:t>
            </a:r>
            <a:r>
              <a:rPr sz="2400" b="0" dirty="0">
                <a:solidFill>
                  <a:schemeClr val="dk2"/>
                </a:solidFill>
                <a:latin typeface="Tahoma"/>
                <a:ea typeface="Tahoma"/>
                <a:cs typeface="Tahoma"/>
              </a:rPr>
              <a:t> de </a:t>
            </a:r>
            <a:r>
              <a:rPr sz="2400" b="0" dirty="0" err="1">
                <a:solidFill>
                  <a:schemeClr val="dk2"/>
                </a:solidFill>
                <a:latin typeface="Tahoma"/>
                <a:ea typeface="Tahoma"/>
                <a:cs typeface="Tahoma"/>
              </a:rPr>
              <a:t>requisitos</a:t>
            </a:r>
            <a:r>
              <a:rPr sz="2400" b="0" dirty="0">
                <a:solidFill>
                  <a:schemeClr val="dk2"/>
                </a:solidFill>
                <a:latin typeface="Tahoma"/>
                <a:ea typeface="Tahoma"/>
                <a:cs typeface="Tahoma"/>
              </a:rPr>
              <a:t>.</a:t>
            </a:r>
          </a:p>
        </p:txBody>
      </p:sp>
      <p:sp>
        <p:nvSpPr>
          <p:cNvPr id="4" name="Marcador de número de diapositiva 3">
            <a:extLst>
              <a:ext uri="{FF2B5EF4-FFF2-40B4-BE49-F238E27FC236}">
                <a16:creationId xmlns:a16="http://schemas.microsoft.com/office/drawing/2014/main" id="{60B75B99-4AF3-C832-3BAA-8D1AD7CA13E5}"/>
              </a:ext>
            </a:extLst>
          </p:cNvPr>
          <p:cNvSpPr>
            <a:spLocks noGrp="1"/>
          </p:cNvSpPr>
          <p:nvPr>
            <p:ph type="sldNum" sz="quarter" idx="7"/>
          </p:nvPr>
        </p:nvSpPr>
        <p:spPr/>
        <p:txBody>
          <a:bodyPr/>
          <a:lstStyle/>
          <a:p>
            <a:fld id="{B6F15528-21DE-4FAA-801E-634DDDAF4B2B}" type="slidenum">
              <a:rPr lang="es-AR" smtClean="0"/>
              <a:t>32</a:t>
            </a:fld>
            <a:endParaRPr 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3" name="Google Shape;93;p5"/>
          <p:cNvSpPr txBox="1">
            <a:spLocks noGrp="1"/>
          </p:cNvSpPr>
          <p:nvPr>
            <p:ph type="title"/>
          </p:nvPr>
        </p:nvSpPr>
        <p:spPr>
          <a:xfrm>
            <a:off x="512898" y="0"/>
            <a:ext cx="5683621" cy="1488025"/>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91" name="Google Shape;91;p5"/>
          <p:cNvSpPr txBox="1">
            <a:spLocks noGrp="1"/>
          </p:cNvSpPr>
          <p:nvPr>
            <p:ph type="body" idx="1"/>
          </p:nvPr>
        </p:nvSpPr>
        <p:spPr>
          <a:xfrm>
            <a:off x="1478604" y="3198980"/>
            <a:ext cx="5301574" cy="2326330"/>
          </a:xfrm>
          <a:prstGeom prst="rect">
            <a:avLst/>
          </a:prstGeom>
          <a:noFill/>
          <a:ln>
            <a:noFill/>
          </a:ln>
        </p:spPr>
        <p:txBody>
          <a:bodyPr spcFirstLastPara="1" wrap="square" lIns="92075" tIns="46025" rIns="92075" bIns="46025" anchor="t" anchorCtr="0">
            <a:noAutofit/>
          </a:bodyPr>
          <a:lstStyle/>
          <a:p>
            <a:pPr marL="342900" marR="0" lvl="0" indent="-342900" algn="just" rtl="0">
              <a:lnSpc>
                <a:spcPct val="15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Es </a:t>
            </a:r>
            <a:r>
              <a:rPr lang="en-US" sz="2800" b="0" i="0" u="none" dirty="0" err="1">
                <a:solidFill>
                  <a:schemeClr val="dk2"/>
                </a:solidFill>
                <a:latin typeface="Tahoma"/>
                <a:ea typeface="Tahoma"/>
                <a:cs typeface="Tahoma"/>
                <a:sym typeface="Tahoma"/>
              </a:rPr>
              <a:t>útil</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la </a:t>
            </a:r>
            <a:r>
              <a:rPr lang="en-US" sz="2800" b="0" i="0" u="none" dirty="0" err="1">
                <a:solidFill>
                  <a:schemeClr val="dk2"/>
                </a:solidFill>
                <a:latin typeface="Tahoma"/>
                <a:ea typeface="Tahoma"/>
                <a:cs typeface="Tahoma"/>
                <a:sym typeface="Tahoma"/>
              </a:rPr>
              <a:t>medida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que</a:t>
            </a:r>
            <a:r>
              <a:rPr lang="en-US" sz="2800" b="0" i="0" u="none" dirty="0">
                <a:solidFill>
                  <a:schemeClr val="dk2"/>
                </a:solidFill>
                <a:latin typeface="Tahoma"/>
                <a:ea typeface="Tahoma"/>
                <a:cs typeface="Tahoma"/>
                <a:sym typeface="Tahoma"/>
              </a:rPr>
              <a:t> es un </a:t>
            </a:r>
            <a:r>
              <a:rPr lang="en-US" sz="2800" b="0" i="0" u="none" dirty="0" err="1">
                <a:solidFill>
                  <a:schemeClr val="dk2"/>
                </a:solidFill>
                <a:latin typeface="Tahoma"/>
                <a:ea typeface="Tahoma"/>
                <a:cs typeface="Tahoma"/>
                <a:sym typeface="Tahoma"/>
              </a:rPr>
              <a:t>cálculo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que</a:t>
            </a:r>
            <a:r>
              <a:rPr lang="en-US" sz="2800" b="0" i="0" u="none" dirty="0">
                <a:solidFill>
                  <a:schemeClr val="dk2"/>
                </a:solidFill>
                <a:latin typeface="Tahoma"/>
                <a:ea typeface="Tahoma"/>
                <a:cs typeface="Tahoma"/>
                <a:sym typeface="Tahoma"/>
              </a:rPr>
              <a:t> </a:t>
            </a:r>
            <a:r>
              <a:rPr lang="en-US" sz="2800" b="0" i="1" u="none" dirty="0">
                <a:solidFill>
                  <a:schemeClr val="dk2"/>
                </a:solidFill>
                <a:latin typeface="Tahoma"/>
                <a:ea typeface="Tahoma"/>
                <a:cs typeface="Tahoma"/>
                <a:sym typeface="Tahoma"/>
              </a:rPr>
              <a:t>PRECEDE</a:t>
            </a:r>
            <a:r>
              <a:rPr lang="en-US" sz="2800" b="0" dirty="0">
                <a:solidFill>
                  <a:schemeClr val="dk2"/>
                </a:solidFill>
                <a:latin typeface="Tahoma"/>
                <a:ea typeface="Tahoma"/>
                <a:cs typeface="Tahoma"/>
                <a:sym typeface="Tahoma"/>
              </a:rPr>
              <a:t> y </a:t>
            </a:r>
            <a:r>
              <a:rPr lang="en-US" sz="2800" b="0" i="0" u="none" dirty="0">
                <a:solidFill>
                  <a:schemeClr val="dk2"/>
                </a:solidFill>
                <a:latin typeface="Tahoma"/>
                <a:ea typeface="Tahoma"/>
                <a:cs typeface="Tahoma"/>
                <a:sym typeface="Tahoma"/>
              </a:rPr>
              <a:t> </a:t>
            </a:r>
            <a:r>
              <a:rPr lang="en-US" sz="2800" b="0" i="1" u="none" dirty="0">
                <a:solidFill>
                  <a:schemeClr val="dk2"/>
                </a:solidFill>
                <a:latin typeface="Tahoma"/>
                <a:ea typeface="Tahoma"/>
                <a:cs typeface="Tahoma"/>
                <a:sym typeface="Tahoma"/>
              </a:rPr>
              <a:t>PRESIDE</a:t>
            </a:r>
            <a:r>
              <a:rPr lang="en-US" sz="2800" b="0" i="0" u="none" dirty="0">
                <a:solidFill>
                  <a:schemeClr val="dk2"/>
                </a:solidFill>
                <a:latin typeface="Tahoma"/>
                <a:ea typeface="Tahoma"/>
                <a:cs typeface="Tahoma"/>
                <a:sym typeface="Tahoma"/>
              </a:rPr>
              <a:t>  la </a:t>
            </a:r>
            <a:r>
              <a:rPr lang="en-US" sz="2800" b="0" i="1" u="none" dirty="0">
                <a:solidFill>
                  <a:schemeClr val="dk2"/>
                </a:solidFill>
                <a:latin typeface="Tahoma"/>
                <a:ea typeface="Tahoma"/>
                <a:cs typeface="Tahoma"/>
                <a:sym typeface="Tahoma"/>
              </a:rPr>
              <a:t>ACCIÓN</a:t>
            </a:r>
            <a:r>
              <a:rPr lang="en-US" sz="2800" b="0" i="0" u="none" dirty="0">
                <a:solidFill>
                  <a:schemeClr val="dk2"/>
                </a:solidFill>
                <a:latin typeface="Tahoma"/>
                <a:ea typeface="Tahoma"/>
                <a:cs typeface="Tahoma"/>
                <a:sym typeface="Tahoma"/>
              </a:rPr>
              <a:t>.</a:t>
            </a:r>
            <a:endParaRPr dirty="0"/>
          </a:p>
        </p:txBody>
      </p:sp>
      <p:sp>
        <p:nvSpPr>
          <p:cNvPr id="90" name="Google Shape;90;p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33</a:t>
            </a:fld>
            <a:endParaRPr/>
          </a:p>
        </p:txBody>
      </p:sp>
      <p:graphicFrame>
        <p:nvGraphicFramePr>
          <p:cNvPr id="92" name="Google Shape;92;p5"/>
          <p:cNvGraphicFramePr/>
          <p:nvPr>
            <p:extLst>
              <p:ext uri="{D42A27DB-BD31-4B8C-83A1-F6EECF244321}">
                <p14:modId xmlns:p14="http://schemas.microsoft.com/office/powerpoint/2010/main" val="736718989"/>
              </p:ext>
            </p:extLst>
          </p:nvPr>
        </p:nvGraphicFramePr>
        <p:xfrm>
          <a:off x="612032" y="1672784"/>
          <a:ext cx="1333500" cy="1341437"/>
        </p:xfrm>
        <a:graphic>
          <a:graphicData uri="http://schemas.openxmlformats.org/presentationml/2006/ole">
            <mc:AlternateContent xmlns:mc="http://schemas.openxmlformats.org/markup-compatibility/2006">
              <mc:Choice xmlns:v="urn:schemas-microsoft-com:vml" Requires="v">
                <p:oleObj r:id="rId3" imgW="1333500" imgH="1341437" progId="MS_ClipArt_Gallery.2">
                  <p:embed/>
                </p:oleObj>
              </mc:Choice>
              <mc:Fallback>
                <p:oleObj r:id="rId3" imgW="1333500" imgH="1341437" progId="MS_ClipArt_Gallery.2">
                  <p:embed/>
                  <p:pic>
                    <p:nvPicPr>
                      <p:cNvPr id="92" name="Google Shape;92;p5"/>
                      <p:cNvPicPr preferRelativeResize="0"/>
                      <p:nvPr/>
                    </p:nvPicPr>
                    <p:blipFill rotWithShape="1">
                      <a:blip r:embed="rId4">
                        <a:alphaModFix/>
                      </a:blip>
                      <a:srcRect/>
                      <a:stretch/>
                    </p:blipFill>
                    <p:spPr>
                      <a:xfrm>
                        <a:off x="612032" y="1672784"/>
                        <a:ext cx="1333500" cy="1341437"/>
                      </a:xfrm>
                      <a:prstGeom prst="rect">
                        <a:avLst/>
                      </a:prstGeom>
                      <a:noFill/>
                      <a:ln>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102" name="Google Shape;102;p6"/>
          <p:cNvSpPr txBox="1">
            <a:spLocks noGrp="1"/>
          </p:cNvSpPr>
          <p:nvPr>
            <p:ph type="title"/>
          </p:nvPr>
        </p:nvSpPr>
        <p:spPr>
          <a:xfrm>
            <a:off x="515566" y="466928"/>
            <a:ext cx="7630735" cy="985734"/>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3200" b="0" dirty="0" err="1">
                <a:latin typeface="Tahoma"/>
                <a:ea typeface="Tahoma"/>
                <a:cs typeface="Tahoma"/>
                <a:sym typeface="Tahoma"/>
              </a:rPr>
              <a:t>Planificacion</a:t>
            </a:r>
            <a:r>
              <a:rPr lang="en-US" sz="3200" b="0" dirty="0">
                <a:latin typeface="Tahoma"/>
                <a:ea typeface="Tahoma"/>
                <a:cs typeface="Tahoma"/>
                <a:sym typeface="Tahoma"/>
              </a:rPr>
              <a:t> y </a:t>
            </a:r>
            <a:r>
              <a:rPr lang="en-US" sz="3200" b="0" dirty="0" err="1">
                <a:latin typeface="Tahoma"/>
                <a:ea typeface="Tahoma"/>
                <a:cs typeface="Tahoma"/>
                <a:sym typeface="Tahoma"/>
              </a:rPr>
              <a:t>pruebas</a:t>
            </a:r>
            <a:r>
              <a:rPr lang="en-US" sz="3200" b="0" dirty="0">
                <a:latin typeface="Tahoma"/>
                <a:ea typeface="Tahoma"/>
                <a:cs typeface="Tahoma"/>
                <a:sym typeface="Tahoma"/>
              </a:rPr>
              <a:t> de Sistemas - software</a:t>
            </a:r>
            <a:endParaRPr sz="3200" b="0" dirty="0">
              <a:latin typeface="Tahoma"/>
              <a:ea typeface="Tahoma"/>
              <a:cs typeface="Tahoma"/>
            </a:endParaRPr>
          </a:p>
        </p:txBody>
      </p:sp>
      <p:sp>
        <p:nvSpPr>
          <p:cNvPr id="100" name="Google Shape;100;p6"/>
          <p:cNvSpPr txBox="1">
            <a:spLocks noGrp="1"/>
          </p:cNvSpPr>
          <p:nvPr>
            <p:ph type="body" idx="1"/>
          </p:nvPr>
        </p:nvSpPr>
        <p:spPr>
          <a:xfrm>
            <a:off x="201950" y="2587556"/>
            <a:ext cx="6471224" cy="3477639"/>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Establece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el</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camino</a:t>
            </a:r>
            <a:r>
              <a:rPr lang="en-US" sz="2800" b="0" i="0" u="none" dirty="0">
                <a:solidFill>
                  <a:schemeClr val="dk2"/>
                </a:solidFill>
                <a:latin typeface="Tahoma"/>
                <a:ea typeface="Tahoma"/>
                <a:cs typeface="Tahoma"/>
                <a:sym typeface="Tahoma"/>
              </a:rPr>
              <a:t> para </a:t>
            </a:r>
            <a:r>
              <a:rPr lang="en-US" sz="2800" b="0" i="0" u="none" dirty="0" err="1">
                <a:solidFill>
                  <a:schemeClr val="dk2"/>
                </a:solidFill>
                <a:latin typeface="Tahoma"/>
                <a:ea typeface="Tahoma"/>
                <a:cs typeface="Tahoma"/>
                <a:sym typeface="Tahoma"/>
              </a:rPr>
              <a:t>el</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logro</a:t>
            </a:r>
            <a:r>
              <a:rPr lang="en-US" sz="2800" b="0" i="0" u="none" dirty="0">
                <a:solidFill>
                  <a:schemeClr val="dk2"/>
                </a:solidFill>
                <a:latin typeface="Tahoma"/>
                <a:ea typeface="Tahoma"/>
                <a:cs typeface="Tahoma"/>
                <a:sym typeface="Tahoma"/>
              </a:rPr>
              <a:t> del </a:t>
            </a:r>
            <a:r>
              <a:rPr lang="en-US" sz="2800" b="0" i="0" u="none" dirty="0" err="1">
                <a:solidFill>
                  <a:schemeClr val="dk2"/>
                </a:solidFill>
                <a:latin typeface="Tahoma"/>
                <a:ea typeface="Tahoma"/>
                <a:cs typeface="Tahoma"/>
                <a:sym typeface="Tahoma"/>
              </a:rPr>
              <a:t>objetivo</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a:p>
            <a:pPr marL="742950" marR="0" lvl="1" indent="-285750" algn="l" rtl="0">
              <a:lnSpc>
                <a:spcPct val="100000"/>
              </a:lnSpc>
              <a:spcBef>
                <a:spcPts val="560"/>
              </a:spcBef>
              <a:spcAft>
                <a:spcPts val="0"/>
              </a:spcAft>
              <a:buClr>
                <a:schemeClr val="hlink"/>
              </a:buClr>
              <a:buSzPts val="1540"/>
              <a:buFont typeface="Noto Sans Symbols"/>
              <a:buChar char="■"/>
            </a:pPr>
            <a:r>
              <a:rPr lang="en-US" sz="2800" b="0" i="0" u="none" strike="noStrike" cap="none" dirty="0" err="1">
                <a:solidFill>
                  <a:schemeClr val="dk2"/>
                </a:solidFill>
                <a:latin typeface="Tahoma"/>
                <a:ea typeface="Tahoma"/>
                <a:cs typeface="Tahoma"/>
                <a:sym typeface="Tahoma"/>
              </a:rPr>
              <a:t>Mejora</a:t>
            </a:r>
            <a:r>
              <a:rPr lang="en-US" sz="2800" b="0" i="0" u="none" strike="noStrike" cap="none" dirty="0">
                <a:solidFill>
                  <a:schemeClr val="dk2"/>
                </a:solidFill>
                <a:latin typeface="Tahoma"/>
                <a:ea typeface="Tahoma"/>
                <a:cs typeface="Tahoma"/>
                <a:sym typeface="Tahoma"/>
              </a:rPr>
              <a:t> la </a:t>
            </a:r>
            <a:r>
              <a:rPr lang="en-US" sz="2800" b="0" i="0" u="none" strike="noStrike" cap="none" dirty="0" err="1">
                <a:solidFill>
                  <a:schemeClr val="dk2"/>
                </a:solidFill>
                <a:latin typeface="Tahoma"/>
                <a:ea typeface="Tahoma"/>
                <a:cs typeface="Tahoma"/>
                <a:sym typeface="Tahoma"/>
              </a:rPr>
              <a:t>relación</a:t>
            </a:r>
            <a:r>
              <a:rPr lang="en-US" sz="2800" b="0" i="0" u="none" strike="noStrike" cap="none" dirty="0">
                <a:solidFill>
                  <a:schemeClr val="dk2"/>
                </a:solidFill>
                <a:latin typeface="Tahoma"/>
                <a:ea typeface="Tahoma"/>
                <a:cs typeface="Tahoma"/>
                <a:sym typeface="Tahoma"/>
              </a:rPr>
              <a:t> </a:t>
            </a:r>
            <a:r>
              <a:rPr lang="en-US" sz="2800" b="0" i="1" u="none" strike="noStrike" cap="none" dirty="0">
                <a:solidFill>
                  <a:schemeClr val="dk2"/>
                </a:solidFill>
                <a:latin typeface="Tahoma"/>
                <a:ea typeface="Tahoma"/>
                <a:cs typeface="Tahoma"/>
                <a:sym typeface="Tahoma"/>
              </a:rPr>
              <a:t>RECURSO/PRODUCTO</a:t>
            </a:r>
            <a:r>
              <a:rPr lang="en-US" sz="2800" b="0" i="0" u="none" strike="noStrike" cap="none" dirty="0">
                <a:solidFill>
                  <a:schemeClr val="dk2"/>
                </a:solidFill>
                <a:latin typeface="Tahoma"/>
                <a:ea typeface="Tahoma"/>
                <a:cs typeface="Tahoma"/>
                <a:sym typeface="Tahoma"/>
              </a:rPr>
              <a:t>.</a:t>
            </a:r>
            <a:endParaRPr dirty="0"/>
          </a:p>
        </p:txBody>
      </p:sp>
      <p:sp>
        <p:nvSpPr>
          <p:cNvPr id="99" name="Google Shape;99;p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34</a:t>
            </a:fld>
            <a:endParaRPr/>
          </a:p>
        </p:txBody>
      </p:sp>
      <p:sp>
        <p:nvSpPr>
          <p:cNvPr id="101" name="Google Shape;101;p6"/>
          <p:cNvSpPr txBox="1"/>
          <p:nvPr/>
        </p:nvSpPr>
        <p:spPr>
          <a:xfrm>
            <a:off x="312281" y="1617729"/>
            <a:ext cx="3644900"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Su principal </a:t>
            </a:r>
            <a:r>
              <a:rPr lang="en-US" sz="2800" b="0" i="1" u="none" dirty="0" err="1">
                <a:solidFill>
                  <a:schemeClr val="dk2"/>
                </a:solidFill>
                <a:latin typeface="Tahoma"/>
                <a:ea typeface="Tahoma"/>
                <a:cs typeface="Tahoma"/>
                <a:sym typeface="Tahoma"/>
              </a:rPr>
              <a:t>beneficio</a:t>
            </a:r>
            <a:r>
              <a:rPr lang="en-US" sz="2800" b="0" i="1" u="none" dirty="0">
                <a:solidFill>
                  <a:schemeClr val="dk2"/>
                </a:solidFill>
                <a:latin typeface="Tahoma"/>
                <a:ea typeface="Tahoma"/>
                <a:cs typeface="Tahoma"/>
                <a:sym typeface="Tahoma"/>
              </a:rPr>
              <a:t>:</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10" name="Google Shape;110;p7"/>
          <p:cNvSpPr txBox="1">
            <a:spLocks noGrp="1"/>
          </p:cNvSpPr>
          <p:nvPr>
            <p:ph type="title"/>
          </p:nvPr>
        </p:nvSpPr>
        <p:spPr>
          <a:xfrm>
            <a:off x="265710" y="-9425"/>
            <a:ext cx="7793037" cy="1462087"/>
          </a:xfrm>
          <a:prstGeom prst="rect">
            <a:avLst/>
          </a:prstGeom>
          <a:noFill/>
          <a:ln>
            <a:noFill/>
          </a:ln>
        </p:spPr>
        <p:txBody>
          <a:bodyPr spcFirstLastPara="1" wrap="square" lIns="92075" tIns="46025" rIns="92075" bIns="46025" anchor="b" anchorCtr="0">
            <a:noAutofit/>
          </a:bodyPr>
          <a:lstStyle/>
          <a:p>
            <a:pPr rtl="0">
              <a:buClr>
                <a:schemeClr val="dk2"/>
              </a:buClr>
              <a:buSzPts val="4400"/>
              <a:buFont typeface="Tahoma"/>
            </a:pPr>
            <a:r>
              <a:rPr lang="en-US" b="0" dirty="0" err="1">
                <a:latin typeface="Tahoma"/>
                <a:ea typeface="Tahoma"/>
                <a:cs typeface="Tahoma"/>
                <a:sym typeface="Tahoma"/>
              </a:rPr>
              <a:t>Elementos</a:t>
            </a:r>
            <a:r>
              <a:rPr lang="en-US" b="0" dirty="0">
                <a:latin typeface="Tahoma"/>
                <a:ea typeface="Tahoma"/>
                <a:cs typeface="Tahoma"/>
                <a:sym typeface="Tahoma"/>
              </a:rPr>
              <a:t> de la </a:t>
            </a:r>
            <a:r>
              <a:rPr lang="en-US" b="0" dirty="0" err="1">
                <a:latin typeface="Tahoma"/>
                <a:ea typeface="Tahoma"/>
                <a:cs typeface="Tahoma"/>
                <a:sym typeface="Tahoma"/>
              </a:rPr>
              <a:t>Planificación</a:t>
            </a:r>
            <a:endParaRPr b="0" dirty="0">
              <a:latin typeface="Tahoma"/>
              <a:ea typeface="Tahoma"/>
              <a:cs typeface="Tahoma"/>
            </a:endParaRPr>
          </a:p>
        </p:txBody>
      </p:sp>
      <p:sp>
        <p:nvSpPr>
          <p:cNvPr id="109" name="Google Shape;109;p7"/>
          <p:cNvSpPr txBox="1">
            <a:spLocks noGrp="1"/>
          </p:cNvSpPr>
          <p:nvPr>
            <p:ph type="body" idx="1"/>
          </p:nvPr>
        </p:nvSpPr>
        <p:spPr>
          <a:xfrm>
            <a:off x="265710" y="1790749"/>
            <a:ext cx="7358062"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90000"/>
              </a:lnSpc>
              <a:spcBef>
                <a:spcPts val="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Existencia</a:t>
            </a:r>
            <a:r>
              <a:rPr lang="en-US" sz="2800" b="0" i="0" u="none" dirty="0">
                <a:solidFill>
                  <a:schemeClr val="dk2"/>
                </a:solidFill>
                <a:latin typeface="Tahoma"/>
                <a:ea typeface="Tahoma"/>
                <a:cs typeface="Tahoma"/>
                <a:sym typeface="Tahoma"/>
              </a:rPr>
              <a:t> de un </a:t>
            </a:r>
            <a:r>
              <a:rPr lang="en-US" sz="2800" b="0" i="0" u="none" dirty="0" err="1">
                <a:solidFill>
                  <a:schemeClr val="dk2"/>
                </a:solidFill>
                <a:latin typeface="Tahoma"/>
                <a:ea typeface="Tahoma"/>
                <a:cs typeface="Tahoma"/>
                <a:sym typeface="Tahoma"/>
              </a:rPr>
              <a:t>problema</a:t>
            </a:r>
            <a:r>
              <a:rPr lang="en-US" sz="2800" b="0" i="0" u="none" dirty="0">
                <a:solidFill>
                  <a:schemeClr val="dk2"/>
                </a:solidFill>
                <a:latin typeface="Tahoma"/>
                <a:ea typeface="Tahoma"/>
                <a:cs typeface="Tahoma"/>
                <a:sym typeface="Tahoma"/>
              </a:rPr>
              <a:t>.</a:t>
            </a:r>
            <a:endParaRPr dirty="0"/>
          </a:p>
          <a:p>
            <a:pPr marL="742950" marR="0" lvl="1" indent="-285750" algn="l" rtl="0">
              <a:lnSpc>
                <a:spcPct val="90000"/>
              </a:lnSpc>
              <a:spcBef>
                <a:spcPts val="480"/>
              </a:spcBef>
              <a:spcAft>
                <a:spcPts val="0"/>
              </a:spcAft>
              <a:buClr>
                <a:schemeClr val="hlink"/>
              </a:buClr>
              <a:buSzPts val="1320"/>
              <a:buFont typeface="Noto Sans Symbols"/>
              <a:buChar char="■"/>
            </a:pPr>
            <a:r>
              <a:rPr lang="en-US" sz="2400" b="0" i="0" u="none" strike="noStrike" cap="none" dirty="0">
                <a:solidFill>
                  <a:schemeClr val="dk2"/>
                </a:solidFill>
                <a:latin typeface="Tahoma"/>
                <a:ea typeface="Tahoma"/>
                <a:cs typeface="Tahoma"/>
                <a:sym typeface="Tahoma"/>
              </a:rPr>
              <a:t>Brecha entre la </a:t>
            </a:r>
            <a:r>
              <a:rPr lang="en-US" sz="2400" b="0" i="0" u="none" strike="noStrike" cap="none" dirty="0" err="1">
                <a:solidFill>
                  <a:schemeClr val="dk2"/>
                </a:solidFill>
                <a:latin typeface="Tahoma"/>
                <a:ea typeface="Tahoma"/>
                <a:cs typeface="Tahoma"/>
                <a:sym typeface="Tahoma"/>
              </a:rPr>
              <a:t>situación</a:t>
            </a:r>
            <a:r>
              <a:rPr lang="en-US" sz="2400" b="0" i="0" u="none" strike="noStrike" cap="none" dirty="0">
                <a:solidFill>
                  <a:schemeClr val="dk2"/>
                </a:solidFill>
                <a:latin typeface="Tahoma"/>
                <a:ea typeface="Tahoma"/>
                <a:cs typeface="Tahoma"/>
                <a:sym typeface="Tahoma"/>
              </a:rPr>
              <a:t> actual y la </a:t>
            </a:r>
            <a:r>
              <a:rPr lang="en-US" sz="2400" b="0" i="0" u="none" strike="noStrike" cap="none" dirty="0" err="1">
                <a:solidFill>
                  <a:schemeClr val="dk2"/>
                </a:solidFill>
                <a:latin typeface="Tahoma"/>
                <a:ea typeface="Tahoma"/>
                <a:cs typeface="Tahoma"/>
                <a:sym typeface="Tahoma"/>
              </a:rPr>
              <a:t>proyectada</a:t>
            </a:r>
            <a:r>
              <a:rPr lang="en-US" sz="2400" b="0" i="0" u="none" strike="noStrike" cap="none" dirty="0">
                <a:solidFill>
                  <a:schemeClr val="dk2"/>
                </a:solidFill>
                <a:latin typeface="Tahoma"/>
                <a:ea typeface="Tahoma"/>
                <a:cs typeface="Tahoma"/>
                <a:sym typeface="Tahoma"/>
              </a:rPr>
              <a:t>.</a:t>
            </a:r>
            <a:endParaRPr dirty="0"/>
          </a:p>
          <a:p>
            <a:pPr marL="342900" marR="0" lvl="0" indent="-342900" algn="l" rtl="0">
              <a:lnSpc>
                <a:spcPct val="90000"/>
              </a:lnSpc>
              <a:spcBef>
                <a:spcPts val="640"/>
              </a:spcBef>
              <a:spcAft>
                <a:spcPts val="0"/>
              </a:spcAft>
              <a:buClr>
                <a:schemeClr val="folHlink"/>
              </a:buClr>
              <a:buSzPts val="1920"/>
              <a:buFont typeface="Noto Sans Symbols"/>
              <a:buNone/>
            </a:pPr>
            <a:endParaRPr sz="3200" b="0" i="0" u="none" dirty="0">
              <a:solidFill>
                <a:schemeClr val="dk2"/>
              </a:solidFill>
              <a:latin typeface="Tahoma"/>
              <a:ea typeface="Tahoma"/>
              <a:cs typeface="Tahoma"/>
              <a:sym typeface="Tahoma"/>
            </a:endParaRPr>
          </a:p>
          <a:p>
            <a:pPr marL="342900" marR="0" lvl="0" indent="-342900" algn="l" rtl="0">
              <a:lnSpc>
                <a:spcPct val="90000"/>
              </a:lnSpc>
              <a:spcBef>
                <a:spcPts val="72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La </a:t>
            </a:r>
            <a:r>
              <a:rPr lang="en-US" sz="2800" b="0" i="0" u="none" dirty="0" err="1">
                <a:solidFill>
                  <a:schemeClr val="dk2"/>
                </a:solidFill>
                <a:latin typeface="Tahoma"/>
                <a:ea typeface="Tahoma"/>
                <a:cs typeface="Tahoma"/>
                <a:sym typeface="Tahoma"/>
              </a:rPr>
              <a:t>identificación</a:t>
            </a:r>
            <a:r>
              <a:rPr lang="en-US" sz="2800" b="0" i="0" u="none" dirty="0">
                <a:solidFill>
                  <a:schemeClr val="dk2"/>
                </a:solidFill>
                <a:latin typeface="Tahoma"/>
                <a:ea typeface="Tahoma"/>
                <a:cs typeface="Tahoma"/>
                <a:sym typeface="Tahoma"/>
              </a:rPr>
              <a:t> de un </a:t>
            </a:r>
            <a:r>
              <a:rPr lang="en-US" sz="2800" b="0" i="0" u="none" dirty="0" err="1">
                <a:solidFill>
                  <a:schemeClr val="dk2"/>
                </a:solidFill>
                <a:latin typeface="Tahoma"/>
                <a:ea typeface="Tahoma"/>
                <a:cs typeface="Tahoma"/>
                <a:sym typeface="Tahoma"/>
              </a:rPr>
              <a:t>objetivo</a:t>
            </a:r>
            <a:r>
              <a:rPr lang="en-US" sz="3600" b="0" i="0" u="none" dirty="0">
                <a:solidFill>
                  <a:schemeClr val="dk2"/>
                </a:solidFill>
                <a:latin typeface="Tahoma"/>
                <a:ea typeface="Tahoma"/>
                <a:cs typeface="Tahoma"/>
                <a:sym typeface="Tahoma"/>
              </a:rPr>
              <a:t>.</a:t>
            </a:r>
            <a:endParaRPr dirty="0"/>
          </a:p>
          <a:p>
            <a:pPr marL="342900" marR="0" lvl="0" indent="-342900" algn="l" rtl="0">
              <a:lnSpc>
                <a:spcPct val="90000"/>
              </a:lnSpc>
              <a:spcBef>
                <a:spcPts val="720"/>
              </a:spcBef>
              <a:spcAft>
                <a:spcPts val="0"/>
              </a:spcAft>
              <a:buClr>
                <a:schemeClr val="folHlink"/>
              </a:buClr>
              <a:buSzPts val="2160"/>
              <a:buFont typeface="Noto Sans Symbols"/>
              <a:buNone/>
            </a:pPr>
            <a:endParaRPr sz="3600" b="0" i="0" u="none" dirty="0">
              <a:solidFill>
                <a:schemeClr val="dk2"/>
              </a:solidFill>
              <a:latin typeface="Tahoma"/>
              <a:ea typeface="Tahoma"/>
              <a:cs typeface="Tahoma"/>
              <a:sym typeface="Tahoma"/>
            </a:endParaRPr>
          </a:p>
          <a:p>
            <a:pPr marL="342900" marR="0" lvl="0" indent="-342900" algn="l" rtl="0">
              <a:lnSpc>
                <a:spcPct val="9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La </a:t>
            </a:r>
            <a:r>
              <a:rPr lang="en-US" sz="2800" b="0" i="0" u="none" dirty="0" err="1">
                <a:solidFill>
                  <a:schemeClr val="dk2"/>
                </a:solidFill>
                <a:latin typeface="Tahoma"/>
                <a:ea typeface="Tahoma"/>
                <a:cs typeface="Tahoma"/>
                <a:sym typeface="Tahoma"/>
              </a:rPr>
              <a:t>decisión</a:t>
            </a:r>
            <a:r>
              <a:rPr lang="en-US" sz="2800" b="0" i="0" u="none" dirty="0">
                <a:solidFill>
                  <a:schemeClr val="dk2"/>
                </a:solidFill>
                <a:latin typeface="Tahoma"/>
                <a:ea typeface="Tahoma"/>
                <a:cs typeface="Tahoma"/>
                <a:sym typeface="Tahoma"/>
              </a:rPr>
              <a:t> y la </a:t>
            </a:r>
            <a:r>
              <a:rPr lang="en-US" sz="2800" b="0" i="0" u="none" dirty="0" err="1">
                <a:solidFill>
                  <a:schemeClr val="dk2"/>
                </a:solidFill>
                <a:latin typeface="Tahoma"/>
                <a:ea typeface="Tahoma"/>
                <a:cs typeface="Tahoma"/>
                <a:sym typeface="Tahoma"/>
              </a:rPr>
              <a:t>implementación</a:t>
            </a:r>
            <a:r>
              <a:rPr lang="en-US" sz="2800" b="0" i="0" u="none" dirty="0">
                <a:solidFill>
                  <a:schemeClr val="dk2"/>
                </a:solidFill>
                <a:latin typeface="Tahoma"/>
                <a:ea typeface="Tahoma"/>
                <a:cs typeface="Tahoma"/>
                <a:sym typeface="Tahoma"/>
              </a:rPr>
              <a:t> de la </a:t>
            </a:r>
            <a:r>
              <a:rPr lang="en-US" sz="2800" b="0" i="0" u="none" dirty="0" err="1">
                <a:solidFill>
                  <a:schemeClr val="dk2"/>
                </a:solidFill>
                <a:latin typeface="Tahoma"/>
                <a:ea typeface="Tahoma"/>
                <a:cs typeface="Tahoma"/>
                <a:sym typeface="Tahoma"/>
              </a:rPr>
              <a:t>decisión</a:t>
            </a:r>
            <a:r>
              <a:rPr lang="en-US" sz="2800" b="0" i="0" u="none" dirty="0">
                <a:solidFill>
                  <a:schemeClr val="dk2"/>
                </a:solidFill>
                <a:latin typeface="Tahoma"/>
                <a:ea typeface="Tahoma"/>
                <a:cs typeface="Tahoma"/>
                <a:sym typeface="Tahoma"/>
              </a:rPr>
              <a:t>.</a:t>
            </a:r>
            <a:endParaRPr dirty="0"/>
          </a:p>
        </p:txBody>
      </p:sp>
      <p:sp>
        <p:nvSpPr>
          <p:cNvPr id="108" name="Google Shape;108;p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9" name="Google Shape;119;p8"/>
          <p:cNvSpPr txBox="1">
            <a:spLocks noGrp="1"/>
          </p:cNvSpPr>
          <p:nvPr>
            <p:ph type="title"/>
          </p:nvPr>
        </p:nvSpPr>
        <p:spPr>
          <a:xfrm>
            <a:off x="246264" y="-96975"/>
            <a:ext cx="6689558" cy="1478303"/>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17" name="Google Shape;117;p8"/>
          <p:cNvSpPr txBox="1">
            <a:spLocks noGrp="1"/>
          </p:cNvSpPr>
          <p:nvPr>
            <p:ph type="body" idx="1"/>
          </p:nvPr>
        </p:nvSpPr>
        <p:spPr>
          <a:xfrm>
            <a:off x="102918" y="2664618"/>
            <a:ext cx="7772400" cy="32766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rgbClr val="EEF2C5"/>
              </a:buClr>
              <a:buSzPts val="1920"/>
              <a:buFont typeface="Arial"/>
              <a:buChar char="●"/>
            </a:pPr>
            <a:r>
              <a:rPr lang="en-US" sz="2800" b="0" i="0" u="none" dirty="0">
                <a:solidFill>
                  <a:schemeClr val="dk2"/>
                </a:solidFill>
                <a:latin typeface="Tahoma"/>
                <a:ea typeface="Tahoma"/>
                <a:cs typeface="Tahoma"/>
                <a:sym typeface="Tahoma"/>
              </a:rPr>
              <a:t>Es </a:t>
            </a:r>
            <a:r>
              <a:rPr lang="en-US" sz="2800" b="0" i="0" u="none" dirty="0" err="1">
                <a:solidFill>
                  <a:schemeClr val="dk2"/>
                </a:solidFill>
                <a:latin typeface="Tahoma"/>
                <a:ea typeface="Tahoma"/>
                <a:cs typeface="Tahoma"/>
                <a:sym typeface="Tahoma"/>
              </a:rPr>
              <a:t>una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distinción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convencional</a:t>
            </a:r>
            <a:r>
              <a:rPr lang="en-US" sz="2800" b="0" i="0" u="none" dirty="0">
                <a:solidFill>
                  <a:schemeClr val="dk2"/>
                </a:solidFill>
                <a:latin typeface="Tahoma"/>
                <a:ea typeface="Tahoma"/>
                <a:cs typeface="Tahoma"/>
                <a:sym typeface="Tahoma"/>
              </a:rPr>
              <a:t>.</a:t>
            </a:r>
            <a:endParaRPr sz="2800" dirty="0"/>
          </a:p>
          <a:p>
            <a:pPr marL="342900" marR="0" lvl="0" indent="-342900" algn="l" rtl="0">
              <a:lnSpc>
                <a:spcPct val="150000"/>
              </a:lnSpc>
              <a:spcBef>
                <a:spcPts val="640"/>
              </a:spcBef>
              <a:spcAft>
                <a:spcPts val="0"/>
              </a:spcAft>
              <a:buClr>
                <a:srgbClr val="EEF2C5"/>
              </a:buClr>
              <a:buSzPts val="1920"/>
              <a:buFont typeface="Arial"/>
              <a:buChar char="●"/>
            </a:pPr>
            <a:r>
              <a:rPr lang="en-US" sz="2800" b="0" i="0" u="none" dirty="0" err="1">
                <a:solidFill>
                  <a:schemeClr val="dk2"/>
                </a:solidFill>
                <a:latin typeface="Tahoma"/>
                <a:ea typeface="Tahoma"/>
                <a:cs typeface="Tahoma"/>
                <a:sym typeface="Tahoma"/>
              </a:rPr>
              <a:t>Planificar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implica</a:t>
            </a:r>
            <a:r>
              <a:rPr lang="en-US" sz="2800" b="0" i="0" u="none" dirty="0">
                <a:solidFill>
                  <a:schemeClr val="dk2"/>
                </a:solidFill>
                <a:latin typeface="Tahoma"/>
                <a:ea typeface="Tahoma"/>
                <a:cs typeface="Tahoma"/>
                <a:sym typeface="Tahoma"/>
              </a:rPr>
              <a:t> resolver </a:t>
            </a:r>
            <a:r>
              <a:rPr lang="en-US" sz="2800" b="0" i="0" u="none" dirty="0" err="1">
                <a:solidFill>
                  <a:schemeClr val="dk2"/>
                </a:solidFill>
                <a:latin typeface="Tahoma"/>
                <a:ea typeface="Tahoma"/>
                <a:cs typeface="Tahoma"/>
                <a:sym typeface="Tahoma"/>
              </a:rPr>
              <a:t>problemas</a:t>
            </a:r>
            <a:r>
              <a:rPr lang="en-US" sz="2800" b="0" i="0" u="none" dirty="0">
                <a:solidFill>
                  <a:schemeClr val="dk2"/>
                </a:solidFill>
                <a:latin typeface="Tahoma"/>
                <a:ea typeface="Tahoma"/>
                <a:cs typeface="Tahoma"/>
                <a:sym typeface="Tahoma"/>
              </a:rPr>
              <a:t>.</a:t>
            </a:r>
            <a:endParaRPr sz="2800" dirty="0"/>
          </a:p>
          <a:p>
            <a:pPr marL="342900" marR="0" lvl="0" indent="-342900" algn="l" rtl="0">
              <a:lnSpc>
                <a:spcPct val="150000"/>
              </a:lnSpc>
              <a:spcBef>
                <a:spcPts val="640"/>
              </a:spcBef>
              <a:spcAft>
                <a:spcPts val="0"/>
              </a:spcAft>
              <a:buClr>
                <a:srgbClr val="EEF2C5"/>
              </a:buClr>
              <a:buSzPts val="1920"/>
              <a:buFont typeface="Arial"/>
              <a:buChar char="●"/>
            </a:pPr>
            <a:r>
              <a:rPr lang="en-US" sz="2800" b="0" i="0" u="none" dirty="0">
                <a:solidFill>
                  <a:schemeClr val="dk2"/>
                </a:solidFill>
                <a:latin typeface="Tahoma"/>
                <a:ea typeface="Tahoma"/>
                <a:cs typeface="Tahoma"/>
                <a:sym typeface="Tahoma"/>
              </a:rPr>
              <a:t>Resolver </a:t>
            </a:r>
            <a:r>
              <a:rPr lang="en-US" sz="2800" b="0" i="0" u="none" dirty="0" err="1">
                <a:solidFill>
                  <a:schemeClr val="dk2"/>
                </a:solidFill>
                <a:latin typeface="Tahoma"/>
                <a:ea typeface="Tahoma"/>
                <a:cs typeface="Tahoma"/>
                <a:sym typeface="Tahoma"/>
              </a:rPr>
              <a:t>problemas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implica</a:t>
            </a:r>
            <a:r>
              <a:rPr lang="en-US" sz="2800" b="0" i="0" u="none" dirty="0">
                <a:solidFill>
                  <a:schemeClr val="dk2"/>
                </a:solidFill>
                <a:latin typeface="Tahoma"/>
                <a:ea typeface="Tahoma"/>
                <a:cs typeface="Tahoma"/>
                <a:sym typeface="Tahoma"/>
              </a:rPr>
              <a:t> un </a:t>
            </a:r>
            <a:r>
              <a:rPr lang="en-US" sz="2800" b="0" i="0" u="none" dirty="0" err="1">
                <a:solidFill>
                  <a:schemeClr val="dk2"/>
                </a:solidFill>
                <a:latin typeface="Tahoma"/>
                <a:ea typeface="Tahoma"/>
                <a:cs typeface="Tahoma"/>
                <a:sym typeface="Tahoma"/>
              </a:rPr>
              <a:t>proceso</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planificación</a:t>
            </a:r>
            <a:r>
              <a:rPr lang="en-US" sz="2800" b="0" i="0" u="none" dirty="0">
                <a:solidFill>
                  <a:schemeClr val="dk2"/>
                </a:solidFill>
                <a:latin typeface="Tahoma"/>
                <a:ea typeface="Tahoma"/>
                <a:cs typeface="Tahoma"/>
                <a:sym typeface="Tahoma"/>
              </a:rPr>
              <a:t>.</a:t>
            </a:r>
            <a:endParaRPr sz="2800" dirty="0"/>
          </a:p>
        </p:txBody>
      </p:sp>
      <p:sp>
        <p:nvSpPr>
          <p:cNvPr id="116" name="Google Shape;116;p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36</a:t>
            </a:fld>
            <a:endParaRPr/>
          </a:p>
        </p:txBody>
      </p:sp>
      <p:sp>
        <p:nvSpPr>
          <p:cNvPr id="118" name="Google Shape;118;p8"/>
          <p:cNvSpPr txBox="1"/>
          <p:nvPr/>
        </p:nvSpPr>
        <p:spPr>
          <a:xfrm>
            <a:off x="-295157" y="1150347"/>
            <a:ext cx="7772400" cy="1066800"/>
          </a:xfrm>
          <a:prstGeom prst="rect">
            <a:avLst/>
          </a:prstGeom>
          <a:noFill/>
          <a:ln>
            <a:noFill/>
          </a:ln>
        </p:spPr>
        <p:txBody>
          <a:bodyPr spcFirstLastPara="1" wrap="square" lIns="92075" tIns="46025" rIns="92075" bIns="46025" anchor="b" anchorCtr="0">
            <a:noAutofit/>
          </a:bodyPr>
          <a:lstStyle/>
          <a:p>
            <a:pPr marL="0" marR="0" lvl="0" indent="0" algn="ctr"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Planificación</a:t>
            </a:r>
            <a:r>
              <a:rPr lang="en-US" sz="2800" b="0" i="1" u="none" dirty="0">
                <a:solidFill>
                  <a:schemeClr val="dk2"/>
                </a:solidFill>
                <a:latin typeface="Tahoma"/>
                <a:ea typeface="Tahoma"/>
                <a:cs typeface="Tahoma"/>
                <a:sym typeface="Tahoma"/>
              </a:rPr>
              <a:t>  vs. </a:t>
            </a:r>
            <a:r>
              <a:rPr lang="en-US" sz="2800" b="0" i="1" u="none" dirty="0" err="1">
                <a:solidFill>
                  <a:schemeClr val="dk2"/>
                </a:solidFill>
                <a:latin typeface="Tahoma"/>
                <a:ea typeface="Tahoma"/>
                <a:cs typeface="Tahoma"/>
                <a:sym typeface="Tahoma"/>
              </a:rPr>
              <a:t>resolución</a:t>
            </a:r>
            <a:r>
              <a:rPr lang="en-US" sz="2800" b="0" i="1" u="none" dirty="0">
                <a:solidFill>
                  <a:schemeClr val="dk2"/>
                </a:solidFill>
                <a:latin typeface="Tahoma"/>
                <a:ea typeface="Tahoma"/>
                <a:cs typeface="Tahoma"/>
                <a:sym typeface="Tahoma"/>
              </a:rPr>
              <a:t> de </a:t>
            </a:r>
            <a:r>
              <a:rPr lang="en-US" sz="2800" b="0" i="1" u="none" dirty="0" err="1">
                <a:solidFill>
                  <a:schemeClr val="dk2"/>
                </a:solidFill>
                <a:latin typeface="Tahoma"/>
                <a:ea typeface="Tahoma"/>
                <a:cs typeface="Tahoma"/>
                <a:sym typeface="Tahoma"/>
              </a:rPr>
              <a:t>problemas</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4"/>
        <p:cNvGrpSpPr/>
        <p:nvPr/>
      </p:nvGrpSpPr>
      <p:grpSpPr>
        <a:xfrm>
          <a:off x="0" y="0"/>
          <a:ext cx="0" cy="0"/>
          <a:chOff x="0" y="0"/>
          <a:chExt cx="0" cy="0"/>
        </a:xfrm>
      </p:grpSpPr>
      <p:sp>
        <p:nvSpPr>
          <p:cNvPr id="128" name="Google Shape;128;p9"/>
          <p:cNvSpPr txBox="1">
            <a:spLocks noGrp="1"/>
          </p:cNvSpPr>
          <p:nvPr>
            <p:ph type="title"/>
          </p:nvPr>
        </p:nvSpPr>
        <p:spPr>
          <a:xfrm>
            <a:off x="343538" y="-48336"/>
            <a:ext cx="6475552" cy="1462087"/>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26" name="Google Shape;126;p9"/>
          <p:cNvSpPr txBox="1">
            <a:spLocks noGrp="1"/>
          </p:cNvSpPr>
          <p:nvPr>
            <p:ph type="body" idx="1"/>
          </p:nvPr>
        </p:nvSpPr>
        <p:spPr>
          <a:xfrm>
            <a:off x="222250" y="2875838"/>
            <a:ext cx="7772400" cy="32766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920"/>
              <a:buFont typeface="Arial"/>
              <a:buChar char="●"/>
            </a:pPr>
            <a:r>
              <a:rPr lang="en-US" sz="3200" b="1" i="0" u="none" dirty="0">
                <a:solidFill>
                  <a:schemeClr val="dk2"/>
                </a:solidFill>
                <a:latin typeface="Tahoma"/>
                <a:ea typeface="Tahoma"/>
                <a:cs typeface="Tahoma"/>
                <a:sym typeface="Tahoma"/>
              </a:rPr>
              <a:t>Se </a:t>
            </a:r>
            <a:r>
              <a:rPr lang="en-US" sz="3200" b="1" i="0" u="none" dirty="0" err="1">
                <a:solidFill>
                  <a:schemeClr val="dk2"/>
                </a:solidFill>
                <a:latin typeface="Tahoma"/>
                <a:ea typeface="Tahoma"/>
                <a:cs typeface="Tahoma"/>
                <a:sym typeface="Tahoma"/>
              </a:rPr>
              <a:t>diferencian</a:t>
            </a:r>
            <a:r>
              <a:rPr lang="en-US" sz="3200" b="1" i="0" u="none" dirty="0">
                <a:solidFill>
                  <a:schemeClr val="dk2"/>
                </a:solidFill>
                <a:latin typeface="Tahoma"/>
                <a:ea typeface="Tahoma"/>
                <a:cs typeface="Tahoma"/>
                <a:sym typeface="Tahoma"/>
              </a:rPr>
              <a:t> </a:t>
            </a:r>
            <a:r>
              <a:rPr lang="en-US" sz="3200" b="1" i="0" u="none" dirty="0" err="1">
                <a:solidFill>
                  <a:schemeClr val="dk2"/>
                </a:solidFill>
                <a:latin typeface="Tahoma"/>
                <a:ea typeface="Tahoma"/>
                <a:cs typeface="Tahoma"/>
                <a:sym typeface="Tahoma"/>
              </a:rPr>
              <a:t>por</a:t>
            </a:r>
            <a:r>
              <a:rPr lang="en-US" sz="3200" b="1" i="0" u="none" dirty="0">
                <a:solidFill>
                  <a:schemeClr val="dk2"/>
                </a:solidFill>
                <a:latin typeface="Tahoma"/>
                <a:ea typeface="Tahoma"/>
                <a:cs typeface="Tahoma"/>
                <a:sym typeface="Tahoma"/>
              </a:rPr>
              <a:t> la </a:t>
            </a:r>
            <a:r>
              <a:rPr lang="en-US" sz="3200" b="1" i="0" u="none" dirty="0" err="1">
                <a:solidFill>
                  <a:schemeClr val="dk2"/>
                </a:solidFill>
                <a:latin typeface="Tahoma"/>
                <a:ea typeface="Tahoma"/>
                <a:cs typeface="Tahoma"/>
                <a:sym typeface="Tahoma"/>
              </a:rPr>
              <a:t>vinculación</a:t>
            </a:r>
            <a:r>
              <a:rPr lang="en-US" sz="3200" b="1" i="0" u="none" dirty="0">
                <a:solidFill>
                  <a:schemeClr val="dk2"/>
                </a:solidFill>
                <a:latin typeface="Tahoma"/>
                <a:ea typeface="Tahoma"/>
                <a:cs typeface="Tahoma"/>
                <a:sym typeface="Tahoma"/>
              </a:rPr>
              <a:t> entre la </a:t>
            </a:r>
            <a:r>
              <a:rPr lang="en-US" sz="3200" b="1" i="0" u="none" dirty="0" err="1">
                <a:solidFill>
                  <a:schemeClr val="dk2"/>
                </a:solidFill>
                <a:latin typeface="Tahoma"/>
                <a:ea typeface="Tahoma"/>
                <a:cs typeface="Tahoma"/>
                <a:sym typeface="Tahoma"/>
              </a:rPr>
              <a:t>decisión</a:t>
            </a:r>
            <a:r>
              <a:rPr lang="en-US" sz="3200" b="1" i="0" u="none" dirty="0">
                <a:solidFill>
                  <a:schemeClr val="dk2"/>
                </a:solidFill>
                <a:latin typeface="Tahoma"/>
                <a:ea typeface="Tahoma"/>
                <a:cs typeface="Tahoma"/>
                <a:sym typeface="Tahoma"/>
              </a:rPr>
              <a:t> y la </a:t>
            </a:r>
            <a:r>
              <a:rPr lang="en-US" sz="3200" b="1" i="0" u="none" dirty="0" err="1">
                <a:solidFill>
                  <a:schemeClr val="dk2"/>
                </a:solidFill>
                <a:latin typeface="Tahoma"/>
                <a:ea typeface="Tahoma"/>
                <a:cs typeface="Tahoma"/>
                <a:sym typeface="Tahoma"/>
              </a:rPr>
              <a:t>acción</a:t>
            </a:r>
            <a:r>
              <a:rPr lang="en-US" sz="3200" b="1" i="0" u="none" dirty="0">
                <a:solidFill>
                  <a:schemeClr val="dk2"/>
                </a:solidFill>
                <a:latin typeface="Tahoma"/>
                <a:ea typeface="Tahoma"/>
                <a:cs typeface="Tahoma"/>
                <a:sym typeface="Tahoma"/>
              </a:rPr>
              <a:t>.</a:t>
            </a:r>
            <a:endParaRPr dirty="0"/>
          </a:p>
        </p:txBody>
      </p:sp>
      <p:sp>
        <p:nvSpPr>
          <p:cNvPr id="125" name="Google Shape;125;p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37</a:t>
            </a:fld>
            <a:endParaRPr/>
          </a:p>
        </p:txBody>
      </p:sp>
      <p:sp>
        <p:nvSpPr>
          <p:cNvPr id="127" name="Google Shape;127;p9"/>
          <p:cNvSpPr txBox="1"/>
          <p:nvPr/>
        </p:nvSpPr>
        <p:spPr>
          <a:xfrm>
            <a:off x="0" y="1413751"/>
            <a:ext cx="7772400" cy="1066800"/>
          </a:xfrm>
          <a:prstGeom prst="rect">
            <a:avLst/>
          </a:prstGeom>
          <a:noFill/>
          <a:ln>
            <a:noFill/>
          </a:ln>
        </p:spPr>
        <p:txBody>
          <a:bodyPr spcFirstLastPara="1" wrap="square" lIns="92075" tIns="46025" rIns="92075" bIns="46025" anchor="b" anchorCtr="0">
            <a:noAutofit/>
          </a:bodyPr>
          <a:lstStyle/>
          <a:p>
            <a:pPr marL="0" marR="0" lvl="0" indent="0" algn="ctr"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Planificación</a:t>
            </a:r>
            <a:r>
              <a:rPr lang="en-US" sz="2800" b="0" i="1" u="none" dirty="0">
                <a:solidFill>
                  <a:schemeClr val="dk2"/>
                </a:solidFill>
                <a:latin typeface="Tahoma"/>
                <a:ea typeface="Tahoma"/>
                <a:cs typeface="Tahoma"/>
                <a:sym typeface="Tahoma"/>
              </a:rPr>
              <a:t>  vs. </a:t>
            </a:r>
            <a:r>
              <a:rPr lang="en-US" sz="2800" b="0" i="1" u="none" dirty="0" err="1">
                <a:solidFill>
                  <a:schemeClr val="dk2"/>
                </a:solidFill>
                <a:latin typeface="Tahoma"/>
                <a:ea typeface="Tahoma"/>
                <a:cs typeface="Tahoma"/>
                <a:sym typeface="Tahoma"/>
              </a:rPr>
              <a:t>resolución</a:t>
            </a:r>
            <a:r>
              <a:rPr lang="en-US" sz="2800" b="0" i="1" u="none" dirty="0">
                <a:solidFill>
                  <a:schemeClr val="dk2"/>
                </a:solidFill>
                <a:latin typeface="Tahoma"/>
                <a:ea typeface="Tahoma"/>
                <a:cs typeface="Tahoma"/>
                <a:sym typeface="Tahoma"/>
              </a:rPr>
              <a:t> de </a:t>
            </a:r>
            <a:r>
              <a:rPr lang="en-US" sz="2800" b="0" i="1" u="none" dirty="0" err="1">
                <a:solidFill>
                  <a:schemeClr val="dk2"/>
                </a:solidFill>
                <a:latin typeface="Tahoma"/>
                <a:ea typeface="Tahoma"/>
                <a:cs typeface="Tahoma"/>
                <a:sym typeface="Tahoma"/>
              </a:rPr>
              <a:t>problemas</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8" name="Google Shape;138;p10"/>
          <p:cNvSpPr txBox="1">
            <a:spLocks noGrp="1"/>
          </p:cNvSpPr>
          <p:nvPr>
            <p:ph type="title"/>
          </p:nvPr>
        </p:nvSpPr>
        <p:spPr>
          <a:xfrm>
            <a:off x="287522" y="-126460"/>
            <a:ext cx="6485277" cy="1595336"/>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35" name="Google Shape;135;p10"/>
          <p:cNvSpPr txBox="1">
            <a:spLocks noGrp="1"/>
          </p:cNvSpPr>
          <p:nvPr>
            <p:ph type="body" idx="1"/>
          </p:nvPr>
        </p:nvSpPr>
        <p:spPr>
          <a:xfrm>
            <a:off x="2073613" y="2611878"/>
            <a:ext cx="5562600" cy="28956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rgbClr val="EEF2C5"/>
              </a:buClr>
              <a:buSzPts val="1920"/>
              <a:buFont typeface="Arial"/>
              <a:buChar char="●"/>
            </a:pPr>
            <a:r>
              <a:rPr lang="en-US" sz="3200" b="0" i="0" u="none" dirty="0" err="1">
                <a:solidFill>
                  <a:schemeClr val="dk2"/>
                </a:solidFill>
                <a:latin typeface="Tahoma"/>
                <a:ea typeface="Tahoma"/>
                <a:cs typeface="Tahoma"/>
                <a:sym typeface="Tahoma"/>
              </a:rPr>
              <a:t>Instrumento</a:t>
            </a:r>
            <a:r>
              <a:rPr lang="en-US" sz="3200" b="0" i="0" u="none" dirty="0">
                <a:solidFill>
                  <a:schemeClr val="dk2"/>
                </a:solidFill>
                <a:latin typeface="Tahoma"/>
                <a:ea typeface="Tahoma"/>
                <a:cs typeface="Tahoma"/>
                <a:sym typeface="Tahoma"/>
              </a:rPr>
              <a:t> </a:t>
            </a:r>
            <a:r>
              <a:rPr lang="en-US" sz="3200" b="0" i="0" u="none" dirty="0" err="1">
                <a:solidFill>
                  <a:schemeClr val="dk2"/>
                </a:solidFill>
                <a:latin typeface="Tahoma"/>
                <a:ea typeface="Tahoma"/>
                <a:cs typeface="Tahoma"/>
                <a:sym typeface="Tahoma"/>
              </a:rPr>
              <a:t>bastante</a:t>
            </a:r>
            <a:r>
              <a:rPr lang="en-US" sz="3200" b="0" i="0" u="none" dirty="0">
                <a:solidFill>
                  <a:schemeClr val="dk2"/>
                </a:solidFill>
                <a:latin typeface="Tahoma"/>
                <a:ea typeface="Tahoma"/>
                <a:cs typeface="Tahoma"/>
                <a:sym typeface="Tahoma"/>
              </a:rPr>
              <a:t> </a:t>
            </a:r>
            <a:r>
              <a:rPr lang="en-US" sz="3200" b="0" i="0" u="none" dirty="0" err="1">
                <a:solidFill>
                  <a:schemeClr val="dk2"/>
                </a:solidFill>
                <a:latin typeface="Tahoma"/>
                <a:ea typeface="Tahoma"/>
                <a:cs typeface="Tahoma"/>
                <a:sym typeface="Tahoma"/>
              </a:rPr>
              <a:t>útil</a:t>
            </a:r>
            <a:r>
              <a:rPr lang="en-US" sz="3200" b="0" i="0" u="none" dirty="0">
                <a:solidFill>
                  <a:schemeClr val="dk2"/>
                </a:solidFill>
                <a:latin typeface="Tahoma"/>
                <a:ea typeface="Tahoma"/>
                <a:cs typeface="Tahoma"/>
                <a:sym typeface="Tahoma"/>
              </a:rPr>
              <a:t> para </a:t>
            </a:r>
            <a:r>
              <a:rPr lang="en-US" sz="3200" b="0" i="0" u="none" dirty="0" err="1">
                <a:solidFill>
                  <a:schemeClr val="dk2"/>
                </a:solidFill>
                <a:latin typeface="Tahoma"/>
                <a:ea typeface="Tahoma"/>
                <a:cs typeface="Tahoma"/>
                <a:sym typeface="Tahoma"/>
              </a:rPr>
              <a:t>analizar</a:t>
            </a:r>
            <a:r>
              <a:rPr lang="en-US" sz="3200" b="0" i="0" u="none" dirty="0">
                <a:solidFill>
                  <a:schemeClr val="dk2"/>
                </a:solidFill>
                <a:latin typeface="Tahoma"/>
                <a:ea typeface="Tahoma"/>
                <a:cs typeface="Tahoma"/>
                <a:sym typeface="Tahoma"/>
              </a:rPr>
              <a:t> un </a:t>
            </a:r>
            <a:r>
              <a:rPr lang="en-US" sz="3200" b="0" i="0" u="none" dirty="0" err="1">
                <a:solidFill>
                  <a:schemeClr val="dk2"/>
                </a:solidFill>
                <a:latin typeface="Tahoma"/>
                <a:ea typeface="Tahoma"/>
                <a:cs typeface="Tahoma"/>
                <a:sym typeface="Tahoma"/>
              </a:rPr>
              <a:t>problema</a:t>
            </a:r>
            <a:r>
              <a:rPr lang="en-US" sz="3200" b="0" i="0" u="none" dirty="0">
                <a:solidFill>
                  <a:schemeClr val="dk2"/>
                </a:solidFill>
                <a:latin typeface="Tahoma"/>
                <a:ea typeface="Tahoma"/>
                <a:cs typeface="Tahoma"/>
                <a:sym typeface="Tahoma"/>
              </a:rPr>
              <a:t>, </a:t>
            </a:r>
            <a:r>
              <a:rPr lang="en-US" sz="3200" b="0" i="0" u="none" dirty="0" err="1">
                <a:solidFill>
                  <a:schemeClr val="dk2"/>
                </a:solidFill>
                <a:latin typeface="Tahoma"/>
                <a:ea typeface="Tahoma"/>
                <a:cs typeface="Tahoma"/>
                <a:sym typeface="Tahoma"/>
              </a:rPr>
              <a:t>clarificar</a:t>
            </a:r>
            <a:r>
              <a:rPr lang="en-US" sz="3200" b="0" i="0" u="none" dirty="0">
                <a:solidFill>
                  <a:schemeClr val="dk2"/>
                </a:solidFill>
                <a:latin typeface="Tahoma"/>
                <a:ea typeface="Tahoma"/>
                <a:cs typeface="Tahoma"/>
                <a:sym typeface="Tahoma"/>
              </a:rPr>
              <a:t> </a:t>
            </a:r>
            <a:r>
              <a:rPr lang="en-US" sz="3200" b="0" i="0" u="none" dirty="0" err="1">
                <a:solidFill>
                  <a:schemeClr val="dk2"/>
                </a:solidFill>
                <a:latin typeface="Tahoma"/>
                <a:ea typeface="Tahoma"/>
                <a:cs typeface="Tahoma"/>
                <a:sym typeface="Tahoma"/>
              </a:rPr>
              <a:t>objetivos</a:t>
            </a:r>
            <a:r>
              <a:rPr lang="en-US" sz="3200" b="0" i="0" u="none" dirty="0">
                <a:solidFill>
                  <a:schemeClr val="dk2"/>
                </a:solidFill>
                <a:latin typeface="Tahoma"/>
                <a:ea typeface="Tahoma"/>
                <a:cs typeface="Tahoma"/>
                <a:sym typeface="Tahoma"/>
              </a:rPr>
              <a:t> y </a:t>
            </a:r>
            <a:r>
              <a:rPr lang="en-US" sz="3200" b="0" i="0" u="none" dirty="0" err="1">
                <a:solidFill>
                  <a:schemeClr val="dk2"/>
                </a:solidFill>
                <a:latin typeface="Tahoma"/>
                <a:ea typeface="Tahoma"/>
                <a:cs typeface="Tahoma"/>
                <a:sym typeface="Tahoma"/>
              </a:rPr>
              <a:t>generar</a:t>
            </a:r>
            <a:r>
              <a:rPr lang="en-US" sz="3200" b="0" i="0" u="none" dirty="0">
                <a:solidFill>
                  <a:schemeClr val="dk2"/>
                </a:solidFill>
                <a:latin typeface="Tahoma"/>
                <a:ea typeface="Tahoma"/>
                <a:cs typeface="Tahoma"/>
                <a:sym typeface="Tahoma"/>
              </a:rPr>
              <a:t> </a:t>
            </a:r>
            <a:r>
              <a:rPr lang="en-US" sz="3200" b="0" i="0" u="none" dirty="0" err="1">
                <a:solidFill>
                  <a:schemeClr val="dk2"/>
                </a:solidFill>
                <a:latin typeface="Tahoma"/>
                <a:ea typeface="Tahoma"/>
                <a:cs typeface="Tahoma"/>
                <a:sym typeface="Tahoma"/>
              </a:rPr>
              <a:t>alternativas</a:t>
            </a:r>
            <a:r>
              <a:rPr lang="en-US" sz="3200" b="0" i="0" u="none" dirty="0">
                <a:solidFill>
                  <a:schemeClr val="dk2"/>
                </a:solidFill>
                <a:latin typeface="Tahoma"/>
                <a:ea typeface="Tahoma"/>
                <a:cs typeface="Tahoma"/>
                <a:sym typeface="Tahoma"/>
              </a:rPr>
              <a:t>.</a:t>
            </a:r>
            <a:endParaRPr dirty="0"/>
          </a:p>
        </p:txBody>
      </p:sp>
      <p:sp>
        <p:nvSpPr>
          <p:cNvPr id="134" name="Google Shape;134;p1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38</a:t>
            </a:fld>
            <a:endParaRPr/>
          </a:p>
        </p:txBody>
      </p:sp>
      <p:sp>
        <p:nvSpPr>
          <p:cNvPr id="136" name="Google Shape;136;p10"/>
          <p:cNvSpPr txBox="1"/>
          <p:nvPr/>
        </p:nvSpPr>
        <p:spPr>
          <a:xfrm>
            <a:off x="299598" y="1617173"/>
            <a:ext cx="32305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Árbol de </a:t>
            </a:r>
            <a:r>
              <a:rPr lang="en-US" sz="2800" b="0" i="1" u="none" dirty="0" err="1">
                <a:solidFill>
                  <a:schemeClr val="dk2"/>
                </a:solidFill>
                <a:latin typeface="Tahoma"/>
                <a:ea typeface="Tahoma"/>
                <a:cs typeface="Tahoma"/>
                <a:sym typeface="Tahoma"/>
              </a:rPr>
              <a:t>Problemas</a:t>
            </a:r>
            <a:endParaRPr dirty="0"/>
          </a:p>
        </p:txBody>
      </p:sp>
      <p:graphicFrame>
        <p:nvGraphicFramePr>
          <p:cNvPr id="137" name="Google Shape;137;p10"/>
          <p:cNvGraphicFramePr/>
          <p:nvPr>
            <p:extLst>
              <p:ext uri="{D42A27DB-BD31-4B8C-83A1-F6EECF244321}">
                <p14:modId xmlns:p14="http://schemas.microsoft.com/office/powerpoint/2010/main" val="902692802"/>
              </p:ext>
            </p:extLst>
          </p:nvPr>
        </p:nvGraphicFramePr>
        <p:xfrm>
          <a:off x="562008" y="2803694"/>
          <a:ext cx="1725612" cy="1528762"/>
        </p:xfrm>
        <a:graphic>
          <a:graphicData uri="http://schemas.openxmlformats.org/presentationml/2006/ole">
            <mc:AlternateContent xmlns:mc="http://schemas.openxmlformats.org/markup-compatibility/2006">
              <mc:Choice xmlns:v="urn:schemas-microsoft-com:vml" Requires="v">
                <p:oleObj r:id="rId3" imgW="1725612" imgH="1528762" progId="MS_ClipArt_Gallery.2">
                  <p:embed/>
                </p:oleObj>
              </mc:Choice>
              <mc:Fallback>
                <p:oleObj r:id="rId3" imgW="1725612" imgH="1528762" progId="MS_ClipArt_Gallery.2">
                  <p:embed/>
                  <p:pic>
                    <p:nvPicPr>
                      <p:cNvPr id="137" name="Google Shape;137;p10"/>
                      <p:cNvPicPr preferRelativeResize="0"/>
                      <p:nvPr/>
                    </p:nvPicPr>
                    <p:blipFill rotWithShape="1">
                      <a:blip r:embed="rId4">
                        <a:alphaModFix/>
                      </a:blip>
                      <a:srcRect/>
                      <a:stretch/>
                    </p:blipFill>
                    <p:spPr>
                      <a:xfrm>
                        <a:off x="562008" y="2803694"/>
                        <a:ext cx="1725612" cy="1528762"/>
                      </a:xfrm>
                      <a:prstGeom prst="rect">
                        <a:avLst/>
                      </a:prstGeom>
                      <a:noFill/>
                      <a:ln>
                        <a:noFill/>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8" name="Google Shape;148;p11"/>
          <p:cNvSpPr txBox="1">
            <a:spLocks noGrp="1"/>
          </p:cNvSpPr>
          <p:nvPr>
            <p:ph type="title"/>
          </p:nvPr>
        </p:nvSpPr>
        <p:spPr>
          <a:xfrm>
            <a:off x="421360" y="-58064"/>
            <a:ext cx="6193449" cy="1458847"/>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45" name="Google Shape;145;p11"/>
          <p:cNvSpPr txBox="1">
            <a:spLocks noGrp="1"/>
          </p:cNvSpPr>
          <p:nvPr>
            <p:ph type="body" idx="1"/>
          </p:nvPr>
        </p:nvSpPr>
        <p:spPr>
          <a:xfrm>
            <a:off x="196850" y="3313111"/>
            <a:ext cx="6845300" cy="2644403"/>
          </a:xfrm>
          <a:prstGeom prst="rect">
            <a:avLst/>
          </a:prstGeom>
          <a:noFill/>
          <a:ln>
            <a:noFill/>
          </a:ln>
        </p:spPr>
        <p:txBody>
          <a:bodyPr spcFirstLastPara="1" wrap="square" lIns="92075" tIns="46025" rIns="92075" bIns="46025" anchor="t" anchorCtr="0">
            <a:noAutofit/>
          </a:bodyPr>
          <a:lstStyle/>
          <a:p>
            <a:pPr marL="342900" marR="0" lvl="0" indent="-342900" algn="l" rtl="0">
              <a:lnSpc>
                <a:spcPct val="2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Ayuda a </a:t>
            </a:r>
            <a:r>
              <a:rPr lang="en-US" sz="2800" b="0" i="0" u="none" dirty="0" err="1">
                <a:solidFill>
                  <a:schemeClr val="dk2"/>
                </a:solidFill>
                <a:latin typeface="Tahoma"/>
                <a:ea typeface="Tahoma"/>
                <a:cs typeface="Tahoma"/>
                <a:sym typeface="Tahoma"/>
              </a:rPr>
              <a:t>relacionar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objetivos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distinto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nivel</a:t>
            </a:r>
            <a:r>
              <a:rPr lang="en-US" sz="2800" b="0" i="0" u="none" dirty="0">
                <a:solidFill>
                  <a:schemeClr val="dk2"/>
                </a:solidFill>
                <a:latin typeface="Tahoma"/>
                <a:ea typeface="Tahoma"/>
                <a:cs typeface="Tahoma"/>
                <a:sym typeface="Tahoma"/>
              </a:rPr>
              <a:t>.</a:t>
            </a:r>
            <a:endParaRPr dirty="0"/>
          </a:p>
          <a:p>
            <a:pPr marL="342900" marR="0" lvl="0" indent="-342900" algn="l" rtl="0">
              <a:lnSpc>
                <a:spcPct val="200000"/>
              </a:lnSpc>
              <a:spcBef>
                <a:spcPts val="56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Estimula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el</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desarrollo</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alternativas</a:t>
            </a:r>
            <a:r>
              <a:rPr lang="en-US" sz="2800" b="0" i="0" u="none" dirty="0">
                <a:solidFill>
                  <a:schemeClr val="dk2"/>
                </a:solidFill>
                <a:latin typeface="Tahoma"/>
                <a:ea typeface="Tahoma"/>
                <a:cs typeface="Tahoma"/>
                <a:sym typeface="Tahoma"/>
              </a:rPr>
              <a:t>.</a:t>
            </a:r>
            <a:endParaRPr dirty="0"/>
          </a:p>
        </p:txBody>
      </p:sp>
      <p:sp>
        <p:nvSpPr>
          <p:cNvPr id="144" name="Google Shape;144;p11"/>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39</a:t>
            </a:fld>
            <a:endParaRPr/>
          </a:p>
        </p:txBody>
      </p:sp>
      <p:sp>
        <p:nvSpPr>
          <p:cNvPr id="146" name="Google Shape;146;p11"/>
          <p:cNvSpPr txBox="1"/>
          <p:nvPr/>
        </p:nvSpPr>
        <p:spPr>
          <a:xfrm>
            <a:off x="421360" y="1743379"/>
            <a:ext cx="32305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Árbol de </a:t>
            </a:r>
            <a:r>
              <a:rPr lang="en-US" sz="2800" b="0" i="1" u="none" dirty="0" err="1">
                <a:solidFill>
                  <a:schemeClr val="dk2"/>
                </a:solidFill>
                <a:latin typeface="Tahoma"/>
                <a:ea typeface="Tahoma"/>
                <a:cs typeface="Tahoma"/>
                <a:sym typeface="Tahoma"/>
              </a:rPr>
              <a:t>Problemas</a:t>
            </a:r>
            <a:endParaRPr dirty="0"/>
          </a:p>
        </p:txBody>
      </p:sp>
      <p:sp>
        <p:nvSpPr>
          <p:cNvPr id="147" name="Google Shape;147;p11"/>
          <p:cNvSpPr txBox="1"/>
          <p:nvPr/>
        </p:nvSpPr>
        <p:spPr>
          <a:xfrm>
            <a:off x="501529" y="2528245"/>
            <a:ext cx="153511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Ventajas</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3"/>
        <p:cNvGrpSpPr/>
        <p:nvPr/>
      </p:nvGrpSpPr>
      <p:grpSpPr>
        <a:xfrm>
          <a:off x="0" y="0"/>
          <a:ext cx="0" cy="0"/>
          <a:chOff x="0" y="0"/>
          <a:chExt cx="0" cy="0"/>
        </a:xfrm>
      </p:grpSpPr>
      <p:sp>
        <p:nvSpPr>
          <p:cNvPr id="158" name="Google Shape;158;p12"/>
          <p:cNvSpPr txBox="1">
            <a:spLocks noGrp="1"/>
          </p:cNvSpPr>
          <p:nvPr>
            <p:ph type="title"/>
          </p:nvPr>
        </p:nvSpPr>
        <p:spPr>
          <a:xfrm>
            <a:off x="26021" y="457199"/>
            <a:ext cx="7042150" cy="1005917"/>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55" name="Google Shape;155;p12"/>
          <p:cNvSpPr txBox="1">
            <a:spLocks noGrp="1"/>
          </p:cNvSpPr>
          <p:nvPr>
            <p:ph type="body" idx="1"/>
          </p:nvPr>
        </p:nvSpPr>
        <p:spPr>
          <a:xfrm>
            <a:off x="222250" y="3429000"/>
            <a:ext cx="7772400" cy="27432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No </a:t>
            </a:r>
            <a:r>
              <a:rPr lang="en-US" sz="2800" b="0" i="0" u="none" dirty="0" err="1">
                <a:solidFill>
                  <a:schemeClr val="dk2"/>
                </a:solidFill>
                <a:latin typeface="Tahoma"/>
                <a:ea typeface="Tahoma"/>
                <a:cs typeface="Tahoma"/>
                <a:sym typeface="Tahoma"/>
              </a:rPr>
              <a:t>evalúa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objetivos</a:t>
            </a:r>
            <a:r>
              <a:rPr lang="en-US" sz="2800" b="0" i="0" u="none" dirty="0">
                <a:solidFill>
                  <a:schemeClr val="dk2"/>
                </a:solidFill>
                <a:latin typeface="Tahoma"/>
                <a:ea typeface="Tahoma"/>
                <a:cs typeface="Tahoma"/>
                <a:sym typeface="Tahoma"/>
              </a:rPr>
              <a:t> o </a:t>
            </a:r>
            <a:r>
              <a:rPr lang="en-US" sz="2800" b="0" i="0" u="none" dirty="0" err="1">
                <a:solidFill>
                  <a:schemeClr val="dk2"/>
                </a:solidFill>
                <a:latin typeface="Tahoma"/>
                <a:ea typeface="Tahoma"/>
                <a:cs typeface="Tahoma"/>
                <a:sym typeface="Tahoma"/>
              </a:rPr>
              <a:t>alternativas</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El enlace con </a:t>
            </a:r>
            <a:r>
              <a:rPr lang="en-US" sz="2800" b="0" i="0" u="none" dirty="0" err="1">
                <a:solidFill>
                  <a:schemeClr val="dk2"/>
                </a:solidFill>
                <a:latin typeface="Tahoma"/>
                <a:ea typeface="Tahoma"/>
                <a:cs typeface="Tahoma"/>
                <a:sym typeface="Tahoma"/>
              </a:rPr>
              <a:t>problemas</a:t>
            </a:r>
            <a:r>
              <a:rPr lang="en-US" sz="2800" b="0" i="0" u="none" dirty="0">
                <a:solidFill>
                  <a:schemeClr val="dk2"/>
                </a:solidFill>
                <a:latin typeface="Tahoma"/>
                <a:ea typeface="Tahoma"/>
                <a:cs typeface="Tahoma"/>
                <a:sym typeface="Tahoma"/>
              </a:rPr>
              <a:t>/</a:t>
            </a:r>
            <a:r>
              <a:rPr lang="en-US" sz="2800" b="0" i="0" u="none" dirty="0" err="1">
                <a:solidFill>
                  <a:schemeClr val="dk2"/>
                </a:solidFill>
                <a:latin typeface="Tahoma"/>
                <a:ea typeface="Tahoma"/>
                <a:cs typeface="Tahoma"/>
                <a:sym typeface="Tahoma"/>
              </a:rPr>
              <a:t>objetivos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nivel</a:t>
            </a:r>
            <a:r>
              <a:rPr lang="en-US" sz="2800" b="0" i="0" u="none" dirty="0">
                <a:solidFill>
                  <a:schemeClr val="dk2"/>
                </a:solidFill>
                <a:latin typeface="Tahoma"/>
                <a:ea typeface="Tahoma"/>
                <a:cs typeface="Tahoma"/>
                <a:sym typeface="Tahoma"/>
              </a:rPr>
              <a:t> superior </a:t>
            </a:r>
            <a:r>
              <a:rPr lang="en-US" sz="2800" b="0" i="0" u="none" dirty="0" err="1">
                <a:solidFill>
                  <a:schemeClr val="dk2"/>
                </a:solidFill>
                <a:latin typeface="Tahoma"/>
                <a:ea typeface="Tahoma"/>
                <a:cs typeface="Tahoma"/>
                <a:sym typeface="Tahoma"/>
              </a:rPr>
              <a:t>tiende</a:t>
            </a:r>
            <a:r>
              <a:rPr lang="en-US" sz="2800" b="0" i="0" u="none" dirty="0">
                <a:solidFill>
                  <a:schemeClr val="dk2"/>
                </a:solidFill>
                <a:latin typeface="Tahoma"/>
                <a:ea typeface="Tahoma"/>
                <a:cs typeface="Tahoma"/>
                <a:sym typeface="Tahoma"/>
              </a:rPr>
              <a:t> a </a:t>
            </a:r>
            <a:r>
              <a:rPr lang="en-US" sz="2800" b="0" i="0" u="none" dirty="0" err="1">
                <a:solidFill>
                  <a:schemeClr val="dk2"/>
                </a:solidFill>
                <a:latin typeface="Tahoma"/>
                <a:ea typeface="Tahoma"/>
                <a:cs typeface="Tahoma"/>
                <a:sym typeface="Tahoma"/>
              </a:rPr>
              <a:t>complicarse</a:t>
            </a:r>
            <a:r>
              <a:rPr lang="en-US" sz="2800" b="0" i="0" u="none" dirty="0">
                <a:solidFill>
                  <a:schemeClr val="dk2"/>
                </a:solidFill>
                <a:latin typeface="Tahoma"/>
                <a:ea typeface="Tahoma"/>
                <a:cs typeface="Tahoma"/>
                <a:sym typeface="Tahoma"/>
              </a:rPr>
              <a:t>.</a:t>
            </a:r>
            <a:endParaRPr dirty="0"/>
          </a:p>
        </p:txBody>
      </p:sp>
      <p:sp>
        <p:nvSpPr>
          <p:cNvPr id="154" name="Google Shape;154;p1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40</a:t>
            </a:fld>
            <a:endParaRPr/>
          </a:p>
        </p:txBody>
      </p:sp>
      <p:sp>
        <p:nvSpPr>
          <p:cNvPr id="156" name="Google Shape;156;p12"/>
          <p:cNvSpPr txBox="1"/>
          <p:nvPr/>
        </p:nvSpPr>
        <p:spPr>
          <a:xfrm>
            <a:off x="526915" y="1810639"/>
            <a:ext cx="32305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Árbol de </a:t>
            </a:r>
            <a:r>
              <a:rPr lang="en-US" sz="2800" b="0" i="1" u="none" dirty="0" err="1">
                <a:solidFill>
                  <a:schemeClr val="dk2"/>
                </a:solidFill>
                <a:latin typeface="Tahoma"/>
                <a:ea typeface="Tahoma"/>
                <a:cs typeface="Tahoma"/>
                <a:sym typeface="Tahoma"/>
              </a:rPr>
              <a:t>Problemas</a:t>
            </a:r>
            <a:endParaRPr dirty="0"/>
          </a:p>
        </p:txBody>
      </p:sp>
      <p:sp>
        <p:nvSpPr>
          <p:cNvPr id="157" name="Google Shape;157;p12"/>
          <p:cNvSpPr txBox="1"/>
          <p:nvPr/>
        </p:nvSpPr>
        <p:spPr>
          <a:xfrm>
            <a:off x="737296" y="2597481"/>
            <a:ext cx="2809800" cy="524100"/>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Limitaciones</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8" name="Google Shape;168;p13"/>
          <p:cNvSpPr txBox="1">
            <a:spLocks noGrp="1"/>
          </p:cNvSpPr>
          <p:nvPr>
            <p:ph type="title"/>
          </p:nvPr>
        </p:nvSpPr>
        <p:spPr>
          <a:xfrm>
            <a:off x="333813" y="129696"/>
            <a:ext cx="6572825" cy="1371600"/>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65" name="Google Shape;165;p13"/>
          <p:cNvSpPr txBox="1">
            <a:spLocks noGrp="1"/>
          </p:cNvSpPr>
          <p:nvPr>
            <p:ph type="body" idx="1"/>
          </p:nvPr>
        </p:nvSpPr>
        <p:spPr>
          <a:xfrm>
            <a:off x="215122" y="2689224"/>
            <a:ext cx="6389959" cy="1212613"/>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No es </a:t>
            </a:r>
            <a:r>
              <a:rPr lang="en-US" sz="2800" b="0" i="0" u="none" dirty="0" err="1">
                <a:solidFill>
                  <a:schemeClr val="dk2"/>
                </a:solidFill>
                <a:latin typeface="Tahoma"/>
                <a:ea typeface="Tahoma"/>
                <a:cs typeface="Tahoma"/>
                <a:sym typeface="Tahoma"/>
              </a:rPr>
              <a:t>importante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definir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por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dónde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empezar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sino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dónde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cortar</a:t>
            </a:r>
            <a:r>
              <a:rPr lang="en-US" sz="2800" b="0" i="0" u="none" dirty="0">
                <a:solidFill>
                  <a:schemeClr val="dk2"/>
                </a:solidFill>
                <a:latin typeface="Tahoma"/>
                <a:ea typeface="Tahoma"/>
                <a:cs typeface="Tahoma"/>
                <a:sym typeface="Tahoma"/>
              </a:rPr>
              <a:t>.</a:t>
            </a:r>
            <a:endParaRPr dirty="0"/>
          </a:p>
        </p:txBody>
      </p:sp>
      <p:sp>
        <p:nvSpPr>
          <p:cNvPr id="164" name="Google Shape;164;p1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41</a:t>
            </a:fld>
            <a:endParaRPr/>
          </a:p>
        </p:txBody>
      </p:sp>
      <p:sp>
        <p:nvSpPr>
          <p:cNvPr id="166" name="Google Shape;166;p13"/>
          <p:cNvSpPr txBox="1"/>
          <p:nvPr/>
        </p:nvSpPr>
        <p:spPr>
          <a:xfrm>
            <a:off x="517187" y="1744189"/>
            <a:ext cx="32305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Árbol de </a:t>
            </a:r>
            <a:r>
              <a:rPr lang="en-US" sz="2800" b="0" i="1" u="none" dirty="0" err="1">
                <a:solidFill>
                  <a:schemeClr val="dk2"/>
                </a:solidFill>
                <a:latin typeface="Tahoma"/>
                <a:ea typeface="Tahoma"/>
                <a:cs typeface="Tahoma"/>
                <a:sym typeface="Tahoma"/>
              </a:rPr>
              <a:t>Problemas</a:t>
            </a:r>
            <a:endParaRPr dirty="0"/>
          </a:p>
        </p:txBody>
      </p:sp>
      <p:graphicFrame>
        <p:nvGraphicFramePr>
          <p:cNvPr id="167" name="Google Shape;167;p13"/>
          <p:cNvGraphicFramePr/>
          <p:nvPr>
            <p:extLst>
              <p:ext uri="{D42A27DB-BD31-4B8C-83A1-F6EECF244321}">
                <p14:modId xmlns:p14="http://schemas.microsoft.com/office/powerpoint/2010/main" val="2501357527"/>
              </p:ext>
            </p:extLst>
          </p:nvPr>
        </p:nvGraphicFramePr>
        <p:xfrm>
          <a:off x="2785961" y="4178503"/>
          <a:ext cx="2947987" cy="1546225"/>
        </p:xfrm>
        <a:graphic>
          <a:graphicData uri="http://schemas.openxmlformats.org/presentationml/2006/ole">
            <mc:AlternateContent xmlns:mc="http://schemas.openxmlformats.org/markup-compatibility/2006">
              <mc:Choice xmlns:v="urn:schemas-microsoft-com:vml" Requires="v">
                <p:oleObj r:id="rId3" imgW="2947987" imgH="1546225" progId="MS_ClipArt_Gallery.2">
                  <p:embed/>
                </p:oleObj>
              </mc:Choice>
              <mc:Fallback>
                <p:oleObj r:id="rId3" imgW="2947987" imgH="1546225" progId="MS_ClipArt_Gallery.2">
                  <p:embed/>
                  <p:pic>
                    <p:nvPicPr>
                      <p:cNvPr id="167" name="Google Shape;167;p13"/>
                      <p:cNvPicPr preferRelativeResize="0"/>
                      <p:nvPr/>
                    </p:nvPicPr>
                    <p:blipFill rotWithShape="1">
                      <a:blip r:embed="rId4">
                        <a:alphaModFix/>
                      </a:blip>
                      <a:srcRect/>
                      <a:stretch/>
                    </p:blipFill>
                    <p:spPr>
                      <a:xfrm>
                        <a:off x="2785961" y="4178503"/>
                        <a:ext cx="2947987" cy="1546225"/>
                      </a:xfrm>
                      <a:prstGeom prst="rect">
                        <a:avLst/>
                      </a:prstGeom>
                      <a:noFill/>
                      <a:ln>
                        <a:noFill/>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
        <p:nvSpPr>
          <p:cNvPr id="177" name="Google Shape;177;p14"/>
          <p:cNvSpPr txBox="1">
            <a:spLocks noGrp="1"/>
          </p:cNvSpPr>
          <p:nvPr>
            <p:ph type="title"/>
          </p:nvPr>
        </p:nvSpPr>
        <p:spPr>
          <a:xfrm>
            <a:off x="460273" y="98747"/>
            <a:ext cx="6096169" cy="1235110"/>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75" name="Google Shape;175;p14"/>
          <p:cNvSpPr txBox="1">
            <a:spLocks noGrp="1"/>
          </p:cNvSpPr>
          <p:nvPr>
            <p:ph type="body" idx="1"/>
          </p:nvPr>
        </p:nvSpPr>
        <p:spPr>
          <a:xfrm>
            <a:off x="222250" y="2675106"/>
            <a:ext cx="6460652" cy="3311492"/>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Los </a:t>
            </a:r>
            <a:r>
              <a:rPr lang="en-US" sz="2800" b="0" i="0" u="none" dirty="0" err="1">
                <a:solidFill>
                  <a:schemeClr val="dk2"/>
                </a:solidFill>
                <a:latin typeface="Tahoma"/>
                <a:ea typeface="Tahoma"/>
                <a:cs typeface="Tahoma"/>
                <a:sym typeface="Tahoma"/>
              </a:rPr>
              <a:t>objetivos</a:t>
            </a:r>
            <a:r>
              <a:rPr lang="en-US" sz="2800" b="0" i="0" u="none" dirty="0">
                <a:solidFill>
                  <a:schemeClr val="dk2"/>
                </a:solidFill>
                <a:latin typeface="Tahoma"/>
                <a:ea typeface="Tahoma"/>
                <a:cs typeface="Tahoma"/>
                <a:sym typeface="Tahoma"/>
              </a:rPr>
              <a:t> se </a:t>
            </a:r>
            <a:r>
              <a:rPr lang="en-US" sz="2800" b="0" i="0" u="none" dirty="0" err="1">
                <a:solidFill>
                  <a:schemeClr val="dk2"/>
                </a:solidFill>
                <a:latin typeface="Tahoma"/>
                <a:ea typeface="Tahoma"/>
                <a:cs typeface="Tahoma"/>
                <a:sym typeface="Tahoma"/>
              </a:rPr>
              <a:t>deben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expresar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términos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resultados</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Se </a:t>
            </a:r>
            <a:r>
              <a:rPr lang="en-US" sz="2800" b="0" i="0" u="none" dirty="0" err="1">
                <a:solidFill>
                  <a:schemeClr val="dk2"/>
                </a:solidFill>
                <a:latin typeface="Tahoma"/>
                <a:ea typeface="Tahoma"/>
                <a:cs typeface="Tahoma"/>
                <a:sym typeface="Tahoma"/>
              </a:rPr>
              <a:t>expresan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un </a:t>
            </a:r>
            <a:r>
              <a:rPr lang="en-US" sz="2800" b="0" i="0" u="none" dirty="0" err="1">
                <a:solidFill>
                  <a:schemeClr val="dk2"/>
                </a:solidFill>
                <a:latin typeface="Tahoma"/>
                <a:ea typeface="Tahoma"/>
                <a:cs typeface="Tahoma"/>
                <a:sym typeface="Tahoma"/>
              </a:rPr>
              <a:t>tiempo</a:t>
            </a:r>
            <a:r>
              <a:rPr lang="en-US" sz="2800" b="0" i="0" u="none" dirty="0">
                <a:solidFill>
                  <a:schemeClr val="dk2"/>
                </a:solidFill>
                <a:latin typeface="Tahoma"/>
                <a:ea typeface="Tahoma"/>
                <a:cs typeface="Tahoma"/>
                <a:sym typeface="Tahoma"/>
              </a:rPr>
              <a:t> dado.</a:t>
            </a:r>
            <a:endParaRPr dirty="0"/>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Deben ser </a:t>
            </a:r>
            <a:r>
              <a:rPr lang="en-US" sz="2800" b="0" i="0" u="none" dirty="0" err="1">
                <a:solidFill>
                  <a:schemeClr val="dk2"/>
                </a:solidFill>
                <a:latin typeface="Tahoma"/>
                <a:ea typeface="Tahoma"/>
                <a:cs typeface="Tahoma"/>
                <a:sym typeface="Tahoma"/>
              </a:rPr>
              <a:t>prioritarios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urgente</a:t>
            </a:r>
            <a:r>
              <a:rPr lang="en-US" sz="2800" b="0" i="0" u="none" dirty="0">
                <a:solidFill>
                  <a:schemeClr val="dk2"/>
                </a:solidFill>
                <a:latin typeface="Tahoma"/>
                <a:ea typeface="Tahoma"/>
                <a:cs typeface="Tahoma"/>
                <a:sym typeface="Tahoma"/>
              </a:rPr>
              <a:t> o </a:t>
            </a:r>
            <a:r>
              <a:rPr lang="en-US" sz="2800" b="0" i="0" u="none" dirty="0" err="1">
                <a:solidFill>
                  <a:schemeClr val="dk2"/>
                </a:solidFill>
                <a:latin typeface="Tahoma"/>
                <a:ea typeface="Tahoma"/>
                <a:cs typeface="Tahoma"/>
                <a:sym typeface="Tahoma"/>
              </a:rPr>
              <a:t>importante</a:t>
            </a:r>
            <a:r>
              <a:rPr lang="en-US" sz="2800" b="0" i="0" u="none" dirty="0">
                <a:solidFill>
                  <a:schemeClr val="dk2"/>
                </a:solidFill>
                <a:latin typeface="Tahoma"/>
                <a:ea typeface="Tahoma"/>
                <a:cs typeface="Tahoma"/>
                <a:sym typeface="Tahoma"/>
              </a:rPr>
              <a:t>).</a:t>
            </a:r>
            <a:endParaRPr dirty="0"/>
          </a:p>
        </p:txBody>
      </p:sp>
      <p:sp>
        <p:nvSpPr>
          <p:cNvPr id="174" name="Google Shape;174;p1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42</a:t>
            </a:fld>
            <a:endParaRPr/>
          </a:p>
        </p:txBody>
      </p:sp>
      <p:sp>
        <p:nvSpPr>
          <p:cNvPr id="176" name="Google Shape;176;p14"/>
          <p:cNvSpPr txBox="1"/>
          <p:nvPr/>
        </p:nvSpPr>
        <p:spPr>
          <a:xfrm>
            <a:off x="365125" y="1785295"/>
            <a:ext cx="4352925"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Identificación</a:t>
            </a:r>
            <a:r>
              <a:rPr lang="en-US" sz="2800" b="0" i="1" u="none" dirty="0">
                <a:solidFill>
                  <a:schemeClr val="dk2"/>
                </a:solidFill>
                <a:latin typeface="Tahoma"/>
                <a:ea typeface="Tahoma"/>
                <a:cs typeface="Tahoma"/>
                <a:sym typeface="Tahoma"/>
              </a:rPr>
              <a:t> de </a:t>
            </a:r>
            <a:r>
              <a:rPr lang="en-US" sz="2800" b="0" i="1" u="none" dirty="0" err="1">
                <a:solidFill>
                  <a:schemeClr val="dk2"/>
                </a:solidFill>
                <a:latin typeface="Tahoma"/>
                <a:ea typeface="Tahoma"/>
                <a:cs typeface="Tahoma"/>
                <a:sym typeface="Tahoma"/>
              </a:rPr>
              <a:t>Objetivos</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7" name="Google Shape;187;p15"/>
          <p:cNvSpPr txBox="1">
            <a:spLocks noGrp="1"/>
          </p:cNvSpPr>
          <p:nvPr>
            <p:ph type="title"/>
          </p:nvPr>
        </p:nvSpPr>
        <p:spPr>
          <a:xfrm>
            <a:off x="353260" y="19756"/>
            <a:ext cx="6773027" cy="1438364"/>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184" name="Google Shape;184;p15"/>
          <p:cNvSpPr txBox="1">
            <a:spLocks noGrp="1"/>
          </p:cNvSpPr>
          <p:nvPr>
            <p:ph type="body" idx="1"/>
          </p:nvPr>
        </p:nvSpPr>
        <p:spPr>
          <a:xfrm>
            <a:off x="204788" y="2401954"/>
            <a:ext cx="5943600" cy="34290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440"/>
              <a:buFont typeface="Arial"/>
              <a:buChar char="●"/>
            </a:pPr>
            <a:r>
              <a:rPr lang="en-US" sz="2400" b="0" i="0" u="none" dirty="0" err="1">
                <a:solidFill>
                  <a:schemeClr val="dk2"/>
                </a:solidFill>
                <a:latin typeface="Tahoma"/>
                <a:ea typeface="Tahoma"/>
                <a:cs typeface="Tahoma"/>
                <a:sym typeface="Tahoma"/>
              </a:rPr>
              <a:t>Planifica</a:t>
            </a:r>
            <a:r>
              <a:rPr lang="en-US" sz="2400" b="0" i="0" u="none" dirty="0">
                <a:solidFill>
                  <a:schemeClr val="dk2"/>
                </a:solidFill>
                <a:latin typeface="Tahoma"/>
                <a:ea typeface="Tahoma"/>
                <a:cs typeface="Tahoma"/>
                <a:sym typeface="Tahoma"/>
              </a:rPr>
              <a:t> </a:t>
            </a:r>
            <a:r>
              <a:rPr lang="en-US" sz="2400" b="0" i="0" u="none" dirty="0" err="1">
                <a:solidFill>
                  <a:schemeClr val="dk2"/>
                </a:solidFill>
                <a:latin typeface="Tahoma"/>
                <a:ea typeface="Tahoma"/>
                <a:cs typeface="Tahoma"/>
                <a:sym typeface="Tahoma"/>
              </a:rPr>
              <a:t>quien</a:t>
            </a:r>
            <a:r>
              <a:rPr lang="en-US" sz="2400" b="0" i="0" u="none" dirty="0">
                <a:solidFill>
                  <a:schemeClr val="dk2"/>
                </a:solidFill>
                <a:latin typeface="Tahoma"/>
                <a:ea typeface="Tahoma"/>
                <a:cs typeface="Tahoma"/>
                <a:sym typeface="Tahoma"/>
              </a:rPr>
              <a:t> </a:t>
            </a:r>
            <a:r>
              <a:rPr lang="en-US" sz="2400" b="0" i="0" u="none" dirty="0" err="1">
                <a:solidFill>
                  <a:schemeClr val="dk2"/>
                </a:solidFill>
                <a:latin typeface="Tahoma"/>
                <a:ea typeface="Tahoma"/>
                <a:cs typeface="Tahoma"/>
                <a:sym typeface="Tahoma"/>
              </a:rPr>
              <a:t>gobierna</a:t>
            </a:r>
            <a:r>
              <a:rPr lang="en-US" sz="2400" b="0" i="0" u="none" dirty="0">
                <a:solidFill>
                  <a:schemeClr val="dk2"/>
                </a:solidFill>
                <a:latin typeface="Tahoma"/>
                <a:ea typeface="Tahoma"/>
                <a:cs typeface="Tahoma"/>
                <a:sym typeface="Tahoma"/>
              </a:rPr>
              <a:t>. </a:t>
            </a:r>
            <a:endParaRPr dirty="0"/>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dirty="0" err="1">
                <a:solidFill>
                  <a:schemeClr val="dk2"/>
                </a:solidFill>
                <a:latin typeface="Tahoma"/>
                <a:ea typeface="Tahoma"/>
                <a:cs typeface="Tahoma"/>
                <a:sym typeface="Tahoma"/>
              </a:rPr>
              <a:t>Quien</a:t>
            </a:r>
            <a:r>
              <a:rPr lang="en-US" sz="2400" b="0" i="0" u="none" strike="noStrike" cap="none" dirty="0">
                <a:solidFill>
                  <a:schemeClr val="dk2"/>
                </a:solidFill>
                <a:latin typeface="Tahoma"/>
                <a:ea typeface="Tahoma"/>
                <a:cs typeface="Tahoma"/>
                <a:sym typeface="Tahoma"/>
              </a:rPr>
              <a:t> </a:t>
            </a:r>
            <a:r>
              <a:rPr lang="en-US" sz="2400" b="0" i="0" u="none" strike="noStrike" cap="none" dirty="0" err="1">
                <a:solidFill>
                  <a:schemeClr val="dk2"/>
                </a:solidFill>
                <a:latin typeface="Tahoma"/>
                <a:ea typeface="Tahoma"/>
                <a:cs typeface="Tahoma"/>
                <a:sym typeface="Tahoma"/>
              </a:rPr>
              <a:t>tiene</a:t>
            </a:r>
            <a:r>
              <a:rPr lang="en-US" sz="2400" b="0" i="0" u="none" strike="noStrike" cap="none" dirty="0">
                <a:solidFill>
                  <a:schemeClr val="dk2"/>
                </a:solidFill>
                <a:latin typeface="Tahoma"/>
                <a:ea typeface="Tahoma"/>
                <a:cs typeface="Tahoma"/>
                <a:sym typeface="Tahoma"/>
              </a:rPr>
              <a:t> la </a:t>
            </a:r>
            <a:r>
              <a:rPr lang="en-US" sz="2400" b="0" i="0" u="none" strike="noStrike" cap="none" dirty="0" err="1">
                <a:solidFill>
                  <a:schemeClr val="dk2"/>
                </a:solidFill>
                <a:latin typeface="Tahoma"/>
                <a:ea typeface="Tahoma"/>
                <a:cs typeface="Tahoma"/>
                <a:sym typeface="Tahoma"/>
              </a:rPr>
              <a:t>capacidad</a:t>
            </a:r>
            <a:r>
              <a:rPr lang="en-US" sz="2400" b="0" i="0" u="none" strike="noStrike" cap="none" dirty="0">
                <a:solidFill>
                  <a:schemeClr val="dk2"/>
                </a:solidFill>
                <a:latin typeface="Tahoma"/>
                <a:ea typeface="Tahoma"/>
                <a:cs typeface="Tahoma"/>
                <a:sym typeface="Tahoma"/>
              </a:rPr>
              <a:t> de </a:t>
            </a:r>
            <a:r>
              <a:rPr lang="en-US" sz="2400" b="0" i="0" u="none" strike="noStrike" cap="none" dirty="0" err="1">
                <a:solidFill>
                  <a:schemeClr val="dk2"/>
                </a:solidFill>
                <a:latin typeface="Tahoma"/>
                <a:ea typeface="Tahoma"/>
                <a:cs typeface="Tahoma"/>
                <a:sym typeface="Tahoma"/>
              </a:rPr>
              <a:t>decidir</a:t>
            </a:r>
            <a:r>
              <a:rPr lang="en-US" sz="2400" b="0" i="0" u="none" strike="noStrike" cap="none" dirty="0">
                <a:solidFill>
                  <a:schemeClr val="dk2"/>
                </a:solidFill>
                <a:latin typeface="Tahoma"/>
                <a:ea typeface="Tahoma"/>
                <a:cs typeface="Tahoma"/>
                <a:sym typeface="Tahoma"/>
              </a:rPr>
              <a:t> y la </a:t>
            </a:r>
            <a:r>
              <a:rPr lang="en-US" sz="2400" b="0" i="0" u="none" strike="noStrike" cap="none" dirty="0" err="1">
                <a:solidFill>
                  <a:schemeClr val="dk2"/>
                </a:solidFill>
                <a:latin typeface="Tahoma"/>
                <a:ea typeface="Tahoma"/>
                <a:cs typeface="Tahoma"/>
                <a:sym typeface="Tahoma"/>
              </a:rPr>
              <a:t>responsabilidad</a:t>
            </a:r>
            <a:r>
              <a:rPr lang="en-US" sz="2400" b="0" i="0" u="none" strike="noStrike" cap="none" dirty="0">
                <a:solidFill>
                  <a:schemeClr val="dk2"/>
                </a:solidFill>
                <a:latin typeface="Tahoma"/>
                <a:ea typeface="Tahoma"/>
                <a:cs typeface="Tahoma"/>
                <a:sym typeface="Tahoma"/>
              </a:rPr>
              <a:t> de </a:t>
            </a:r>
            <a:r>
              <a:rPr lang="en-US" sz="2400" b="0" i="0" u="none" strike="noStrike" cap="none" dirty="0" err="1">
                <a:solidFill>
                  <a:schemeClr val="dk2"/>
                </a:solidFill>
                <a:latin typeface="Tahoma"/>
                <a:ea typeface="Tahoma"/>
                <a:cs typeface="Tahoma"/>
                <a:sym typeface="Tahoma"/>
              </a:rPr>
              <a:t>conducir</a:t>
            </a:r>
            <a:r>
              <a:rPr lang="en-US" sz="2400" b="0" i="0" u="none" strike="noStrike" cap="none" dirty="0">
                <a:solidFill>
                  <a:schemeClr val="dk2"/>
                </a:solidFill>
                <a:latin typeface="Tahoma"/>
                <a:ea typeface="Tahoma"/>
                <a:cs typeface="Tahoma"/>
                <a:sym typeface="Tahoma"/>
              </a:rPr>
              <a:t>. </a:t>
            </a:r>
            <a:endParaRPr dirty="0"/>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dirty="0">
                <a:solidFill>
                  <a:schemeClr val="dk2"/>
                </a:solidFill>
                <a:latin typeface="Tahoma"/>
                <a:ea typeface="Tahoma"/>
                <a:cs typeface="Tahoma"/>
                <a:sym typeface="Tahoma"/>
              </a:rPr>
              <a:t>La </a:t>
            </a:r>
            <a:r>
              <a:rPr lang="en-US" sz="2400" b="0" i="0" u="none" strike="noStrike" cap="none" dirty="0" err="1">
                <a:solidFill>
                  <a:schemeClr val="dk2"/>
                </a:solidFill>
                <a:latin typeface="Tahoma"/>
                <a:ea typeface="Tahoma"/>
                <a:cs typeface="Tahoma"/>
                <a:sym typeface="Tahoma"/>
              </a:rPr>
              <a:t>planificación</a:t>
            </a:r>
            <a:r>
              <a:rPr lang="en-US" sz="2400" b="0" i="0" u="none" strike="noStrike" cap="none" dirty="0">
                <a:solidFill>
                  <a:schemeClr val="dk2"/>
                </a:solidFill>
                <a:latin typeface="Tahoma"/>
                <a:ea typeface="Tahoma"/>
                <a:cs typeface="Tahoma"/>
                <a:sym typeface="Tahoma"/>
              </a:rPr>
              <a:t> es inseparable de la </a:t>
            </a:r>
            <a:r>
              <a:rPr lang="en-US" sz="2400" b="0" i="0" u="none" strike="noStrike" cap="none" dirty="0" err="1">
                <a:solidFill>
                  <a:schemeClr val="dk2"/>
                </a:solidFill>
                <a:latin typeface="Tahoma"/>
                <a:ea typeface="Tahoma"/>
                <a:cs typeface="Tahoma"/>
                <a:sym typeface="Tahoma"/>
              </a:rPr>
              <a:t>gerencia</a:t>
            </a:r>
            <a:r>
              <a:rPr lang="en-US" sz="2400" b="0" i="0" u="none" strike="noStrike" cap="none" dirty="0">
                <a:solidFill>
                  <a:schemeClr val="dk2"/>
                </a:solidFill>
                <a:latin typeface="Tahoma"/>
                <a:ea typeface="Tahoma"/>
                <a:cs typeface="Tahoma"/>
                <a:sym typeface="Tahoma"/>
              </a:rPr>
              <a:t>.</a:t>
            </a:r>
            <a:endParaRPr dirty="0"/>
          </a:p>
          <a:p>
            <a:pPr marL="342900" marR="0" lvl="0" indent="-342900" algn="l" rtl="0">
              <a:lnSpc>
                <a:spcPct val="100000"/>
              </a:lnSpc>
              <a:spcBef>
                <a:spcPts val="480"/>
              </a:spcBef>
              <a:spcAft>
                <a:spcPts val="0"/>
              </a:spcAft>
              <a:buClr>
                <a:srgbClr val="EEF2C5"/>
              </a:buClr>
              <a:buSzPts val="1440"/>
              <a:buFont typeface="Arial"/>
              <a:buChar char="●"/>
            </a:pPr>
            <a:r>
              <a:rPr lang="en-US" sz="2400" b="0" i="0" u="none" dirty="0">
                <a:solidFill>
                  <a:schemeClr val="dk2"/>
                </a:solidFill>
                <a:latin typeface="Tahoma"/>
                <a:ea typeface="Tahoma"/>
                <a:cs typeface="Tahoma"/>
                <a:sym typeface="Tahoma"/>
              </a:rPr>
              <a:t>La </a:t>
            </a:r>
            <a:r>
              <a:rPr lang="en-US" sz="2400" b="0" i="0" u="none" dirty="0" err="1">
                <a:solidFill>
                  <a:schemeClr val="dk2"/>
                </a:solidFill>
                <a:latin typeface="Tahoma"/>
                <a:ea typeface="Tahoma"/>
                <a:cs typeface="Tahoma"/>
                <a:sym typeface="Tahoma"/>
              </a:rPr>
              <a:t>planificación</a:t>
            </a:r>
            <a:r>
              <a:rPr lang="en-US" sz="2400" b="0" i="0" u="none" dirty="0">
                <a:solidFill>
                  <a:schemeClr val="dk2"/>
                </a:solidFill>
                <a:latin typeface="Tahoma"/>
                <a:ea typeface="Tahoma"/>
                <a:cs typeface="Tahoma"/>
                <a:sym typeface="Tahoma"/>
              </a:rPr>
              <a:t> se </a:t>
            </a:r>
            <a:r>
              <a:rPr lang="en-US" sz="2400" b="0" i="0" u="none" dirty="0" err="1">
                <a:solidFill>
                  <a:schemeClr val="dk2"/>
                </a:solidFill>
                <a:latin typeface="Tahoma"/>
                <a:ea typeface="Tahoma"/>
                <a:cs typeface="Tahoma"/>
                <a:sym typeface="Tahoma"/>
              </a:rPr>
              <a:t>refiere</a:t>
            </a:r>
            <a:r>
              <a:rPr lang="en-US" sz="2400" b="0" i="0" u="none" dirty="0">
                <a:solidFill>
                  <a:schemeClr val="dk2"/>
                </a:solidFill>
                <a:latin typeface="Tahoma"/>
                <a:ea typeface="Tahoma"/>
                <a:cs typeface="Tahoma"/>
                <a:sym typeface="Tahoma"/>
              </a:rPr>
              <a:t> al </a:t>
            </a:r>
            <a:r>
              <a:rPr lang="en-US" sz="2400" b="0" i="0" u="none" dirty="0" err="1">
                <a:solidFill>
                  <a:schemeClr val="dk2"/>
                </a:solidFill>
                <a:latin typeface="Tahoma"/>
                <a:ea typeface="Tahoma"/>
                <a:cs typeface="Tahoma"/>
                <a:sym typeface="Tahoma"/>
              </a:rPr>
              <a:t>presente</a:t>
            </a:r>
            <a:r>
              <a:rPr lang="en-US" sz="2400" b="0" i="0" u="none" dirty="0">
                <a:solidFill>
                  <a:schemeClr val="dk2"/>
                </a:solidFill>
                <a:latin typeface="Tahoma"/>
                <a:ea typeface="Tahoma"/>
                <a:cs typeface="Tahoma"/>
                <a:sym typeface="Tahoma"/>
              </a:rPr>
              <a:t>.  No es un </a:t>
            </a:r>
            <a:r>
              <a:rPr lang="en-US" sz="2400" b="0" i="0" u="none" dirty="0" err="1">
                <a:solidFill>
                  <a:schemeClr val="dk2"/>
                </a:solidFill>
                <a:latin typeface="Tahoma"/>
                <a:ea typeface="Tahoma"/>
                <a:cs typeface="Tahoma"/>
                <a:sym typeface="Tahoma"/>
              </a:rPr>
              <a:t>diseño</a:t>
            </a:r>
            <a:r>
              <a:rPr lang="en-US" sz="2400" b="0" i="0" u="none" dirty="0">
                <a:solidFill>
                  <a:schemeClr val="dk2"/>
                </a:solidFill>
                <a:latin typeface="Tahoma"/>
                <a:ea typeface="Tahoma"/>
                <a:cs typeface="Tahoma"/>
                <a:sym typeface="Tahoma"/>
              </a:rPr>
              <a:t> </a:t>
            </a:r>
            <a:r>
              <a:rPr lang="en-US" sz="2400" b="0" i="0" u="none" dirty="0" err="1">
                <a:solidFill>
                  <a:schemeClr val="dk2"/>
                </a:solidFill>
                <a:latin typeface="Tahoma"/>
                <a:ea typeface="Tahoma"/>
                <a:cs typeface="Tahoma"/>
                <a:sym typeface="Tahoma"/>
              </a:rPr>
              <a:t>sobre</a:t>
            </a:r>
            <a:r>
              <a:rPr lang="en-US" sz="2400" b="0" i="0" u="none" dirty="0">
                <a:solidFill>
                  <a:schemeClr val="dk2"/>
                </a:solidFill>
                <a:latin typeface="Tahoma"/>
                <a:ea typeface="Tahoma"/>
                <a:cs typeface="Tahoma"/>
                <a:sym typeface="Tahoma"/>
              </a:rPr>
              <a:t> </a:t>
            </a:r>
            <a:r>
              <a:rPr lang="en-US" sz="2400" b="0" i="0" u="none" dirty="0" err="1">
                <a:solidFill>
                  <a:schemeClr val="dk2"/>
                </a:solidFill>
                <a:latin typeface="Tahoma"/>
                <a:ea typeface="Tahoma"/>
                <a:cs typeface="Tahoma"/>
                <a:sym typeface="Tahoma"/>
              </a:rPr>
              <a:t>el</a:t>
            </a:r>
            <a:r>
              <a:rPr lang="en-US" sz="2400" b="0" i="0" u="none" dirty="0">
                <a:solidFill>
                  <a:schemeClr val="dk2"/>
                </a:solidFill>
                <a:latin typeface="Tahoma"/>
                <a:ea typeface="Tahoma"/>
                <a:cs typeface="Tahoma"/>
                <a:sym typeface="Tahoma"/>
              </a:rPr>
              <a:t> </a:t>
            </a:r>
            <a:r>
              <a:rPr lang="en-US" sz="2400" b="0" i="0" u="none" dirty="0" err="1">
                <a:solidFill>
                  <a:schemeClr val="dk2"/>
                </a:solidFill>
                <a:latin typeface="Tahoma"/>
                <a:ea typeface="Tahoma"/>
                <a:cs typeface="Tahoma"/>
                <a:sym typeface="Tahoma"/>
              </a:rPr>
              <a:t>futuro</a:t>
            </a:r>
            <a:r>
              <a:rPr lang="en-US" sz="2400" b="0" i="0" u="none" dirty="0">
                <a:solidFill>
                  <a:schemeClr val="dk2"/>
                </a:solidFill>
                <a:latin typeface="Tahoma"/>
                <a:ea typeface="Tahoma"/>
                <a:cs typeface="Tahoma"/>
                <a:sym typeface="Tahoma"/>
              </a:rPr>
              <a:t>.</a:t>
            </a:r>
            <a:endParaRPr dirty="0"/>
          </a:p>
        </p:txBody>
      </p:sp>
      <p:sp>
        <p:nvSpPr>
          <p:cNvPr id="183" name="Google Shape;183;p1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43</a:t>
            </a:fld>
            <a:endParaRPr/>
          </a:p>
        </p:txBody>
      </p:sp>
      <p:sp>
        <p:nvSpPr>
          <p:cNvPr id="185" name="Google Shape;185;p15"/>
          <p:cNvSpPr txBox="1"/>
          <p:nvPr/>
        </p:nvSpPr>
        <p:spPr>
          <a:xfrm>
            <a:off x="429639" y="1569244"/>
            <a:ext cx="5163765"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Axiomas</a:t>
            </a:r>
            <a:r>
              <a:rPr lang="en-US" sz="2800" b="0" i="1" u="none" dirty="0">
                <a:solidFill>
                  <a:schemeClr val="dk2"/>
                </a:solidFill>
                <a:latin typeface="Tahoma"/>
                <a:ea typeface="Tahoma"/>
                <a:cs typeface="Tahoma"/>
                <a:sym typeface="Tahoma"/>
              </a:rPr>
              <a:t> de la </a:t>
            </a:r>
            <a:r>
              <a:rPr lang="en-US" sz="2800" b="0" i="1" u="none" dirty="0" err="1">
                <a:solidFill>
                  <a:schemeClr val="dk2"/>
                </a:solidFill>
                <a:latin typeface="Tahoma"/>
                <a:ea typeface="Tahoma"/>
                <a:cs typeface="Tahoma"/>
                <a:sym typeface="Tahoma"/>
              </a:rPr>
              <a:t>Planificación</a:t>
            </a:r>
            <a:endParaRPr dirty="0"/>
          </a:p>
        </p:txBody>
      </p:sp>
      <p:graphicFrame>
        <p:nvGraphicFramePr>
          <p:cNvPr id="186" name="Google Shape;186;p15"/>
          <p:cNvGraphicFramePr/>
          <p:nvPr>
            <p:extLst>
              <p:ext uri="{D42A27DB-BD31-4B8C-83A1-F6EECF244321}">
                <p14:modId xmlns:p14="http://schemas.microsoft.com/office/powerpoint/2010/main" val="2181642733"/>
              </p:ext>
            </p:extLst>
          </p:nvPr>
        </p:nvGraphicFramePr>
        <p:xfrm>
          <a:off x="4920574" y="4794250"/>
          <a:ext cx="2005012" cy="1677987"/>
        </p:xfrm>
        <a:graphic>
          <a:graphicData uri="http://schemas.openxmlformats.org/presentationml/2006/ole">
            <mc:AlternateContent xmlns:mc="http://schemas.openxmlformats.org/markup-compatibility/2006">
              <mc:Choice xmlns:v="urn:schemas-microsoft-com:vml" Requires="v">
                <p:oleObj r:id="rId3" imgW="2005012" imgH="1677987" progId="MS_ClipArt_Gallery.2">
                  <p:embed/>
                </p:oleObj>
              </mc:Choice>
              <mc:Fallback>
                <p:oleObj r:id="rId3" imgW="2005012" imgH="1677987" progId="MS_ClipArt_Gallery.2">
                  <p:embed/>
                  <p:pic>
                    <p:nvPicPr>
                      <p:cNvPr id="186" name="Google Shape;186;p15"/>
                      <p:cNvPicPr preferRelativeResize="0"/>
                      <p:nvPr/>
                    </p:nvPicPr>
                    <p:blipFill rotWithShape="1">
                      <a:blip r:embed="rId4">
                        <a:alphaModFix/>
                      </a:blip>
                      <a:srcRect/>
                      <a:stretch/>
                    </p:blipFill>
                    <p:spPr>
                      <a:xfrm>
                        <a:off x="4920574" y="4794250"/>
                        <a:ext cx="2005012" cy="1677987"/>
                      </a:xfrm>
                      <a:prstGeom prst="rect">
                        <a:avLst/>
                      </a:prstGeom>
                      <a:noFill/>
                      <a:ln>
                        <a:noFill/>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7" name="Google Shape;197;p16"/>
          <p:cNvSpPr txBox="1">
            <a:spLocks noGrp="1"/>
          </p:cNvSpPr>
          <p:nvPr>
            <p:ph type="title"/>
          </p:nvPr>
        </p:nvSpPr>
        <p:spPr>
          <a:xfrm>
            <a:off x="392178" y="408562"/>
            <a:ext cx="6942477" cy="1014916"/>
          </a:xfrm>
          <a:prstGeom prst="rect">
            <a:avLst/>
          </a:prstGeom>
          <a:noFill/>
          <a:ln>
            <a:noFill/>
          </a:ln>
        </p:spPr>
        <p:txBody>
          <a:bodyPr spcFirstLastPara="1" wrap="square" lIns="92075" tIns="46025" rIns="92075" bIns="46025" anchor="b" anchorCtr="0">
            <a:noAutofit/>
          </a:bodyPr>
          <a:lstStyle/>
          <a:p>
            <a:pPr lvl="0" algn="ctr" rtl="0">
              <a:buClr>
                <a:schemeClr val="dk2"/>
              </a:buClr>
              <a:buSzPts val="2800"/>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lang="en-US" sz="2800" dirty="0"/>
          </a:p>
        </p:txBody>
      </p:sp>
      <p:sp>
        <p:nvSpPr>
          <p:cNvPr id="194" name="Google Shape;194;p16"/>
          <p:cNvSpPr txBox="1">
            <a:spLocks noGrp="1"/>
          </p:cNvSpPr>
          <p:nvPr>
            <p:ph type="body" idx="1"/>
          </p:nvPr>
        </p:nvSpPr>
        <p:spPr>
          <a:xfrm>
            <a:off x="967816" y="2405198"/>
            <a:ext cx="6074334" cy="358704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La </a:t>
            </a:r>
            <a:r>
              <a:rPr lang="en-US" sz="2800" b="0" i="0" u="none" dirty="0" err="1">
                <a:solidFill>
                  <a:schemeClr val="dk2"/>
                </a:solidFill>
                <a:latin typeface="Tahoma"/>
                <a:ea typeface="Tahoma"/>
                <a:cs typeface="Tahoma"/>
                <a:sym typeface="Tahoma"/>
              </a:rPr>
              <a:t>información</a:t>
            </a:r>
            <a:r>
              <a:rPr lang="en-US" sz="2800" b="0" i="0" u="none" dirty="0">
                <a:solidFill>
                  <a:schemeClr val="dk2"/>
                </a:solidFill>
                <a:latin typeface="Tahoma"/>
                <a:ea typeface="Tahoma"/>
                <a:cs typeface="Tahoma"/>
                <a:sym typeface="Tahoma"/>
              </a:rPr>
              <a:t> es un </a:t>
            </a:r>
            <a:r>
              <a:rPr lang="en-US" sz="2800" b="0" i="0" u="none" dirty="0" err="1">
                <a:solidFill>
                  <a:schemeClr val="dk2"/>
                </a:solidFill>
                <a:latin typeface="Tahoma"/>
                <a:ea typeface="Tahoma"/>
                <a:cs typeface="Tahoma"/>
                <a:sym typeface="Tahoma"/>
              </a:rPr>
              <a:t>recurso</a:t>
            </a:r>
            <a:r>
              <a:rPr lang="en-US" sz="2800" b="0" i="0" u="none" dirty="0">
                <a:solidFill>
                  <a:schemeClr val="dk2"/>
                </a:solidFill>
                <a:latin typeface="Tahoma"/>
                <a:ea typeface="Tahoma"/>
                <a:cs typeface="Tahoma"/>
                <a:sym typeface="Tahoma"/>
              </a:rPr>
              <a:t> de </a:t>
            </a:r>
            <a:r>
              <a:rPr lang="en-US" sz="2800" b="0" i="0" u="sng" dirty="0">
                <a:solidFill>
                  <a:schemeClr val="dk2"/>
                </a:solidFill>
                <a:latin typeface="Tahoma"/>
                <a:ea typeface="Tahoma"/>
                <a:cs typeface="Tahoma"/>
                <a:sym typeface="Tahoma"/>
              </a:rPr>
              <a:t>Alto Valor </a:t>
            </a:r>
            <a:r>
              <a:rPr lang="en-US" sz="2800" b="0" i="0" u="none" dirty="0">
                <a:solidFill>
                  <a:schemeClr val="dk2"/>
                </a:solidFill>
                <a:latin typeface="Tahoma"/>
                <a:ea typeface="Tahoma"/>
                <a:cs typeface="Tahoma"/>
                <a:sym typeface="Tahoma"/>
              </a:rPr>
              <a:t>para las </a:t>
            </a:r>
            <a:r>
              <a:rPr lang="en-US" sz="2800" b="0" i="0" u="none" dirty="0" err="1">
                <a:solidFill>
                  <a:schemeClr val="dk2"/>
                </a:solidFill>
                <a:latin typeface="Tahoma"/>
                <a:ea typeface="Tahoma"/>
                <a:cs typeface="Tahoma"/>
                <a:sym typeface="Tahoma"/>
              </a:rPr>
              <a:t>empresas</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Para ser </a:t>
            </a:r>
            <a:r>
              <a:rPr lang="en-US" sz="2800" b="0" i="0" u="none" dirty="0" err="1">
                <a:solidFill>
                  <a:schemeClr val="dk2"/>
                </a:solidFill>
                <a:latin typeface="Tahoma"/>
                <a:ea typeface="Tahoma"/>
                <a:cs typeface="Tahoma"/>
                <a:sym typeface="Tahoma"/>
              </a:rPr>
              <a:t>competitivos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debemos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tener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una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empresa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altamente</a:t>
            </a:r>
            <a:r>
              <a:rPr lang="en-US" sz="2800" b="0" i="0" u="none" dirty="0">
                <a:solidFill>
                  <a:schemeClr val="dk2"/>
                </a:solidFill>
                <a:latin typeface="Tahoma"/>
                <a:ea typeface="Tahoma"/>
                <a:cs typeface="Tahoma"/>
                <a:sym typeface="Tahoma"/>
              </a:rPr>
              <a:t> </a:t>
            </a:r>
            <a:r>
              <a:rPr lang="en-US" sz="2800" b="0" dirty="0" err="1">
                <a:solidFill>
                  <a:schemeClr val="dk2"/>
                </a:solidFill>
                <a:latin typeface="Tahoma"/>
                <a:ea typeface="Tahoma"/>
                <a:cs typeface="Tahoma"/>
                <a:sym typeface="Tahoma"/>
              </a:rPr>
              <a:t>informatizada</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Por </a:t>
            </a:r>
            <a:r>
              <a:rPr lang="en-US" sz="2800" b="0" i="0" u="none" dirty="0" err="1">
                <a:solidFill>
                  <a:schemeClr val="dk2"/>
                </a:solidFill>
                <a:latin typeface="Tahoma"/>
                <a:ea typeface="Tahoma"/>
                <a:cs typeface="Tahoma"/>
                <a:sym typeface="Tahoma"/>
              </a:rPr>
              <a:t>ello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debe</a:t>
            </a:r>
            <a:r>
              <a:rPr lang="en-US" sz="2800" b="0" i="0" u="none" dirty="0">
                <a:solidFill>
                  <a:schemeClr val="dk2"/>
                </a:solidFill>
                <a:latin typeface="Tahoma"/>
                <a:ea typeface="Tahoma"/>
                <a:cs typeface="Tahoma"/>
                <a:sym typeface="Tahoma"/>
              </a:rPr>
              <a:t> ser </a:t>
            </a:r>
            <a:r>
              <a:rPr lang="en-US" sz="2800" b="0" i="0" u="none" dirty="0" err="1">
                <a:solidFill>
                  <a:schemeClr val="dk2"/>
                </a:solidFill>
                <a:latin typeface="Tahoma"/>
                <a:ea typeface="Tahoma"/>
                <a:cs typeface="Tahoma"/>
                <a:sym typeface="Tahoma"/>
              </a:rPr>
              <a:t>planificado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desde</a:t>
            </a:r>
            <a:r>
              <a:rPr lang="en-US" sz="2800" b="0" i="0" u="none" dirty="0">
                <a:solidFill>
                  <a:schemeClr val="dk2"/>
                </a:solidFill>
                <a:latin typeface="Tahoma"/>
                <a:ea typeface="Tahoma"/>
                <a:cs typeface="Tahoma"/>
                <a:sym typeface="Tahoma"/>
              </a:rPr>
              <a:t> la </a:t>
            </a:r>
            <a:r>
              <a:rPr lang="en-US" sz="2800" b="0" i="0" u="none" dirty="0" err="1">
                <a:solidFill>
                  <a:schemeClr val="dk2"/>
                </a:solidFill>
                <a:latin typeface="Tahoma"/>
                <a:ea typeface="Tahoma"/>
                <a:cs typeface="Tahoma"/>
                <a:sym typeface="Tahoma"/>
              </a:rPr>
              <a:t>conducción</a:t>
            </a:r>
            <a:r>
              <a:rPr lang="en-US" sz="2800" b="0" i="0" u="none" dirty="0">
                <a:solidFill>
                  <a:schemeClr val="dk2"/>
                </a:solidFill>
                <a:latin typeface="Tahoma"/>
                <a:ea typeface="Tahoma"/>
                <a:cs typeface="Tahoma"/>
                <a:sym typeface="Tahoma"/>
              </a:rPr>
              <a:t>.</a:t>
            </a:r>
            <a:endParaRPr dirty="0"/>
          </a:p>
        </p:txBody>
      </p:sp>
      <p:sp>
        <p:nvSpPr>
          <p:cNvPr id="193" name="Google Shape;193;p1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44</a:t>
            </a:fld>
            <a:endParaRPr/>
          </a:p>
        </p:txBody>
      </p:sp>
      <p:sp>
        <p:nvSpPr>
          <p:cNvPr id="196" name="Google Shape;196;p16"/>
          <p:cNvSpPr txBox="1"/>
          <p:nvPr/>
        </p:nvSpPr>
        <p:spPr>
          <a:xfrm>
            <a:off x="283723" y="1571371"/>
            <a:ext cx="66341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Planeamiento</a:t>
            </a:r>
            <a:r>
              <a:rPr lang="en-US" sz="2800" b="0" i="1" u="none" dirty="0">
                <a:solidFill>
                  <a:schemeClr val="dk2"/>
                </a:solidFill>
                <a:latin typeface="Tahoma"/>
                <a:ea typeface="Tahoma"/>
                <a:cs typeface="Tahoma"/>
                <a:sym typeface="Tahoma"/>
              </a:rPr>
              <a:t> de </a:t>
            </a:r>
            <a:r>
              <a:rPr lang="en-US" sz="2800" b="0" i="1" u="none" dirty="0" err="1">
                <a:solidFill>
                  <a:schemeClr val="dk2"/>
                </a:solidFill>
                <a:latin typeface="Tahoma"/>
                <a:ea typeface="Tahoma"/>
                <a:cs typeface="Tahoma"/>
                <a:sym typeface="Tahoma"/>
              </a:rPr>
              <a:t>Información</a:t>
            </a:r>
            <a:r>
              <a:rPr lang="en-US" sz="2800" b="0" i="1" u="none" dirty="0">
                <a:solidFill>
                  <a:schemeClr val="dk2"/>
                </a:solidFill>
                <a:latin typeface="Tahoma"/>
                <a:ea typeface="Tahoma"/>
                <a:cs typeface="Tahoma"/>
                <a:sym typeface="Tahoma"/>
              </a:rPr>
              <a:t> </a:t>
            </a:r>
            <a:r>
              <a:rPr lang="en-US" sz="2800" b="0" i="1" u="none" dirty="0" err="1">
                <a:solidFill>
                  <a:schemeClr val="dk2"/>
                </a:solidFill>
                <a:latin typeface="Tahoma"/>
                <a:ea typeface="Tahoma"/>
                <a:cs typeface="Tahoma"/>
                <a:sym typeface="Tahoma"/>
              </a:rPr>
              <a:t>Estratégica</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2"/>
        <p:cNvGrpSpPr/>
        <p:nvPr/>
      </p:nvGrpSpPr>
      <p:grpSpPr>
        <a:xfrm>
          <a:off x="0" y="0"/>
          <a:ext cx="0" cy="0"/>
          <a:chOff x="0" y="0"/>
          <a:chExt cx="0" cy="0"/>
        </a:xfrm>
      </p:grpSpPr>
      <p:sp>
        <p:nvSpPr>
          <p:cNvPr id="206" name="Google Shape;206;p17"/>
          <p:cNvSpPr txBox="1">
            <a:spLocks noGrp="1"/>
          </p:cNvSpPr>
          <p:nvPr>
            <p:ph type="title"/>
          </p:nvPr>
        </p:nvSpPr>
        <p:spPr>
          <a:xfrm>
            <a:off x="275446" y="398834"/>
            <a:ext cx="6485277" cy="1044098"/>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04" name="Google Shape;204;p17"/>
          <p:cNvSpPr txBox="1">
            <a:spLocks noGrp="1"/>
          </p:cNvSpPr>
          <p:nvPr>
            <p:ph type="body" idx="1"/>
          </p:nvPr>
        </p:nvSpPr>
        <p:spPr>
          <a:xfrm>
            <a:off x="0" y="2493222"/>
            <a:ext cx="7358062" cy="35052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5000"/>
              </a:lnSpc>
              <a:spcBef>
                <a:spcPts val="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Diseñar</a:t>
            </a:r>
            <a:r>
              <a:rPr lang="en-US" sz="2800" b="0" i="0" u="none" dirty="0">
                <a:solidFill>
                  <a:schemeClr val="dk2"/>
                </a:solidFill>
                <a:latin typeface="Tahoma"/>
                <a:ea typeface="Tahoma"/>
                <a:cs typeface="Tahoma"/>
                <a:sym typeface="Tahoma"/>
              </a:rPr>
              <a:t> las bases de </a:t>
            </a:r>
            <a:r>
              <a:rPr lang="en-US" sz="2800" b="0" i="0" u="none" dirty="0" err="1">
                <a:solidFill>
                  <a:schemeClr val="dk2"/>
                </a:solidFill>
                <a:latin typeface="Tahoma"/>
                <a:ea typeface="Tahoma"/>
                <a:cs typeface="Tahoma"/>
                <a:sym typeface="Tahoma"/>
              </a:rPr>
              <a:t>datos</a:t>
            </a:r>
            <a:r>
              <a:rPr lang="en-US" sz="2800" b="0" i="0" u="none" dirty="0">
                <a:solidFill>
                  <a:schemeClr val="dk2"/>
                </a:solidFill>
                <a:latin typeface="Tahoma"/>
                <a:ea typeface="Tahoma"/>
                <a:cs typeface="Tahoma"/>
                <a:sym typeface="Tahoma"/>
              </a:rPr>
              <a:t> y </a:t>
            </a:r>
            <a:r>
              <a:rPr lang="en-US" sz="2800" b="0" i="0" u="none" dirty="0" err="1">
                <a:solidFill>
                  <a:schemeClr val="dk2"/>
                </a:solidFill>
                <a:latin typeface="Tahoma"/>
                <a:ea typeface="Tahoma"/>
                <a:cs typeface="Tahoma"/>
                <a:sym typeface="Tahoma"/>
              </a:rPr>
              <a:t>los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sistemas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información</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una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organización</a:t>
            </a:r>
            <a:r>
              <a:rPr lang="en-US" sz="2800" b="0" i="0" u="none" dirty="0">
                <a:solidFill>
                  <a:schemeClr val="dk2"/>
                </a:solidFill>
                <a:latin typeface="Tahoma"/>
                <a:ea typeface="Tahoma"/>
                <a:cs typeface="Tahoma"/>
                <a:sym typeface="Tahoma"/>
              </a:rPr>
              <a:t> es un </a:t>
            </a:r>
            <a:r>
              <a:rPr lang="en-US" sz="2800" b="0" i="0" u="none" dirty="0" err="1">
                <a:solidFill>
                  <a:schemeClr val="dk2"/>
                </a:solidFill>
                <a:latin typeface="Tahoma"/>
                <a:ea typeface="Tahoma"/>
                <a:cs typeface="Tahoma"/>
                <a:sym typeface="Tahoma"/>
              </a:rPr>
              <a:t>tarea</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compleja</a:t>
            </a:r>
            <a:r>
              <a:rPr lang="en-US" sz="2800" b="0" i="0" u="none" dirty="0">
                <a:solidFill>
                  <a:schemeClr val="dk2"/>
                </a:solidFill>
                <a:latin typeface="Tahoma"/>
                <a:ea typeface="Tahoma"/>
                <a:cs typeface="Tahoma"/>
                <a:sym typeface="Tahoma"/>
              </a:rPr>
              <a:t>.</a:t>
            </a:r>
            <a:endParaRPr dirty="0"/>
          </a:p>
          <a:p>
            <a:pPr marL="342900" marR="0" lvl="0" indent="-342900" algn="l" rtl="0">
              <a:lnSpc>
                <a:spcPct val="105000"/>
              </a:lnSpc>
              <a:spcBef>
                <a:spcPts val="238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Muchas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veces</a:t>
            </a:r>
            <a:r>
              <a:rPr lang="en-US" sz="2800" b="0" i="0" u="none" dirty="0">
                <a:solidFill>
                  <a:schemeClr val="dk2"/>
                </a:solidFill>
                <a:latin typeface="Tahoma"/>
                <a:ea typeface="Tahoma"/>
                <a:cs typeface="Tahoma"/>
                <a:sym typeface="Tahoma"/>
              </a:rPr>
              <a:t> se </a:t>
            </a:r>
            <a:r>
              <a:rPr lang="en-US" sz="2800" b="0" i="0" u="none" dirty="0" err="1">
                <a:solidFill>
                  <a:schemeClr val="dk2"/>
                </a:solidFill>
                <a:latin typeface="Tahoma"/>
                <a:ea typeface="Tahoma"/>
                <a:cs typeface="Tahoma"/>
                <a:sym typeface="Tahoma"/>
              </a:rPr>
              <a:t>realiza</a:t>
            </a:r>
            <a:r>
              <a:rPr lang="en-US" sz="2800" b="0" i="0" u="none" dirty="0">
                <a:solidFill>
                  <a:schemeClr val="dk2"/>
                </a:solidFill>
                <a:latin typeface="Tahoma"/>
                <a:ea typeface="Tahoma"/>
                <a:cs typeface="Tahoma"/>
                <a:sym typeface="Tahoma"/>
              </a:rPr>
              <a:t> sin </a:t>
            </a:r>
            <a:r>
              <a:rPr lang="en-US" sz="2800" b="0" i="0" u="none" dirty="0" err="1">
                <a:solidFill>
                  <a:schemeClr val="dk2"/>
                </a:solidFill>
                <a:latin typeface="Tahoma"/>
                <a:ea typeface="Tahoma"/>
                <a:cs typeface="Tahoma"/>
                <a:sym typeface="Tahoma"/>
              </a:rPr>
              <a:t>contar</a:t>
            </a:r>
            <a:r>
              <a:rPr lang="en-US" sz="2800" b="0" i="0" u="none" dirty="0">
                <a:solidFill>
                  <a:schemeClr val="dk2"/>
                </a:solidFill>
                <a:latin typeface="Tahoma"/>
                <a:ea typeface="Tahoma"/>
                <a:cs typeface="Tahoma"/>
                <a:sym typeface="Tahoma"/>
              </a:rPr>
              <a:t> con un plan </a:t>
            </a:r>
            <a:r>
              <a:rPr lang="en-US" sz="2800" b="0" i="0" u="none" dirty="0" err="1">
                <a:solidFill>
                  <a:schemeClr val="dk2"/>
                </a:solidFill>
                <a:latin typeface="Tahoma"/>
                <a:ea typeface="Tahoma"/>
                <a:cs typeface="Tahoma"/>
                <a:sym typeface="Tahoma"/>
              </a:rPr>
              <a:t>detallado</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que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permita</a:t>
            </a:r>
            <a:r>
              <a:rPr lang="en-US" sz="2800" b="0" i="0" u="none" dirty="0">
                <a:solidFill>
                  <a:schemeClr val="dk2"/>
                </a:solidFill>
                <a:latin typeface="Tahoma"/>
                <a:ea typeface="Tahoma"/>
                <a:cs typeface="Tahoma"/>
                <a:sym typeface="Tahoma"/>
              </a:rPr>
              <a:t> a </a:t>
            </a:r>
            <a:r>
              <a:rPr lang="en-US" sz="2800" b="0" i="0" u="none" dirty="0" err="1">
                <a:solidFill>
                  <a:schemeClr val="dk2"/>
                </a:solidFill>
                <a:latin typeface="Tahoma"/>
                <a:ea typeface="Tahoma"/>
                <a:cs typeface="Tahoma"/>
                <a:sym typeface="Tahoma"/>
              </a:rPr>
              <a:t>los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componentes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trabajar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juntos</a:t>
            </a:r>
            <a:r>
              <a:rPr lang="en-US" sz="2800" b="0" i="0" u="none" dirty="0">
                <a:solidFill>
                  <a:schemeClr val="dk2"/>
                </a:solidFill>
                <a:latin typeface="Tahoma"/>
                <a:ea typeface="Tahoma"/>
                <a:cs typeface="Tahoma"/>
                <a:sym typeface="Tahoma"/>
              </a:rPr>
              <a:t>.</a:t>
            </a:r>
            <a:endParaRPr dirty="0"/>
          </a:p>
        </p:txBody>
      </p:sp>
      <p:sp>
        <p:nvSpPr>
          <p:cNvPr id="203" name="Google Shape;203;p1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45</a:t>
            </a:fld>
            <a:endParaRPr/>
          </a:p>
        </p:txBody>
      </p:sp>
      <p:sp>
        <p:nvSpPr>
          <p:cNvPr id="205" name="Google Shape;205;p17"/>
          <p:cNvSpPr txBox="1"/>
          <p:nvPr/>
        </p:nvSpPr>
        <p:spPr>
          <a:xfrm>
            <a:off x="441325" y="1844708"/>
            <a:ext cx="173196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¿Por </a:t>
            </a:r>
            <a:r>
              <a:rPr lang="en-US" sz="2800" b="0" i="1" u="none" dirty="0" err="1">
                <a:solidFill>
                  <a:schemeClr val="dk2"/>
                </a:solidFill>
                <a:latin typeface="Tahoma"/>
                <a:ea typeface="Tahoma"/>
                <a:cs typeface="Tahoma"/>
                <a:sym typeface="Tahoma"/>
              </a:rPr>
              <a:t>qué</a:t>
            </a:r>
            <a:r>
              <a:rPr lang="en-US" sz="2800" b="0" i="1" u="none" dirty="0">
                <a:solidFill>
                  <a:schemeClr val="dk2"/>
                </a:solidFill>
                <a:latin typeface="Tahoma"/>
                <a:ea typeface="Tahoma"/>
                <a:cs typeface="Tahoma"/>
                <a:sym typeface="Tahoma"/>
              </a:rPr>
              <a: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1"/>
        <p:cNvGrpSpPr/>
        <p:nvPr/>
      </p:nvGrpSpPr>
      <p:grpSpPr>
        <a:xfrm>
          <a:off x="0" y="0"/>
          <a:ext cx="0" cy="0"/>
          <a:chOff x="0" y="0"/>
          <a:chExt cx="0" cy="0"/>
        </a:xfrm>
      </p:grpSpPr>
      <p:sp>
        <p:nvSpPr>
          <p:cNvPr id="215" name="Google Shape;215;p18"/>
          <p:cNvSpPr txBox="1">
            <a:spLocks noGrp="1"/>
          </p:cNvSpPr>
          <p:nvPr>
            <p:ph type="title"/>
          </p:nvPr>
        </p:nvSpPr>
        <p:spPr>
          <a:xfrm>
            <a:off x="343536" y="301557"/>
            <a:ext cx="6816021" cy="1131650"/>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13" name="Google Shape;213;p18"/>
          <p:cNvSpPr txBox="1">
            <a:spLocks noGrp="1"/>
          </p:cNvSpPr>
          <p:nvPr>
            <p:ph type="body" idx="1"/>
          </p:nvPr>
        </p:nvSpPr>
        <p:spPr>
          <a:xfrm>
            <a:off x="196850" y="2357437"/>
            <a:ext cx="7467600"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Existen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muchos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inspirados</a:t>
            </a:r>
            <a:r>
              <a:rPr lang="en-US" sz="2800" b="0" i="0" u="none" dirty="0">
                <a:solidFill>
                  <a:schemeClr val="dk2"/>
                </a:solidFill>
                <a:latin typeface="Tahoma"/>
                <a:ea typeface="Tahoma"/>
                <a:cs typeface="Tahoma"/>
                <a:sym typeface="Tahoma"/>
              </a:rPr>
              <a:t> y </a:t>
            </a:r>
            <a:r>
              <a:rPr lang="en-US" sz="2800" b="0" i="0" u="none" dirty="0" err="1">
                <a:solidFill>
                  <a:schemeClr val="dk2"/>
                </a:solidFill>
                <a:latin typeface="Tahoma"/>
                <a:ea typeface="Tahoma"/>
                <a:cs typeface="Tahoma"/>
                <a:sym typeface="Tahoma"/>
              </a:rPr>
              <a:t>entusiastas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diseñadores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sistemas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información</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9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A menudo </a:t>
            </a:r>
            <a:r>
              <a:rPr lang="en-US" sz="2800" b="0" i="0" u="none" dirty="0" err="1">
                <a:solidFill>
                  <a:schemeClr val="dk2"/>
                </a:solidFill>
                <a:latin typeface="Tahoma"/>
                <a:ea typeface="Tahoma"/>
                <a:cs typeface="Tahoma"/>
                <a:sym typeface="Tahoma"/>
              </a:rPr>
              <a:t>los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sistemas</a:t>
            </a:r>
            <a:r>
              <a:rPr lang="en-US" sz="2800" b="0" i="0" u="none" dirty="0">
                <a:solidFill>
                  <a:schemeClr val="dk2"/>
                </a:solidFill>
                <a:latin typeface="Tahoma"/>
                <a:ea typeface="Tahoma"/>
                <a:cs typeface="Tahoma"/>
                <a:sym typeface="Tahoma"/>
              </a:rPr>
              <a:t> no </a:t>
            </a:r>
            <a:r>
              <a:rPr lang="en-US" sz="2800" b="0" i="0" u="none" dirty="0" err="1">
                <a:solidFill>
                  <a:schemeClr val="dk2"/>
                </a:solidFill>
                <a:latin typeface="Tahoma"/>
                <a:ea typeface="Tahoma"/>
                <a:cs typeface="Tahoma"/>
                <a:sym typeface="Tahoma"/>
              </a:rPr>
              <a:t>pueden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conectarse</a:t>
            </a:r>
            <a:r>
              <a:rPr lang="en-US" sz="2800" b="0" i="0" u="none" dirty="0">
                <a:solidFill>
                  <a:schemeClr val="dk2"/>
                </a:solidFill>
                <a:latin typeface="Tahoma"/>
                <a:ea typeface="Tahoma"/>
                <a:cs typeface="Tahoma"/>
                <a:sym typeface="Tahoma"/>
              </a:rPr>
              <a:t> sin </a:t>
            </a:r>
            <a:r>
              <a:rPr lang="en-US" sz="2800" b="0" i="0" u="sng" dirty="0" err="1">
                <a:solidFill>
                  <a:schemeClr val="dk2"/>
                </a:solidFill>
                <a:latin typeface="Tahoma"/>
                <a:ea typeface="Tahoma"/>
                <a:cs typeface="Tahoma"/>
                <a:sym typeface="Tahoma"/>
              </a:rPr>
              <a:t>conversión</a:t>
            </a:r>
            <a:r>
              <a:rPr lang="en-US" sz="2800" b="0" i="0" u="sng" dirty="0">
                <a:solidFill>
                  <a:schemeClr val="dk2"/>
                </a:solidFill>
                <a:latin typeface="Tahoma"/>
                <a:ea typeface="Tahoma"/>
                <a:cs typeface="Tahoma"/>
                <a:sym typeface="Tahoma"/>
              </a:rPr>
              <a:t>.</a:t>
            </a:r>
            <a:endParaRPr dirty="0"/>
          </a:p>
          <a:p>
            <a:pPr marL="342900" marR="0" lvl="0" indent="-342900" algn="l" rtl="0">
              <a:lnSpc>
                <a:spcPct val="100000"/>
              </a:lnSpc>
              <a:spcBef>
                <a:spcPts val="19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Esto genera </a:t>
            </a:r>
            <a:r>
              <a:rPr lang="en-US" sz="2800" b="0" i="0" u="none" dirty="0" err="1">
                <a:solidFill>
                  <a:schemeClr val="dk2"/>
                </a:solidFill>
                <a:latin typeface="Tahoma"/>
                <a:ea typeface="Tahoma"/>
                <a:cs typeface="Tahoma"/>
                <a:sym typeface="Tahoma"/>
              </a:rPr>
              <a:t>dificultades</a:t>
            </a:r>
            <a:r>
              <a:rPr lang="en-US" sz="2800" b="0" i="0" u="none" dirty="0">
                <a:solidFill>
                  <a:schemeClr val="dk2"/>
                </a:solidFill>
                <a:latin typeface="Tahoma"/>
                <a:ea typeface="Tahoma"/>
                <a:cs typeface="Tahoma"/>
                <a:sym typeface="Tahoma"/>
              </a:rPr>
              <a:t> o </a:t>
            </a:r>
            <a:r>
              <a:rPr lang="en-US" sz="2800" b="0" i="0" u="none" dirty="0" err="1">
                <a:solidFill>
                  <a:schemeClr val="dk2"/>
                </a:solidFill>
                <a:latin typeface="Tahoma"/>
                <a:ea typeface="Tahoma"/>
                <a:cs typeface="Tahoma"/>
                <a:sym typeface="Tahoma"/>
              </a:rPr>
              <a:t>imposibilidad</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integrar</a:t>
            </a:r>
            <a:r>
              <a:rPr lang="en-US" sz="2800" b="0" i="0" u="none" dirty="0">
                <a:solidFill>
                  <a:schemeClr val="dk2"/>
                </a:solidFill>
                <a:latin typeface="Tahoma"/>
                <a:ea typeface="Tahoma"/>
                <a:cs typeface="Tahoma"/>
                <a:sym typeface="Tahoma"/>
              </a:rPr>
              <a:t> la </a:t>
            </a:r>
            <a:r>
              <a:rPr lang="en-US" sz="2800" b="0" i="0" u="none" dirty="0" err="1">
                <a:solidFill>
                  <a:schemeClr val="dk2"/>
                </a:solidFill>
                <a:latin typeface="Tahoma"/>
                <a:ea typeface="Tahoma"/>
                <a:cs typeface="Tahoma"/>
                <a:sym typeface="Tahoma"/>
              </a:rPr>
              <a:t>información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conforme</a:t>
            </a:r>
            <a:r>
              <a:rPr lang="en-US" sz="2800" b="0" i="0" u="none" dirty="0">
                <a:solidFill>
                  <a:schemeClr val="dk2"/>
                </a:solidFill>
                <a:latin typeface="Tahoma"/>
                <a:ea typeface="Tahoma"/>
                <a:cs typeface="Tahoma"/>
                <a:sym typeface="Tahoma"/>
              </a:rPr>
              <a:t> las </a:t>
            </a:r>
            <a:r>
              <a:rPr lang="en-US" sz="2800" b="0" i="0" u="none" dirty="0" err="1">
                <a:solidFill>
                  <a:schemeClr val="dk2"/>
                </a:solidFill>
                <a:latin typeface="Tahoma"/>
                <a:ea typeface="Tahoma"/>
                <a:cs typeface="Tahoma"/>
                <a:sym typeface="Tahoma"/>
              </a:rPr>
              <a:t>necesidades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gerenciales</a:t>
            </a:r>
            <a:r>
              <a:rPr lang="en-US" sz="2800" b="0" i="0" u="none" dirty="0">
                <a:solidFill>
                  <a:schemeClr val="dk2"/>
                </a:solidFill>
                <a:latin typeface="Tahoma"/>
                <a:ea typeface="Tahoma"/>
                <a:cs typeface="Tahoma"/>
                <a:sym typeface="Tahoma"/>
              </a:rPr>
              <a:t>.</a:t>
            </a:r>
            <a:endParaRPr dirty="0"/>
          </a:p>
        </p:txBody>
      </p:sp>
      <p:sp>
        <p:nvSpPr>
          <p:cNvPr id="212" name="Google Shape;212;p1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46</a:t>
            </a:fld>
            <a:endParaRPr/>
          </a:p>
        </p:txBody>
      </p:sp>
      <p:sp>
        <p:nvSpPr>
          <p:cNvPr id="214" name="Google Shape;214;p18"/>
          <p:cNvSpPr txBox="1"/>
          <p:nvPr/>
        </p:nvSpPr>
        <p:spPr>
          <a:xfrm>
            <a:off x="532117" y="1727977"/>
            <a:ext cx="420211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La </a:t>
            </a:r>
            <a:r>
              <a:rPr lang="en-US" sz="2800" b="0" i="1" u="none" dirty="0" err="1">
                <a:solidFill>
                  <a:schemeClr val="dk2"/>
                </a:solidFill>
                <a:latin typeface="Tahoma"/>
                <a:ea typeface="Tahoma"/>
                <a:cs typeface="Tahoma"/>
                <a:sym typeface="Tahoma"/>
              </a:rPr>
              <a:t>falta</a:t>
            </a:r>
            <a:r>
              <a:rPr lang="en-US" sz="2800" b="0" i="1" u="none" dirty="0">
                <a:solidFill>
                  <a:schemeClr val="dk2"/>
                </a:solidFill>
                <a:latin typeface="Tahoma"/>
                <a:ea typeface="Tahoma"/>
                <a:cs typeface="Tahoma"/>
                <a:sym typeface="Tahoma"/>
              </a:rPr>
              <a:t> de </a:t>
            </a:r>
            <a:r>
              <a:rPr lang="en-US" sz="2800" b="0" i="1" u="none" dirty="0" err="1">
                <a:solidFill>
                  <a:schemeClr val="dk2"/>
                </a:solidFill>
                <a:latin typeface="Tahoma"/>
                <a:ea typeface="Tahoma"/>
                <a:cs typeface="Tahoma"/>
                <a:sym typeface="Tahoma"/>
              </a:rPr>
              <a:t>planificación</a:t>
            </a:r>
            <a:r>
              <a:rPr lang="en-US" sz="2800" b="0" i="1" u="none" dirty="0">
                <a:solidFill>
                  <a:schemeClr val="dk2"/>
                </a:solidFill>
                <a:latin typeface="Tahoma"/>
                <a:ea typeface="Tahoma"/>
                <a:cs typeface="Tahoma"/>
                <a:sym typeface="Tahoma"/>
              </a:rPr>
              <a:t>...</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sp>
        <p:nvSpPr>
          <p:cNvPr id="224" name="Google Shape;224;p19"/>
          <p:cNvSpPr txBox="1">
            <a:spLocks noGrp="1"/>
          </p:cNvSpPr>
          <p:nvPr>
            <p:ph type="title"/>
          </p:nvPr>
        </p:nvSpPr>
        <p:spPr>
          <a:xfrm>
            <a:off x="343534" y="157163"/>
            <a:ext cx="6825751" cy="1324682"/>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22" name="Google Shape;222;p19"/>
          <p:cNvSpPr txBox="1">
            <a:spLocks noGrp="1"/>
          </p:cNvSpPr>
          <p:nvPr>
            <p:ph type="body" idx="1"/>
          </p:nvPr>
        </p:nvSpPr>
        <p:spPr>
          <a:xfrm>
            <a:off x="168436" y="2642377"/>
            <a:ext cx="7772400" cy="3352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Los </a:t>
            </a:r>
            <a:r>
              <a:rPr lang="en-US" sz="2800" b="0" i="0" u="none" dirty="0" err="1">
                <a:solidFill>
                  <a:schemeClr val="dk2"/>
                </a:solidFill>
                <a:latin typeface="Tahoma"/>
                <a:ea typeface="Tahoma"/>
                <a:cs typeface="Tahoma"/>
                <a:sym typeface="Tahoma"/>
              </a:rPr>
              <a:t>sistemas</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información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puedan</a:t>
            </a:r>
            <a:r>
              <a:rPr lang="en-US" sz="2800" b="0" i="0" u="none" dirty="0">
                <a:solidFill>
                  <a:schemeClr val="dk2"/>
                </a:solidFill>
                <a:latin typeface="Tahoma"/>
                <a:ea typeface="Tahoma"/>
                <a:cs typeface="Tahoma"/>
                <a:sym typeface="Tahoma"/>
              </a:rPr>
              <a:t> ser </a:t>
            </a:r>
            <a:r>
              <a:rPr lang="en-US" sz="2800" b="0" i="0" u="none" dirty="0" err="1">
                <a:solidFill>
                  <a:schemeClr val="dk2"/>
                </a:solidFill>
                <a:latin typeface="Tahoma"/>
                <a:ea typeface="Tahoma"/>
                <a:cs typeface="Tahoma"/>
                <a:sym typeface="Tahoma"/>
              </a:rPr>
              <a:t>descompuestos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pequeños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módulos</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dirty="0">
              <a:solidFill>
                <a:schemeClr val="dk2"/>
              </a:solidFill>
              <a:latin typeface="Tahoma"/>
              <a:ea typeface="Tahoma"/>
              <a:cs typeface="Tahoma"/>
              <a:sym typeface="Tahoma"/>
            </a:endParaRPr>
          </a:p>
          <a:p>
            <a:pPr marL="342900" marR="0" lvl="0" indent="-342900" algn="l" rtl="0">
              <a:lnSpc>
                <a:spcPct val="100000"/>
              </a:lnSpc>
              <a:spcBef>
                <a:spcPts val="56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Los </a:t>
            </a:r>
            <a:r>
              <a:rPr lang="en-US" sz="2800" b="0" i="0" u="none" dirty="0" err="1">
                <a:solidFill>
                  <a:schemeClr val="dk2"/>
                </a:solidFill>
                <a:latin typeface="Tahoma"/>
                <a:ea typeface="Tahoma"/>
                <a:cs typeface="Tahoma"/>
                <a:sym typeface="Tahoma"/>
              </a:rPr>
              <a:t>módulos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el</a:t>
            </a:r>
            <a:r>
              <a:rPr lang="en-US" sz="2800" b="0" i="0" u="none" dirty="0">
                <a:solidFill>
                  <a:schemeClr val="dk2"/>
                </a:solidFill>
                <a:latin typeface="Tahoma"/>
                <a:ea typeface="Tahoma"/>
                <a:cs typeface="Tahoma"/>
                <a:sym typeface="Tahoma"/>
              </a:rPr>
              <a:t> software </a:t>
            </a:r>
            <a:r>
              <a:rPr lang="en-US" sz="2800" b="0" i="0" u="none" dirty="0" err="1">
                <a:solidFill>
                  <a:schemeClr val="dk2"/>
                </a:solidFill>
                <a:latin typeface="Tahoma"/>
                <a:ea typeface="Tahoma"/>
                <a:cs typeface="Tahoma"/>
                <a:sym typeface="Tahoma"/>
              </a:rPr>
              <a:t>puedan</a:t>
            </a:r>
            <a:r>
              <a:rPr lang="en-US" sz="2800" b="0" i="0" u="none" dirty="0">
                <a:solidFill>
                  <a:schemeClr val="dk2"/>
                </a:solidFill>
                <a:latin typeface="Tahoma"/>
                <a:ea typeface="Tahoma"/>
                <a:cs typeface="Tahoma"/>
                <a:sym typeface="Tahoma"/>
              </a:rPr>
              <a:t> ser lo </a:t>
            </a:r>
            <a:r>
              <a:rPr lang="en-US" sz="2800" b="0" i="0" u="none" dirty="0" err="1">
                <a:solidFill>
                  <a:schemeClr val="dk2"/>
                </a:solidFill>
                <a:latin typeface="Tahoma"/>
                <a:ea typeface="Tahoma"/>
                <a:cs typeface="Tahoma"/>
                <a:sym typeface="Tahoma"/>
              </a:rPr>
              <a:t>suficientemente</a:t>
            </a:r>
            <a:r>
              <a:rPr lang="en-US" sz="2800" b="0" i="0" u="none" dirty="0">
                <a:solidFill>
                  <a:schemeClr val="dk2"/>
                </a:solidFill>
                <a:latin typeface="Tahoma"/>
                <a:ea typeface="Tahoma"/>
                <a:cs typeface="Tahoma"/>
                <a:sym typeface="Tahoma"/>
              </a:rPr>
              <a:t> simples.</a:t>
            </a:r>
            <a:endParaRPr dirty="0"/>
          </a:p>
        </p:txBody>
      </p:sp>
      <p:sp>
        <p:nvSpPr>
          <p:cNvPr id="221" name="Google Shape;221;p1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47</a:t>
            </a:fld>
            <a:endParaRPr/>
          </a:p>
        </p:txBody>
      </p:sp>
      <p:sp>
        <p:nvSpPr>
          <p:cNvPr id="223" name="Google Shape;223;p19"/>
          <p:cNvSpPr txBox="1"/>
          <p:nvPr/>
        </p:nvSpPr>
        <p:spPr>
          <a:xfrm>
            <a:off x="481857" y="1802555"/>
            <a:ext cx="5909215"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La </a:t>
            </a:r>
            <a:r>
              <a:rPr lang="en-US" sz="2800" b="0" i="1" u="none" dirty="0" err="1">
                <a:solidFill>
                  <a:schemeClr val="dk2"/>
                </a:solidFill>
                <a:latin typeface="Tahoma"/>
                <a:ea typeface="Tahoma"/>
                <a:cs typeface="Tahoma"/>
                <a:sym typeface="Tahoma"/>
              </a:rPr>
              <a:t>planificación</a:t>
            </a:r>
            <a:r>
              <a:rPr lang="en-US" sz="2800" b="0" i="1" u="none" dirty="0">
                <a:solidFill>
                  <a:schemeClr val="dk2"/>
                </a:solidFill>
                <a:latin typeface="Tahoma"/>
                <a:ea typeface="Tahoma"/>
                <a:cs typeface="Tahoma"/>
                <a:sym typeface="Tahoma"/>
              </a:rPr>
              <a:t> </a:t>
            </a:r>
            <a:r>
              <a:rPr lang="en-US" sz="2800" b="0" i="1" u="none" dirty="0" err="1">
                <a:solidFill>
                  <a:schemeClr val="dk2"/>
                </a:solidFill>
                <a:latin typeface="Tahoma"/>
                <a:ea typeface="Tahoma"/>
                <a:cs typeface="Tahoma"/>
                <a:sym typeface="Tahoma"/>
              </a:rPr>
              <a:t>permite</a:t>
            </a:r>
            <a:r>
              <a:rPr lang="en-US" sz="2800" b="0" i="1" u="none" dirty="0">
                <a:solidFill>
                  <a:schemeClr val="dk2"/>
                </a:solidFill>
                <a:latin typeface="Tahoma"/>
                <a:ea typeface="Tahoma"/>
                <a:cs typeface="Tahoma"/>
                <a:sym typeface="Tahoma"/>
              </a:rPr>
              <a:t> que...</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9"/>
        <p:cNvGrpSpPr/>
        <p:nvPr/>
      </p:nvGrpSpPr>
      <p:grpSpPr>
        <a:xfrm>
          <a:off x="0" y="0"/>
          <a:ext cx="0" cy="0"/>
          <a:chOff x="0" y="0"/>
          <a:chExt cx="0" cy="0"/>
        </a:xfrm>
      </p:grpSpPr>
      <p:sp>
        <p:nvSpPr>
          <p:cNvPr id="233" name="Google Shape;233;p20"/>
          <p:cNvSpPr txBox="1">
            <a:spLocks noGrp="1"/>
          </p:cNvSpPr>
          <p:nvPr>
            <p:ph type="title"/>
          </p:nvPr>
        </p:nvSpPr>
        <p:spPr>
          <a:xfrm>
            <a:off x="304629" y="291830"/>
            <a:ext cx="7282945" cy="1160831"/>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31" name="Google Shape;231;p20"/>
          <p:cNvSpPr txBox="1">
            <a:spLocks noGrp="1"/>
          </p:cNvSpPr>
          <p:nvPr>
            <p:ph type="body" idx="1"/>
          </p:nvPr>
        </p:nvSpPr>
        <p:spPr>
          <a:xfrm>
            <a:off x="94371" y="2362199"/>
            <a:ext cx="7772400"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Sean </a:t>
            </a:r>
            <a:r>
              <a:rPr lang="en-US" sz="2800" b="0" i="0" u="none" dirty="0" err="1">
                <a:solidFill>
                  <a:schemeClr val="dk2"/>
                </a:solidFill>
                <a:latin typeface="Tahoma"/>
                <a:ea typeface="Tahoma"/>
                <a:cs typeface="Tahoma"/>
                <a:sym typeface="Tahoma"/>
              </a:rPr>
              <a:t>diseñados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eficientemente</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12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Completamente</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entendidos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por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el</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grupo</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diseño</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12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Tengan bajo </a:t>
            </a:r>
            <a:r>
              <a:rPr lang="en-US" sz="2800" b="0" i="0" u="none" dirty="0" err="1">
                <a:solidFill>
                  <a:schemeClr val="dk2"/>
                </a:solidFill>
                <a:latin typeface="Tahoma"/>
                <a:ea typeface="Tahoma"/>
                <a:cs typeface="Tahoma"/>
                <a:sym typeface="Tahoma"/>
              </a:rPr>
              <a:t>costo</a:t>
            </a:r>
            <a:r>
              <a:rPr lang="en-US" sz="2800" b="0" i="0" u="none" dirty="0">
                <a:solidFill>
                  <a:schemeClr val="dk2"/>
                </a:solidFill>
                <a:latin typeface="Tahoma"/>
                <a:ea typeface="Tahoma"/>
                <a:cs typeface="Tahoma"/>
                <a:sym typeface="Tahoma"/>
              </a:rPr>
              <a:t> de </a:t>
            </a:r>
            <a:r>
              <a:rPr lang="en-US" sz="2800" b="0" i="0" u="none" dirty="0" err="1">
                <a:solidFill>
                  <a:schemeClr val="dk2"/>
                </a:solidFill>
                <a:latin typeface="Tahoma"/>
                <a:ea typeface="Tahoma"/>
                <a:cs typeface="Tahoma"/>
                <a:sym typeface="Tahoma"/>
              </a:rPr>
              <a:t>mantenimiento</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120"/>
              </a:spcBef>
              <a:spcAft>
                <a:spcPts val="0"/>
              </a:spcAft>
              <a:buClr>
                <a:srgbClr val="EEF2C5"/>
              </a:buClr>
              <a:buSzPts val="1680"/>
              <a:buFont typeface="Arial"/>
              <a:buChar char="●"/>
            </a:pPr>
            <a:r>
              <a:rPr lang="en-US" sz="2800" b="0" i="0" u="none" dirty="0" err="1">
                <a:solidFill>
                  <a:schemeClr val="dk2"/>
                </a:solidFill>
                <a:latin typeface="Tahoma"/>
                <a:ea typeface="Tahoma"/>
                <a:cs typeface="Tahoma"/>
                <a:sym typeface="Tahoma"/>
              </a:rPr>
              <a:t>Puedan</a:t>
            </a:r>
            <a:r>
              <a:rPr lang="en-US" sz="2800" b="0" i="0" u="none" dirty="0">
                <a:solidFill>
                  <a:schemeClr val="dk2"/>
                </a:solidFill>
                <a:latin typeface="Tahoma"/>
                <a:ea typeface="Tahoma"/>
                <a:cs typeface="Tahoma"/>
                <a:sym typeface="Tahoma"/>
              </a:rPr>
              <a:t> ser </a:t>
            </a:r>
            <a:r>
              <a:rPr lang="en-US" sz="2800" b="0" i="0" u="none" dirty="0" err="1">
                <a:solidFill>
                  <a:schemeClr val="dk2"/>
                </a:solidFill>
                <a:latin typeface="Tahoma"/>
                <a:ea typeface="Tahoma"/>
                <a:cs typeface="Tahoma"/>
                <a:sym typeface="Tahoma"/>
              </a:rPr>
              <a:t>procesados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equipos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pequeños</a:t>
            </a:r>
            <a:r>
              <a:rPr lang="en-US" sz="28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120"/>
              </a:spcBef>
              <a:spcAft>
                <a:spcPts val="0"/>
              </a:spcAft>
              <a:buClr>
                <a:srgbClr val="EEF2C5"/>
              </a:buClr>
              <a:buSzPts val="1680"/>
              <a:buFont typeface="Arial"/>
              <a:buChar char="●"/>
            </a:pPr>
            <a:r>
              <a:rPr lang="en-US" sz="2800" b="0" i="0" u="none" dirty="0">
                <a:solidFill>
                  <a:schemeClr val="dk2"/>
                </a:solidFill>
                <a:latin typeface="Tahoma"/>
                <a:ea typeface="Tahoma"/>
                <a:cs typeface="Tahoma"/>
                <a:sym typeface="Tahoma"/>
              </a:rPr>
              <a:t>Los </a:t>
            </a:r>
            <a:r>
              <a:rPr lang="en-US" sz="2800" b="0" i="0" u="none" dirty="0" err="1">
                <a:solidFill>
                  <a:schemeClr val="dk2"/>
                </a:solidFill>
                <a:latin typeface="Tahoma"/>
                <a:ea typeface="Tahoma"/>
                <a:cs typeface="Tahoma"/>
                <a:sym typeface="Tahoma"/>
              </a:rPr>
              <a:t>módulos</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deben</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estar</a:t>
            </a:r>
            <a:r>
              <a:rPr lang="en-US" sz="2800" b="0" i="0" u="none" dirty="0">
                <a:solidFill>
                  <a:schemeClr val="dk2"/>
                </a:solidFill>
                <a:latin typeface="Tahoma"/>
                <a:ea typeface="Tahoma"/>
                <a:cs typeface="Tahoma"/>
                <a:sym typeface="Tahoma"/>
              </a:rPr>
              <a:t> </a:t>
            </a:r>
            <a:r>
              <a:rPr lang="en-US" sz="2800" b="0" i="0" u="none" dirty="0" err="1">
                <a:solidFill>
                  <a:schemeClr val="dk2"/>
                </a:solidFill>
                <a:latin typeface="Tahoma"/>
                <a:ea typeface="Tahoma"/>
                <a:cs typeface="Tahoma"/>
                <a:sym typeface="Tahoma"/>
              </a:rPr>
              <a:t>integrados</a:t>
            </a:r>
            <a:r>
              <a:rPr lang="en-US" sz="2800" b="0" i="0" u="none" dirty="0">
                <a:solidFill>
                  <a:schemeClr val="dk2"/>
                </a:solidFill>
                <a:latin typeface="Tahoma"/>
                <a:ea typeface="Tahoma"/>
                <a:cs typeface="Tahoma"/>
                <a:sym typeface="Tahoma"/>
              </a:rPr>
              <a:t> y </a:t>
            </a:r>
            <a:r>
              <a:rPr lang="en-US" sz="2800" b="0" i="0" u="none" dirty="0" err="1">
                <a:solidFill>
                  <a:schemeClr val="dk2"/>
                </a:solidFill>
                <a:latin typeface="Tahoma"/>
                <a:ea typeface="Tahoma"/>
                <a:cs typeface="Tahoma"/>
                <a:sym typeface="Tahoma"/>
              </a:rPr>
              <a:t>compartir</a:t>
            </a:r>
            <a:r>
              <a:rPr lang="en-US" sz="2800" b="0" i="0" u="none" dirty="0">
                <a:solidFill>
                  <a:schemeClr val="dk2"/>
                </a:solidFill>
                <a:latin typeface="Tahoma"/>
                <a:ea typeface="Tahoma"/>
                <a:cs typeface="Tahoma"/>
                <a:sym typeface="Tahoma"/>
              </a:rPr>
              <a:t> las bases de </a:t>
            </a:r>
            <a:r>
              <a:rPr lang="en-US" sz="2800" b="0" i="0" u="none" dirty="0" err="1">
                <a:solidFill>
                  <a:schemeClr val="dk2"/>
                </a:solidFill>
                <a:latin typeface="Tahoma"/>
                <a:ea typeface="Tahoma"/>
                <a:cs typeface="Tahoma"/>
                <a:sym typeface="Tahoma"/>
              </a:rPr>
              <a:t>datos</a:t>
            </a:r>
            <a:r>
              <a:rPr lang="en-US" sz="2800" b="0" i="0" u="none" dirty="0">
                <a:solidFill>
                  <a:schemeClr val="dk2"/>
                </a:solidFill>
                <a:latin typeface="Tahoma"/>
                <a:ea typeface="Tahoma"/>
                <a:cs typeface="Tahoma"/>
                <a:sym typeface="Tahoma"/>
              </a:rPr>
              <a:t>.</a:t>
            </a:r>
            <a:endParaRPr dirty="0"/>
          </a:p>
        </p:txBody>
      </p:sp>
      <p:sp>
        <p:nvSpPr>
          <p:cNvPr id="230" name="Google Shape;230;p2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48</a:t>
            </a:fld>
            <a:endParaRPr/>
          </a:p>
        </p:txBody>
      </p:sp>
      <p:sp>
        <p:nvSpPr>
          <p:cNvPr id="232" name="Google Shape;232;p20"/>
          <p:cNvSpPr txBox="1"/>
          <p:nvPr/>
        </p:nvSpPr>
        <p:spPr>
          <a:xfrm>
            <a:off x="502933" y="1647874"/>
            <a:ext cx="1701800"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0" u="none" dirty="0">
                <a:solidFill>
                  <a:schemeClr val="dk2"/>
                </a:solidFill>
                <a:latin typeface="Tahoma"/>
                <a:ea typeface="Tahoma"/>
                <a:cs typeface="Tahoma"/>
                <a:sym typeface="Tahoma"/>
              </a:rPr>
              <a:t>Para </a:t>
            </a:r>
            <a:r>
              <a:rPr lang="en-US" sz="2800" b="0" i="0" u="none" dirty="0" err="1">
                <a:solidFill>
                  <a:schemeClr val="dk2"/>
                </a:solidFill>
                <a:latin typeface="Tahoma"/>
                <a:ea typeface="Tahoma"/>
                <a:cs typeface="Tahoma"/>
                <a:sym typeface="Tahoma"/>
              </a:rPr>
              <a:t>que</a:t>
            </a:r>
            <a:r>
              <a:rPr lang="en-US" sz="2800" b="0" i="0" u="none" dirty="0">
                <a:solidFill>
                  <a:schemeClr val="dk2"/>
                </a:solidFill>
                <a:latin typeface="Tahoma"/>
                <a:ea typeface="Tahoma"/>
                <a:cs typeface="Tahoma"/>
                <a:sym typeface="Tahoma"/>
              </a:rPr>
              <a:t>:</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42" name="Google Shape;242;p21"/>
          <p:cNvSpPr txBox="1">
            <a:spLocks noGrp="1"/>
          </p:cNvSpPr>
          <p:nvPr>
            <p:ph type="title"/>
          </p:nvPr>
        </p:nvSpPr>
        <p:spPr>
          <a:xfrm>
            <a:off x="304629" y="291830"/>
            <a:ext cx="7360767" cy="1199739"/>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40" name="Google Shape;240;p21"/>
          <p:cNvSpPr txBox="1">
            <a:spLocks noGrp="1"/>
          </p:cNvSpPr>
          <p:nvPr>
            <p:ph type="body" idx="1"/>
          </p:nvPr>
        </p:nvSpPr>
        <p:spPr>
          <a:xfrm>
            <a:off x="196850" y="2060940"/>
            <a:ext cx="8222100"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Hay </a:t>
            </a:r>
            <a:r>
              <a:rPr lang="en-US" sz="2000" b="0" i="0" u="none" dirty="0" err="1">
                <a:solidFill>
                  <a:schemeClr val="dk2"/>
                </a:solidFill>
                <a:latin typeface="Tahoma"/>
                <a:ea typeface="Tahoma"/>
                <a:cs typeface="Tahoma"/>
                <a:sym typeface="Tahoma"/>
              </a:rPr>
              <a:t>que</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relacionar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el</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planeamiento</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sistemas</a:t>
            </a:r>
            <a:r>
              <a:rPr lang="en-US" sz="2000" b="0" i="0" u="none" dirty="0">
                <a:solidFill>
                  <a:schemeClr val="dk2"/>
                </a:solidFill>
                <a:latin typeface="Tahoma"/>
                <a:ea typeface="Tahoma"/>
                <a:cs typeface="Tahoma"/>
                <a:sym typeface="Tahoma"/>
              </a:rPr>
              <a:t> al plan de  </a:t>
            </a:r>
            <a:r>
              <a:rPr lang="en-US" sz="2000" b="0" i="0" u="none" dirty="0" err="1">
                <a:solidFill>
                  <a:schemeClr val="dk2"/>
                </a:solidFill>
                <a:latin typeface="Tahoma"/>
                <a:ea typeface="Tahoma"/>
                <a:cs typeface="Tahoma"/>
                <a:sym typeface="Tahoma"/>
              </a:rPr>
              <a:t>negocios</a:t>
            </a:r>
            <a:r>
              <a:rPr lang="en-US" sz="20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Hay </a:t>
            </a:r>
            <a:r>
              <a:rPr lang="en-US" sz="2000" b="0" i="0" u="none" dirty="0" err="1">
                <a:solidFill>
                  <a:schemeClr val="dk2"/>
                </a:solidFill>
                <a:latin typeface="Tahoma"/>
                <a:ea typeface="Tahoma"/>
                <a:cs typeface="Tahoma"/>
                <a:sym typeface="Tahoma"/>
              </a:rPr>
              <a:t>que</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generar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una</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arquitectura</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información</a:t>
            </a:r>
            <a:r>
              <a:rPr lang="en-US" sz="2000" b="0" i="0" u="none" dirty="0">
                <a:solidFill>
                  <a:schemeClr val="dk2"/>
                </a:solidFill>
                <a:latin typeface="Tahoma"/>
                <a:ea typeface="Tahoma"/>
                <a:cs typeface="Tahoma"/>
                <a:sym typeface="Tahoma"/>
              </a:rPr>
              <a:t>” para la </a:t>
            </a:r>
            <a:r>
              <a:rPr lang="en-US" sz="2000" b="0" i="0" u="none" dirty="0" err="1">
                <a:solidFill>
                  <a:schemeClr val="dk2"/>
                </a:solidFill>
                <a:latin typeface="Tahoma"/>
                <a:ea typeface="Tahoma"/>
                <a:cs typeface="Tahoma"/>
                <a:sym typeface="Tahoma"/>
              </a:rPr>
              <a:t>empresa</a:t>
            </a:r>
            <a:r>
              <a:rPr lang="en-US" sz="20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Los </a:t>
            </a:r>
            <a:r>
              <a:rPr lang="en-US" sz="2000" b="0" i="0" u="none" dirty="0" err="1">
                <a:solidFill>
                  <a:schemeClr val="dk2"/>
                </a:solidFill>
                <a:latin typeface="Tahoma"/>
                <a:ea typeface="Tahoma"/>
                <a:cs typeface="Tahoma"/>
                <a:sym typeface="Tahoma"/>
              </a:rPr>
              <a:t>sistemas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departamentales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que</a:t>
            </a:r>
            <a:r>
              <a:rPr lang="en-US" sz="2000" b="0" i="0" u="none" dirty="0">
                <a:solidFill>
                  <a:schemeClr val="dk2"/>
                </a:solidFill>
                <a:latin typeface="Tahoma"/>
                <a:ea typeface="Tahoma"/>
                <a:cs typeface="Tahoma"/>
                <a:sym typeface="Tahoma"/>
              </a:rPr>
              <a:t> se </a:t>
            </a:r>
            <a:r>
              <a:rPr lang="en-US" sz="2000" b="0" i="0" u="none" dirty="0" err="1">
                <a:solidFill>
                  <a:schemeClr val="dk2"/>
                </a:solidFill>
                <a:latin typeface="Tahoma"/>
                <a:ea typeface="Tahoma"/>
                <a:cs typeface="Tahoma"/>
                <a:sym typeface="Tahoma"/>
              </a:rPr>
              <a:t>desarrollen</a:t>
            </a:r>
            <a:r>
              <a:rPr lang="en-US" sz="2000" b="0" i="0" u="none" dirty="0">
                <a:solidFill>
                  <a:schemeClr val="dk2"/>
                </a:solidFill>
                <a:latin typeface="Tahoma"/>
                <a:ea typeface="Tahoma"/>
                <a:cs typeface="Tahoma"/>
                <a:sym typeface="Tahoma"/>
              </a:rPr>
              <a:t>,</a:t>
            </a:r>
          </a:p>
          <a:p>
            <a:pPr marL="0" marR="0" lvl="0" indent="0" algn="l" rtl="0">
              <a:lnSpc>
                <a:spcPct val="100000"/>
              </a:lnSpc>
              <a:spcBef>
                <a:spcPts val="1000"/>
              </a:spcBef>
              <a:spcAft>
                <a:spcPts val="0"/>
              </a:spcAft>
              <a:buClr>
                <a:srgbClr val="EEF2C5"/>
              </a:buClr>
              <a:buSzPts val="1200"/>
              <a:buNone/>
            </a:pP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deben</a:t>
            </a:r>
            <a:r>
              <a:rPr lang="en-US" sz="2000" b="0" i="0" u="none" dirty="0">
                <a:solidFill>
                  <a:schemeClr val="dk2"/>
                </a:solidFill>
                <a:latin typeface="Tahoma"/>
                <a:ea typeface="Tahoma"/>
                <a:cs typeface="Tahoma"/>
                <a:sym typeface="Tahoma"/>
              </a:rPr>
              <a:t> ser </a:t>
            </a:r>
            <a:r>
              <a:rPr lang="en-US" sz="2000" b="0" i="0" u="none" dirty="0" err="1">
                <a:solidFill>
                  <a:schemeClr val="dk2"/>
                </a:solidFill>
                <a:latin typeface="Tahoma"/>
                <a:ea typeface="Tahoma"/>
                <a:cs typeface="Tahoma"/>
                <a:sym typeface="Tahoma"/>
              </a:rPr>
              <a:t>acordes</a:t>
            </a:r>
            <a:r>
              <a:rPr lang="en-US" sz="2000" b="0" i="0" u="none" dirty="0">
                <a:solidFill>
                  <a:schemeClr val="dk2"/>
                </a:solidFill>
                <a:latin typeface="Tahoma"/>
                <a:ea typeface="Tahoma"/>
                <a:cs typeface="Tahoma"/>
                <a:sym typeface="Tahoma"/>
              </a:rPr>
              <a:t> a la “</a:t>
            </a:r>
            <a:r>
              <a:rPr lang="en-US" sz="2000" b="0" i="0" u="none" dirty="0" err="1">
                <a:solidFill>
                  <a:schemeClr val="dk2"/>
                </a:solidFill>
                <a:latin typeface="Tahoma"/>
                <a:ea typeface="Tahoma"/>
                <a:cs typeface="Tahoma"/>
                <a:sym typeface="Tahoma"/>
              </a:rPr>
              <a:t>arquitectura</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información</a:t>
            </a:r>
            <a:r>
              <a:rPr lang="en-US" sz="2000" b="0" i="0" u="none" dirty="0">
                <a:solidFill>
                  <a:schemeClr val="dk2"/>
                </a:solidFill>
                <a:latin typeface="Tahoma"/>
                <a:ea typeface="Tahoma"/>
                <a:cs typeface="Tahoma"/>
                <a:sym typeface="Tahoma"/>
              </a:rPr>
              <a:t>”  de la    </a:t>
            </a:r>
          </a:p>
          <a:p>
            <a:pPr marL="0" marR="0" lvl="0" indent="0" algn="l" rtl="0">
              <a:lnSpc>
                <a:spcPct val="100000"/>
              </a:lnSpc>
              <a:spcBef>
                <a:spcPts val="1000"/>
              </a:spcBef>
              <a:spcAft>
                <a:spcPts val="0"/>
              </a:spcAft>
              <a:buClr>
                <a:srgbClr val="EEF2C5"/>
              </a:buClr>
              <a:buSzPts val="1200"/>
              <a:buNone/>
            </a:pPr>
            <a:r>
              <a:rPr lang="en-US" b="0"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empresa</a:t>
            </a:r>
            <a:r>
              <a:rPr lang="en-US" sz="20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El plan </a:t>
            </a:r>
            <a:r>
              <a:rPr lang="en-US" sz="2000" b="0" i="0" u="none" dirty="0" err="1">
                <a:solidFill>
                  <a:schemeClr val="dk2"/>
                </a:solidFill>
                <a:latin typeface="Tahoma"/>
                <a:ea typeface="Tahoma"/>
                <a:cs typeface="Tahoma"/>
                <a:sym typeface="Tahoma"/>
              </a:rPr>
              <a:t>debe</a:t>
            </a:r>
            <a:r>
              <a:rPr lang="en-US" sz="2000" b="0" i="0" u="none" dirty="0">
                <a:solidFill>
                  <a:schemeClr val="dk2"/>
                </a:solidFill>
                <a:latin typeface="Tahoma"/>
                <a:ea typeface="Tahoma"/>
                <a:cs typeface="Tahoma"/>
                <a:sym typeface="Tahoma"/>
              </a:rPr>
              <a:t> ser </a:t>
            </a:r>
            <a:r>
              <a:rPr lang="en-US" sz="2000" b="0" i="1" u="sng" dirty="0" err="1">
                <a:solidFill>
                  <a:schemeClr val="dk2"/>
                </a:solidFill>
                <a:latin typeface="Tahoma"/>
                <a:ea typeface="Tahoma"/>
                <a:cs typeface="Tahoma"/>
                <a:sym typeface="Tahoma"/>
              </a:rPr>
              <a:t>realizado</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por</a:t>
            </a:r>
            <a:r>
              <a:rPr lang="en-US" sz="2000" b="0" i="0" u="none" dirty="0">
                <a:solidFill>
                  <a:schemeClr val="dk2"/>
                </a:solidFill>
                <a:latin typeface="Tahoma"/>
                <a:ea typeface="Tahoma"/>
                <a:cs typeface="Tahoma"/>
                <a:sym typeface="Tahoma"/>
              </a:rPr>
              <a:t> un </a:t>
            </a:r>
            <a:r>
              <a:rPr lang="en-US" sz="2000" b="0" i="0" u="none" dirty="0" err="1">
                <a:solidFill>
                  <a:schemeClr val="dk2"/>
                </a:solidFill>
                <a:latin typeface="Tahoma"/>
                <a:ea typeface="Tahoma"/>
                <a:cs typeface="Tahoma"/>
                <a:sym typeface="Tahoma"/>
              </a:rPr>
              <a:t>grupo</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trabajo</a:t>
            </a:r>
            <a:r>
              <a:rPr lang="en-US" sz="2000" b="0" i="0" u="none" dirty="0">
                <a:solidFill>
                  <a:schemeClr val="dk2"/>
                </a:solidFill>
                <a:latin typeface="Tahoma"/>
                <a:ea typeface="Tahoma"/>
                <a:cs typeface="Tahoma"/>
                <a:sym typeface="Tahoma"/>
              </a:rPr>
              <a:t> (con un </a:t>
            </a:r>
            <a:r>
              <a:rPr lang="en-US" sz="2000" b="0" i="0" u="none" dirty="0" err="1">
                <a:solidFill>
                  <a:schemeClr val="dk2"/>
                </a:solidFill>
                <a:latin typeface="Tahoma"/>
                <a:ea typeface="Tahoma"/>
                <a:cs typeface="Tahoma"/>
                <a:sym typeface="Tahoma"/>
              </a:rPr>
              <a:t>responsable</a:t>
            </a:r>
            <a:r>
              <a:rPr lang="en-US" sz="2000" b="0" i="0" u="none" dirty="0">
                <a:solidFill>
                  <a:schemeClr val="dk2"/>
                </a:solidFill>
                <a:latin typeface="Tahoma"/>
                <a:ea typeface="Tahoma"/>
                <a:cs typeface="Tahoma"/>
                <a:sym typeface="Tahoma"/>
              </a:rPr>
              <a:t> del </a:t>
            </a:r>
            <a:r>
              <a:rPr lang="en-US" sz="2000" b="0" i="0" u="none" dirty="0" err="1">
                <a:solidFill>
                  <a:schemeClr val="dk2"/>
                </a:solidFill>
                <a:latin typeface="Tahoma"/>
                <a:ea typeface="Tahoma"/>
                <a:cs typeface="Tahoma"/>
                <a:sym typeface="Tahoma"/>
              </a:rPr>
              <a:t>grupo</a:t>
            </a:r>
            <a:r>
              <a:rPr lang="en-US" sz="2000" b="0" i="0" u="none" dirty="0">
                <a:solidFill>
                  <a:schemeClr val="dk2"/>
                </a:solidFill>
                <a:latin typeface="Tahoma"/>
                <a:ea typeface="Tahoma"/>
                <a:cs typeface="Tahoma"/>
                <a:sym typeface="Tahoma"/>
              </a:rPr>
              <a:t>), y </a:t>
            </a:r>
            <a:r>
              <a:rPr lang="en-US" sz="2000" b="0" i="0" u="none" dirty="0" err="1">
                <a:solidFill>
                  <a:schemeClr val="dk2"/>
                </a:solidFill>
                <a:latin typeface="Tahoma"/>
                <a:ea typeface="Tahoma"/>
                <a:cs typeface="Tahoma"/>
                <a:sym typeface="Tahoma"/>
              </a:rPr>
              <a:t>revisado</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por</a:t>
            </a:r>
            <a:r>
              <a:rPr lang="en-US" sz="2000" b="0" i="0" u="none" dirty="0">
                <a:solidFill>
                  <a:schemeClr val="dk2"/>
                </a:solidFill>
                <a:latin typeface="Tahoma"/>
                <a:ea typeface="Tahoma"/>
                <a:cs typeface="Tahoma"/>
                <a:sym typeface="Tahoma"/>
              </a:rPr>
              <a:t> un </a:t>
            </a:r>
            <a:r>
              <a:rPr lang="en-US" sz="2000" b="0" i="0" u="none" dirty="0" err="1">
                <a:solidFill>
                  <a:schemeClr val="dk2"/>
                </a:solidFill>
                <a:latin typeface="Tahoma"/>
                <a:ea typeface="Tahoma"/>
                <a:cs typeface="Tahoma"/>
                <a:sym typeface="Tahoma"/>
              </a:rPr>
              <a:t>comité</a:t>
            </a:r>
            <a:r>
              <a:rPr lang="en-US" sz="2000" b="0" i="0" u="none" dirty="0">
                <a:solidFill>
                  <a:schemeClr val="dk2"/>
                </a:solidFill>
                <a:latin typeface="Tahoma"/>
                <a:ea typeface="Tahoma"/>
                <a:cs typeface="Tahoma"/>
                <a:sym typeface="Tahoma"/>
              </a:rPr>
              <a:t> con </a:t>
            </a:r>
            <a:r>
              <a:rPr lang="en-US" sz="2000" b="0" i="0" u="none" dirty="0" err="1">
                <a:solidFill>
                  <a:schemeClr val="dk2"/>
                </a:solidFill>
                <a:latin typeface="Tahoma"/>
                <a:ea typeface="Tahoma"/>
                <a:cs typeface="Tahoma"/>
                <a:sym typeface="Tahoma"/>
              </a:rPr>
              <a:t>representación</a:t>
            </a:r>
            <a:r>
              <a:rPr lang="en-US" sz="2000" b="0" i="0" u="none" dirty="0">
                <a:solidFill>
                  <a:schemeClr val="dk2"/>
                </a:solidFill>
                <a:latin typeface="Tahoma"/>
                <a:ea typeface="Tahoma"/>
                <a:cs typeface="Tahoma"/>
                <a:sym typeface="Tahoma"/>
              </a:rPr>
              <a:t> de las </a:t>
            </a:r>
            <a:r>
              <a:rPr lang="en-US" sz="2000" b="0" i="0" u="none" dirty="0" err="1">
                <a:solidFill>
                  <a:schemeClr val="dk2"/>
                </a:solidFill>
                <a:latin typeface="Tahoma"/>
                <a:ea typeface="Tahoma"/>
                <a:cs typeface="Tahoma"/>
                <a:sym typeface="Tahoma"/>
              </a:rPr>
              <a:t>áreas</a:t>
            </a:r>
            <a:r>
              <a:rPr lang="en-US" sz="20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Los </a:t>
            </a:r>
            <a:r>
              <a:rPr lang="en-US" sz="2000" b="0" i="0" u="none" dirty="0" err="1">
                <a:solidFill>
                  <a:schemeClr val="dk2"/>
                </a:solidFill>
                <a:latin typeface="Tahoma"/>
                <a:ea typeface="Tahoma"/>
                <a:cs typeface="Tahoma"/>
                <a:sym typeface="Tahoma"/>
              </a:rPr>
              <a:t>comités</a:t>
            </a:r>
            <a:r>
              <a:rPr lang="en-US" sz="2000" b="0" i="0" u="none" dirty="0">
                <a:solidFill>
                  <a:schemeClr val="dk2"/>
                </a:solidFill>
                <a:latin typeface="Tahoma"/>
                <a:ea typeface="Tahoma"/>
                <a:cs typeface="Tahoma"/>
                <a:sym typeface="Tahoma"/>
              </a:rPr>
              <a:t> son buenos para </a:t>
            </a:r>
            <a:r>
              <a:rPr lang="en-US" sz="2000" b="0" i="0" u="none" dirty="0" err="1">
                <a:solidFill>
                  <a:schemeClr val="dk2"/>
                </a:solidFill>
                <a:latin typeface="Tahoma"/>
                <a:ea typeface="Tahoma"/>
                <a:cs typeface="Tahoma"/>
                <a:sym typeface="Tahoma"/>
              </a:rPr>
              <a:t>revisar</a:t>
            </a:r>
            <a:r>
              <a:rPr lang="en-US" sz="2000" b="0" i="0" u="none" dirty="0">
                <a:solidFill>
                  <a:schemeClr val="dk2"/>
                </a:solidFill>
                <a:latin typeface="Tahoma"/>
                <a:ea typeface="Tahoma"/>
                <a:cs typeface="Tahoma"/>
                <a:sym typeface="Tahoma"/>
              </a:rPr>
              <a:t> no para </a:t>
            </a:r>
            <a:r>
              <a:rPr lang="en-US" sz="2000" b="0" i="1" u="sng" dirty="0" err="1">
                <a:solidFill>
                  <a:schemeClr val="dk2"/>
                </a:solidFill>
                <a:latin typeface="Tahoma"/>
                <a:ea typeface="Tahoma"/>
                <a:cs typeface="Tahoma"/>
                <a:sym typeface="Tahoma"/>
              </a:rPr>
              <a:t>definir</a:t>
            </a:r>
            <a:r>
              <a:rPr lang="en-US" sz="2000" b="0" i="1" u="sng" dirty="0">
                <a:solidFill>
                  <a:schemeClr val="dk2"/>
                </a:solidFill>
                <a:latin typeface="Tahoma"/>
                <a:ea typeface="Tahoma"/>
                <a:cs typeface="Tahoma"/>
                <a:sym typeface="Tahoma"/>
              </a:rPr>
              <a:t> </a:t>
            </a:r>
            <a:r>
              <a:rPr lang="en-US" sz="2000" b="0" i="1"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una</a:t>
            </a:r>
            <a:r>
              <a:rPr lang="en-US" sz="2000" b="0" i="0" u="sng" dirty="0">
                <a:solidFill>
                  <a:schemeClr val="dk2"/>
                </a:solidFill>
                <a:latin typeface="Tahoma"/>
                <a:ea typeface="Tahoma"/>
                <a:cs typeface="Tahoma"/>
                <a:sym typeface="Tahoma"/>
              </a:rPr>
              <a:t> </a:t>
            </a:r>
            <a:r>
              <a:rPr lang="en-US" sz="2000" b="0" i="1" u="sng"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arquitectura</a:t>
            </a:r>
            <a:r>
              <a:rPr lang="en-US" sz="2000" b="0" i="0" u="none" dirty="0">
                <a:solidFill>
                  <a:schemeClr val="dk2"/>
                </a:solidFill>
                <a:latin typeface="Tahoma"/>
                <a:ea typeface="Tahoma"/>
                <a:cs typeface="Tahoma"/>
                <a:sym typeface="Tahoma"/>
              </a:rPr>
              <a:t> de</a:t>
            </a:r>
            <a:r>
              <a:rPr lang="en-US" sz="2000" b="0" i="1"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información</a:t>
            </a:r>
            <a:r>
              <a:rPr lang="en-US" sz="2000" b="0" i="0" u="none" dirty="0">
                <a:solidFill>
                  <a:schemeClr val="dk2"/>
                </a:solidFill>
                <a:latin typeface="Tahoma"/>
                <a:ea typeface="Tahoma"/>
                <a:cs typeface="Tahoma"/>
                <a:sym typeface="Tahoma"/>
              </a:rPr>
              <a:t>.</a:t>
            </a:r>
            <a:endParaRPr dirty="0"/>
          </a:p>
        </p:txBody>
      </p:sp>
      <p:sp>
        <p:nvSpPr>
          <p:cNvPr id="239" name="Google Shape;239;p21"/>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49</a:t>
            </a:fld>
            <a:endParaRPr/>
          </a:p>
        </p:txBody>
      </p:sp>
      <p:sp>
        <p:nvSpPr>
          <p:cNvPr id="241" name="Google Shape;241;p21"/>
          <p:cNvSpPr txBox="1"/>
          <p:nvPr/>
        </p:nvSpPr>
        <p:spPr>
          <a:xfrm>
            <a:off x="304629" y="1591128"/>
            <a:ext cx="3475037"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err="1">
                <a:solidFill>
                  <a:schemeClr val="dk2"/>
                </a:solidFill>
                <a:latin typeface="Tahoma"/>
                <a:ea typeface="Tahoma"/>
                <a:cs typeface="Tahoma"/>
                <a:sym typeface="Tahoma"/>
              </a:rPr>
              <a:t>Conceptos</a:t>
            </a:r>
            <a:r>
              <a:rPr lang="en-US" sz="2800" b="0" i="1" u="none" dirty="0">
                <a:solidFill>
                  <a:schemeClr val="dk2"/>
                </a:solidFill>
                <a:latin typeface="Tahoma"/>
                <a:ea typeface="Tahoma"/>
                <a:cs typeface="Tahoma"/>
                <a:sym typeface="Tahoma"/>
              </a:rPr>
              <a:t> Generales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Effect transition="in" filter="fade">
                                      <p:cBhvr>
                                        <p:cTn id="7" dur="1"/>
                                        <p:tgtEl>
                                          <p:spTgt spid="2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
                                            <p:txEl>
                                              <p:pRg st="1" end="1"/>
                                            </p:txEl>
                                          </p:spTgt>
                                        </p:tgtEl>
                                        <p:attrNameLst>
                                          <p:attrName>style.visibility</p:attrName>
                                        </p:attrNameLst>
                                      </p:cBhvr>
                                      <p:to>
                                        <p:strVal val="visible"/>
                                      </p:to>
                                    </p:set>
                                    <p:animEffect transition="in" filter="fade">
                                      <p:cBhvr>
                                        <p:cTn id="12" dur="1"/>
                                        <p:tgtEl>
                                          <p:spTgt spid="2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0">
                                            <p:txEl>
                                              <p:pRg st="2" end="2"/>
                                            </p:txEl>
                                          </p:spTgt>
                                        </p:tgtEl>
                                        <p:attrNameLst>
                                          <p:attrName>style.visibility</p:attrName>
                                        </p:attrNameLst>
                                      </p:cBhvr>
                                      <p:to>
                                        <p:strVal val="visible"/>
                                      </p:to>
                                    </p:set>
                                    <p:animEffect transition="in" filter="fade">
                                      <p:cBhvr>
                                        <p:cTn id="17" dur="1"/>
                                        <p:tgtEl>
                                          <p:spTgt spid="2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0">
                                            <p:txEl>
                                              <p:pRg st="3" end="3"/>
                                            </p:txEl>
                                          </p:spTgt>
                                        </p:tgtEl>
                                        <p:attrNameLst>
                                          <p:attrName>style.visibility</p:attrName>
                                        </p:attrNameLst>
                                      </p:cBhvr>
                                      <p:to>
                                        <p:strVal val="visible"/>
                                      </p:to>
                                    </p:set>
                                    <p:animEffect transition="in" filter="fade">
                                      <p:cBhvr>
                                        <p:cTn id="22" dur="1"/>
                                        <p:tgtEl>
                                          <p:spTgt spid="2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0">
                                            <p:txEl>
                                              <p:pRg st="4" end="4"/>
                                            </p:txEl>
                                          </p:spTgt>
                                        </p:tgtEl>
                                        <p:attrNameLst>
                                          <p:attrName>style.visibility</p:attrName>
                                        </p:attrNameLst>
                                      </p:cBhvr>
                                      <p:to>
                                        <p:strVal val="visible"/>
                                      </p:to>
                                    </p:set>
                                    <p:animEffect transition="in" filter="fade">
                                      <p:cBhvr>
                                        <p:cTn id="27" dur="1"/>
                                        <p:tgtEl>
                                          <p:spTgt spid="2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xEl>
                                              <p:pRg st="5" end="5"/>
                                            </p:txEl>
                                          </p:spTgt>
                                        </p:tgtEl>
                                        <p:attrNameLst>
                                          <p:attrName>style.visibility</p:attrName>
                                        </p:attrNameLst>
                                      </p:cBhvr>
                                      <p:to>
                                        <p:strVal val="visible"/>
                                      </p:to>
                                    </p:set>
                                    <p:animEffect transition="in" filter="fade">
                                      <p:cBhvr>
                                        <p:cTn id="32" dur="1"/>
                                        <p:tgtEl>
                                          <p:spTgt spid="2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0">
                                            <p:txEl>
                                              <p:pRg st="6" end="6"/>
                                            </p:txEl>
                                          </p:spTgt>
                                        </p:tgtEl>
                                        <p:attrNameLst>
                                          <p:attrName>style.visibility</p:attrName>
                                        </p:attrNameLst>
                                      </p:cBhvr>
                                      <p:to>
                                        <p:strVal val="visible"/>
                                      </p:to>
                                    </p:set>
                                    <p:animEffect transition="in" filter="fade">
                                      <p:cBhvr>
                                        <p:cTn id="37" dur="1"/>
                                        <p:tgtEl>
                                          <p:spTgt spid="24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7"/>
        <p:cNvGrpSpPr/>
        <p:nvPr/>
      </p:nvGrpSpPr>
      <p:grpSpPr>
        <a:xfrm>
          <a:off x="0" y="0"/>
          <a:ext cx="0" cy="0"/>
          <a:chOff x="0" y="0"/>
          <a:chExt cx="0" cy="0"/>
        </a:xfrm>
      </p:grpSpPr>
      <p:sp>
        <p:nvSpPr>
          <p:cNvPr id="251" name="Google Shape;251;p22"/>
          <p:cNvSpPr txBox="1">
            <a:spLocks noGrp="1"/>
          </p:cNvSpPr>
          <p:nvPr>
            <p:ph type="title"/>
          </p:nvPr>
        </p:nvSpPr>
        <p:spPr>
          <a:xfrm>
            <a:off x="353264" y="157163"/>
            <a:ext cx="7399682" cy="1295499"/>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49" name="Google Shape;249;p22"/>
          <p:cNvSpPr txBox="1">
            <a:spLocks noGrp="1"/>
          </p:cNvSpPr>
          <p:nvPr>
            <p:ph type="body" idx="1"/>
          </p:nvPr>
        </p:nvSpPr>
        <p:spPr>
          <a:xfrm>
            <a:off x="0" y="2207225"/>
            <a:ext cx="8241600" cy="33822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95000"/>
              </a:lnSpc>
              <a:spcBef>
                <a:spcPts val="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El </a:t>
            </a:r>
            <a:r>
              <a:rPr lang="en-US" sz="2000" b="0" i="0" u="none" dirty="0" err="1">
                <a:solidFill>
                  <a:schemeClr val="dk2"/>
                </a:solidFill>
                <a:latin typeface="Tahoma"/>
                <a:ea typeface="Tahoma"/>
                <a:cs typeface="Tahoma"/>
                <a:sym typeface="Tahoma"/>
              </a:rPr>
              <a:t>grupo</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trabajo</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debe</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tener</a:t>
            </a:r>
            <a:r>
              <a:rPr lang="en-US" sz="2000" b="0" i="0" u="none" dirty="0">
                <a:solidFill>
                  <a:schemeClr val="dk2"/>
                </a:solidFill>
                <a:latin typeface="Tahoma"/>
                <a:ea typeface="Tahoma"/>
                <a:cs typeface="Tahoma"/>
                <a:sym typeface="Tahoma"/>
              </a:rPr>
              <a:t> la </a:t>
            </a:r>
            <a:r>
              <a:rPr lang="en-US" sz="2000" b="0" i="0" u="none" dirty="0" err="1">
                <a:solidFill>
                  <a:schemeClr val="dk2"/>
                </a:solidFill>
                <a:latin typeface="Tahoma"/>
                <a:ea typeface="Tahoma"/>
                <a:cs typeface="Tahoma"/>
                <a:sym typeface="Tahoma"/>
              </a:rPr>
              <a:t>perspectiva</a:t>
            </a:r>
            <a:r>
              <a:rPr lang="en-US" sz="2000" b="0" i="0" u="none" dirty="0">
                <a:solidFill>
                  <a:schemeClr val="dk2"/>
                </a:solidFill>
                <a:latin typeface="Tahoma"/>
                <a:ea typeface="Tahoma"/>
                <a:cs typeface="Tahoma"/>
                <a:sym typeface="Tahoma"/>
              </a:rPr>
              <a:t> del </a:t>
            </a:r>
            <a:r>
              <a:rPr lang="en-US" sz="2000" b="0" i="0" u="none" dirty="0" err="1">
                <a:solidFill>
                  <a:schemeClr val="dk2"/>
                </a:solidFill>
                <a:latin typeface="Tahoma"/>
                <a:ea typeface="Tahoma"/>
                <a:cs typeface="Tahoma"/>
                <a:sym typeface="Tahoma"/>
              </a:rPr>
              <a:t>negocio</a:t>
            </a:r>
            <a:r>
              <a:rPr lang="en-US" sz="2000" b="0" i="0" u="none" dirty="0">
                <a:solidFill>
                  <a:schemeClr val="dk2"/>
                </a:solidFill>
                <a:latin typeface="Tahoma"/>
                <a:ea typeface="Tahoma"/>
                <a:cs typeface="Tahoma"/>
                <a:sym typeface="Tahoma"/>
              </a:rPr>
              <a:t> para </a:t>
            </a:r>
            <a:r>
              <a:rPr lang="en-US" sz="2000" b="0" i="0" u="none" dirty="0" err="1">
                <a:solidFill>
                  <a:schemeClr val="dk2"/>
                </a:solidFill>
                <a:latin typeface="Tahoma"/>
                <a:ea typeface="Tahoma"/>
                <a:cs typeface="Tahoma"/>
                <a:sym typeface="Tahoma"/>
              </a:rPr>
              <a:t>determinar</a:t>
            </a:r>
            <a:r>
              <a:rPr lang="en-US" sz="2000" b="0" i="0" u="none" dirty="0">
                <a:solidFill>
                  <a:schemeClr val="dk2"/>
                </a:solidFill>
                <a:latin typeface="Tahoma"/>
                <a:ea typeface="Tahoma"/>
                <a:cs typeface="Tahoma"/>
                <a:sym typeface="Tahoma"/>
              </a:rPr>
              <a:t> la </a:t>
            </a:r>
            <a:r>
              <a:rPr lang="en-US" sz="2000" b="0" i="0" u="none" dirty="0" err="1">
                <a:solidFill>
                  <a:schemeClr val="dk2"/>
                </a:solidFill>
                <a:latin typeface="Tahoma"/>
                <a:ea typeface="Tahoma"/>
                <a:cs typeface="Tahoma"/>
                <a:sym typeface="Tahoma"/>
              </a:rPr>
              <a:t>información</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que</a:t>
            </a:r>
            <a:r>
              <a:rPr lang="en-US" sz="2000" b="0" i="0" u="none" dirty="0">
                <a:solidFill>
                  <a:schemeClr val="dk2"/>
                </a:solidFill>
                <a:latin typeface="Tahoma"/>
                <a:ea typeface="Tahoma"/>
                <a:cs typeface="Tahoma"/>
                <a:sym typeface="Tahoma"/>
              </a:rPr>
              <a:t> la </a:t>
            </a:r>
            <a:r>
              <a:rPr lang="en-US" sz="2000" b="0" i="0" u="none" dirty="0" err="1">
                <a:solidFill>
                  <a:schemeClr val="dk2"/>
                </a:solidFill>
                <a:latin typeface="Tahoma"/>
                <a:ea typeface="Tahoma"/>
                <a:cs typeface="Tahoma"/>
                <a:sym typeface="Tahoma"/>
              </a:rPr>
              <a:t>organización</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necesita</a:t>
            </a:r>
            <a:r>
              <a:rPr lang="en-US" sz="2000" b="0" i="0" u="none" dirty="0">
                <a:solidFill>
                  <a:schemeClr val="dk2"/>
                </a:solidFill>
                <a:latin typeface="Tahoma"/>
                <a:ea typeface="Tahoma"/>
                <a:cs typeface="Tahoma"/>
                <a:sym typeface="Tahoma"/>
              </a:rPr>
              <a:t>.</a:t>
            </a:r>
            <a:endParaRPr dirty="0"/>
          </a:p>
          <a:p>
            <a:pPr marL="342900" marR="0" lvl="0" indent="-342900" algn="l" rtl="0">
              <a:lnSpc>
                <a:spcPct val="95000"/>
              </a:lnSpc>
              <a:spcBef>
                <a:spcPts val="8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Se </a:t>
            </a:r>
            <a:r>
              <a:rPr lang="en-US" sz="2000" b="0" i="0" u="none" dirty="0" err="1">
                <a:solidFill>
                  <a:schemeClr val="dk2"/>
                </a:solidFill>
                <a:latin typeface="Tahoma"/>
                <a:ea typeface="Tahoma"/>
                <a:cs typeface="Tahoma"/>
                <a:sym typeface="Tahoma"/>
              </a:rPr>
              <a:t>debe</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generar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una</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estructura</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datos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estable</a:t>
            </a:r>
            <a:r>
              <a:rPr lang="en-US" sz="2000" b="0" i="0" u="none" dirty="0">
                <a:solidFill>
                  <a:schemeClr val="dk2"/>
                </a:solidFill>
                <a:latin typeface="Tahoma"/>
                <a:ea typeface="Tahoma"/>
                <a:cs typeface="Tahoma"/>
                <a:sym typeface="Tahoma"/>
              </a:rPr>
              <a:t> y </a:t>
            </a:r>
            <a:r>
              <a:rPr lang="en-US" sz="2000" b="0" i="0" u="none" dirty="0" err="1">
                <a:solidFill>
                  <a:schemeClr val="dk2"/>
                </a:solidFill>
                <a:latin typeface="Tahoma"/>
                <a:ea typeface="Tahoma"/>
                <a:cs typeface="Tahoma"/>
                <a:sym typeface="Tahoma"/>
              </a:rPr>
              <a:t>consistente</a:t>
            </a:r>
            <a:r>
              <a:rPr lang="en-US" sz="2000" b="0" i="0" u="none" dirty="0">
                <a:solidFill>
                  <a:schemeClr val="dk2"/>
                </a:solidFill>
                <a:latin typeface="Tahoma"/>
                <a:ea typeface="Tahoma"/>
                <a:cs typeface="Tahoma"/>
                <a:sym typeface="Tahoma"/>
              </a:rPr>
              <a:t>.  </a:t>
            </a:r>
          </a:p>
          <a:p>
            <a:pPr marL="342900" marR="0" lvl="0" indent="-342900" algn="l" rtl="0">
              <a:lnSpc>
                <a:spcPct val="95000"/>
              </a:lnSpc>
              <a:spcBef>
                <a:spcPts val="8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De </a:t>
            </a:r>
            <a:r>
              <a:rPr lang="en-US" sz="2000" b="0" i="0" u="none" dirty="0" err="1">
                <a:solidFill>
                  <a:schemeClr val="dk2"/>
                </a:solidFill>
                <a:latin typeface="Tahoma"/>
                <a:ea typeface="Tahoma"/>
                <a:cs typeface="Tahoma"/>
                <a:sym typeface="Tahoma"/>
              </a:rPr>
              <a:t>esta</a:t>
            </a:r>
            <a:r>
              <a:rPr lang="en-US" sz="2000" b="0" i="0" u="none" dirty="0">
                <a:solidFill>
                  <a:schemeClr val="dk2"/>
                </a:solidFill>
                <a:latin typeface="Tahoma"/>
                <a:ea typeface="Tahoma"/>
                <a:cs typeface="Tahoma"/>
                <a:sym typeface="Tahoma"/>
              </a:rPr>
              <a:t> forma las </a:t>
            </a:r>
            <a:r>
              <a:rPr lang="en-US" sz="2000" b="0" i="0" u="none" dirty="0" err="1">
                <a:solidFill>
                  <a:schemeClr val="dk2"/>
                </a:solidFill>
                <a:latin typeface="Tahoma"/>
                <a:ea typeface="Tahoma"/>
                <a:cs typeface="Tahoma"/>
                <a:sym typeface="Tahoma"/>
              </a:rPr>
              <a:t>distintas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aplicaciones</a:t>
            </a:r>
            <a:r>
              <a:rPr lang="en-US" sz="2000" b="0" i="0" u="none" dirty="0">
                <a:solidFill>
                  <a:schemeClr val="dk2"/>
                </a:solidFill>
                <a:latin typeface="Tahoma"/>
                <a:ea typeface="Tahoma"/>
                <a:cs typeface="Tahoma"/>
                <a:sym typeface="Tahoma"/>
              </a:rPr>
              <a:t> se </a:t>
            </a:r>
            <a:r>
              <a:rPr lang="en-US" sz="2000" b="0" i="0" u="none" dirty="0" err="1">
                <a:solidFill>
                  <a:schemeClr val="dk2"/>
                </a:solidFill>
                <a:latin typeface="Tahoma"/>
                <a:ea typeface="Tahoma"/>
                <a:cs typeface="Tahoma"/>
                <a:sym typeface="Tahoma"/>
              </a:rPr>
              <a:t>integran</a:t>
            </a:r>
            <a:r>
              <a:rPr lang="en-US" sz="2000" b="0" i="0" u="none" dirty="0">
                <a:solidFill>
                  <a:schemeClr val="dk2"/>
                </a:solidFill>
                <a:latin typeface="Tahoma"/>
                <a:ea typeface="Tahoma"/>
                <a:cs typeface="Tahoma"/>
                <a:sym typeface="Tahoma"/>
              </a:rPr>
              <a:t> a </a:t>
            </a:r>
            <a:r>
              <a:rPr lang="en-US" sz="2000" b="0" i="0" u="none" dirty="0" err="1">
                <a:solidFill>
                  <a:schemeClr val="dk2"/>
                </a:solidFill>
                <a:latin typeface="Tahoma"/>
                <a:ea typeface="Tahoma"/>
                <a:cs typeface="Tahoma"/>
                <a:sym typeface="Tahoma"/>
              </a:rPr>
              <a:t>través</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esta</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estructura</a:t>
            </a:r>
            <a:r>
              <a:rPr lang="en-US" sz="2000" b="0" i="0" u="none" dirty="0">
                <a:solidFill>
                  <a:schemeClr val="dk2"/>
                </a:solidFill>
                <a:latin typeface="Tahoma"/>
                <a:ea typeface="Tahoma"/>
                <a:cs typeface="Tahoma"/>
                <a:sym typeface="Tahoma"/>
              </a:rPr>
              <a:t>.</a:t>
            </a:r>
            <a:endParaRPr dirty="0"/>
          </a:p>
          <a:p>
            <a:pPr marL="342900" marR="0" lvl="0" indent="-342900" algn="l" rtl="0">
              <a:lnSpc>
                <a:spcPct val="95000"/>
              </a:lnSpc>
              <a:spcBef>
                <a:spcPts val="8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La </a:t>
            </a:r>
            <a:r>
              <a:rPr lang="en-US" sz="2000" b="0" i="0" u="none" dirty="0" err="1">
                <a:solidFill>
                  <a:schemeClr val="dk2"/>
                </a:solidFill>
                <a:latin typeface="Tahoma"/>
                <a:ea typeface="Tahoma"/>
                <a:cs typeface="Tahoma"/>
                <a:sym typeface="Tahoma"/>
              </a:rPr>
              <a:t>participación</a:t>
            </a:r>
            <a:r>
              <a:rPr lang="en-US" sz="2000" b="0" i="0" u="none" dirty="0">
                <a:solidFill>
                  <a:schemeClr val="dk2"/>
                </a:solidFill>
                <a:latin typeface="Tahoma"/>
                <a:ea typeface="Tahoma"/>
                <a:cs typeface="Tahoma"/>
                <a:sym typeface="Tahoma"/>
              </a:rPr>
              <a:t> de las </a:t>
            </a:r>
            <a:r>
              <a:rPr lang="en-US" sz="2000" b="0" i="0" u="none" dirty="0" err="1">
                <a:solidFill>
                  <a:schemeClr val="dk2"/>
                </a:solidFill>
                <a:latin typeface="Tahoma"/>
                <a:ea typeface="Tahoma"/>
                <a:cs typeface="Tahoma"/>
                <a:sym typeface="Tahoma"/>
              </a:rPr>
              <a:t>gerencias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en</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el</a:t>
            </a:r>
            <a:r>
              <a:rPr lang="en-US" sz="2000" b="0" i="0" u="none" dirty="0">
                <a:solidFill>
                  <a:schemeClr val="dk2"/>
                </a:solidFill>
                <a:latin typeface="Tahoma"/>
                <a:ea typeface="Tahoma"/>
                <a:cs typeface="Tahoma"/>
                <a:sym typeface="Tahoma"/>
              </a:rPr>
              <a:t> plan de </a:t>
            </a:r>
            <a:r>
              <a:rPr lang="en-US" sz="2000" b="0" i="0" u="none" dirty="0" err="1">
                <a:solidFill>
                  <a:schemeClr val="dk2"/>
                </a:solidFill>
                <a:latin typeface="Tahoma"/>
                <a:ea typeface="Tahoma"/>
                <a:cs typeface="Tahoma"/>
                <a:sym typeface="Tahoma"/>
              </a:rPr>
              <a:t>sistemas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puede</a:t>
            </a:r>
            <a:r>
              <a:rPr lang="en-US" sz="2000" b="0" i="0" u="none" dirty="0">
                <a:solidFill>
                  <a:schemeClr val="dk2"/>
                </a:solidFill>
                <a:latin typeface="Tahoma"/>
                <a:ea typeface="Tahoma"/>
                <a:cs typeface="Tahoma"/>
                <a:sym typeface="Tahoma"/>
              </a:rPr>
              <a:t> ser  un </a:t>
            </a:r>
            <a:r>
              <a:rPr lang="en-US" sz="2000" b="0" i="0" u="none" dirty="0" err="1">
                <a:solidFill>
                  <a:schemeClr val="dk2"/>
                </a:solidFill>
                <a:latin typeface="Tahoma"/>
                <a:ea typeface="Tahoma"/>
                <a:cs typeface="Tahoma"/>
                <a:sym typeface="Tahoma"/>
              </a:rPr>
              <a:t>arma</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efectiva</a:t>
            </a:r>
            <a:r>
              <a:rPr lang="en-US" sz="2000" b="0" i="0" u="none" dirty="0">
                <a:solidFill>
                  <a:schemeClr val="dk2"/>
                </a:solidFill>
                <a:latin typeface="Tahoma"/>
                <a:ea typeface="Tahoma"/>
                <a:cs typeface="Tahoma"/>
                <a:sym typeface="Tahoma"/>
              </a:rPr>
              <a:t> para </a:t>
            </a:r>
            <a:r>
              <a:rPr lang="en-US" sz="2000" b="0" i="0" u="none" dirty="0" err="1">
                <a:solidFill>
                  <a:schemeClr val="dk2"/>
                </a:solidFill>
                <a:latin typeface="Tahoma"/>
                <a:ea typeface="Tahoma"/>
                <a:cs typeface="Tahoma"/>
                <a:sym typeface="Tahoma"/>
              </a:rPr>
              <a:t>reestructurar</a:t>
            </a:r>
            <a:r>
              <a:rPr lang="en-US" sz="2000" b="0" i="0" u="none" dirty="0">
                <a:solidFill>
                  <a:schemeClr val="dk2"/>
                </a:solidFill>
                <a:latin typeface="Tahoma"/>
                <a:ea typeface="Tahoma"/>
                <a:cs typeface="Tahoma"/>
                <a:sym typeface="Tahoma"/>
              </a:rPr>
              <a:t> la </a:t>
            </a:r>
            <a:r>
              <a:rPr lang="en-US" sz="2000" b="0" i="0" u="none" dirty="0" err="1">
                <a:solidFill>
                  <a:schemeClr val="dk2"/>
                </a:solidFill>
                <a:latin typeface="Tahoma"/>
                <a:ea typeface="Tahoma"/>
                <a:cs typeface="Tahoma"/>
                <a:sym typeface="Tahoma"/>
              </a:rPr>
              <a:t>organización</a:t>
            </a:r>
            <a:r>
              <a:rPr lang="en-US" sz="2000" b="0" i="0" u="none" dirty="0">
                <a:solidFill>
                  <a:schemeClr val="dk2"/>
                </a:solidFill>
                <a:latin typeface="Tahoma"/>
                <a:ea typeface="Tahoma"/>
                <a:cs typeface="Tahoma"/>
                <a:sym typeface="Tahoma"/>
              </a:rPr>
              <a:t>.</a:t>
            </a:r>
            <a:endParaRPr dirty="0"/>
          </a:p>
          <a:p>
            <a:pPr marL="342900" marR="0" lvl="0" indent="-342900" algn="l" rtl="0">
              <a:lnSpc>
                <a:spcPct val="95000"/>
              </a:lnSpc>
              <a:spcBef>
                <a:spcPts val="8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Los </a:t>
            </a:r>
            <a:r>
              <a:rPr lang="en-US" sz="2000" b="0" i="0" u="none" dirty="0" err="1">
                <a:solidFill>
                  <a:schemeClr val="dk2"/>
                </a:solidFill>
                <a:latin typeface="Tahoma"/>
                <a:ea typeface="Tahoma"/>
                <a:cs typeface="Tahoma"/>
                <a:sym typeface="Tahoma"/>
              </a:rPr>
              <a:t>gerentes</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sistemas</a:t>
            </a:r>
            <a:r>
              <a:rPr lang="en-US" sz="2000" b="0" i="0" u="none" dirty="0">
                <a:solidFill>
                  <a:schemeClr val="dk2"/>
                </a:solidFill>
                <a:latin typeface="Tahoma"/>
                <a:ea typeface="Tahoma"/>
                <a:cs typeface="Tahoma"/>
                <a:sym typeface="Tahoma"/>
              </a:rPr>
              <a:t> y </a:t>
            </a:r>
            <a:r>
              <a:rPr lang="en-US" sz="2000" b="0" i="0" u="none" dirty="0" err="1">
                <a:solidFill>
                  <a:schemeClr val="dk2"/>
                </a:solidFill>
                <a:latin typeface="Tahoma"/>
                <a:ea typeface="Tahoma"/>
                <a:cs typeface="Tahoma"/>
                <a:sym typeface="Tahoma"/>
              </a:rPr>
              <a:t>los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líderes</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proyecto</a:t>
            </a:r>
            <a:r>
              <a:rPr lang="en-US" sz="2000" b="0" i="0" u="none" dirty="0">
                <a:solidFill>
                  <a:schemeClr val="dk2"/>
                </a:solidFill>
                <a:latin typeface="Tahoma"/>
                <a:ea typeface="Tahoma"/>
                <a:cs typeface="Tahoma"/>
                <a:sym typeface="Tahoma"/>
              </a:rPr>
              <a:t> </a:t>
            </a:r>
            <a:r>
              <a:rPr lang="en-US" sz="2000" b="0" i="1" u="sng" dirty="0" err="1">
                <a:solidFill>
                  <a:schemeClr val="dk2"/>
                </a:solidFill>
                <a:latin typeface="Tahoma"/>
                <a:ea typeface="Tahoma"/>
                <a:cs typeface="Tahoma"/>
                <a:sym typeface="Tahoma"/>
              </a:rPr>
              <a:t>deben</a:t>
            </a:r>
            <a:r>
              <a:rPr lang="en-US" sz="2000" b="0" i="0" u="sng"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hablar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el</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lenguaje</a:t>
            </a:r>
            <a:r>
              <a:rPr lang="en-US" sz="2000" b="0" i="0" u="none" dirty="0">
                <a:solidFill>
                  <a:schemeClr val="dk2"/>
                </a:solidFill>
                <a:latin typeface="Tahoma"/>
                <a:ea typeface="Tahoma"/>
                <a:cs typeface="Tahoma"/>
                <a:sym typeface="Tahoma"/>
              </a:rPr>
              <a:t> de las </a:t>
            </a:r>
            <a:r>
              <a:rPr lang="en-US" sz="2000" b="0" i="0" u="none" dirty="0" err="1">
                <a:solidFill>
                  <a:schemeClr val="dk2"/>
                </a:solidFill>
                <a:latin typeface="Tahoma"/>
                <a:ea typeface="Tahoma"/>
                <a:cs typeface="Tahoma"/>
                <a:sym typeface="Tahoma"/>
              </a:rPr>
              <a:t>gerencias</a:t>
            </a:r>
            <a:r>
              <a:rPr lang="en-US" sz="2000" b="0" i="0" u="none" dirty="0">
                <a:solidFill>
                  <a:schemeClr val="dk2"/>
                </a:solidFill>
                <a:latin typeface="Tahoma"/>
                <a:ea typeface="Tahoma"/>
                <a:cs typeface="Tahoma"/>
                <a:sym typeface="Tahoma"/>
              </a:rPr>
              <a:t>.</a:t>
            </a:r>
            <a:endParaRPr dirty="0"/>
          </a:p>
          <a:p>
            <a:pPr marL="342900" marR="0" lvl="0" indent="-342900" algn="l" rtl="0">
              <a:lnSpc>
                <a:spcPct val="95000"/>
              </a:lnSpc>
              <a:spcBef>
                <a:spcPts val="800"/>
              </a:spcBef>
              <a:spcAft>
                <a:spcPts val="0"/>
              </a:spcAft>
              <a:buClr>
                <a:srgbClr val="EEF2C5"/>
              </a:buClr>
              <a:buSzPts val="1200"/>
              <a:buFont typeface="Arial"/>
              <a:buChar char="●"/>
            </a:pPr>
            <a:r>
              <a:rPr lang="en-US" sz="2000" b="0" i="0" u="none" dirty="0">
                <a:solidFill>
                  <a:schemeClr val="dk2"/>
                </a:solidFill>
                <a:latin typeface="Tahoma"/>
                <a:ea typeface="Tahoma"/>
                <a:cs typeface="Tahoma"/>
                <a:sym typeface="Tahoma"/>
              </a:rPr>
              <a:t>Las </a:t>
            </a:r>
            <a:r>
              <a:rPr lang="en-US" sz="2000" b="0" i="0" u="none" dirty="0" err="1">
                <a:solidFill>
                  <a:schemeClr val="dk2"/>
                </a:solidFill>
                <a:latin typeface="Tahoma"/>
                <a:ea typeface="Tahoma"/>
                <a:cs typeface="Tahoma"/>
                <a:sym typeface="Tahoma"/>
              </a:rPr>
              <a:t>principales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razones</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fracaso</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en</a:t>
            </a:r>
            <a:r>
              <a:rPr lang="en-US" sz="2000" b="0" i="0" u="none" dirty="0">
                <a:solidFill>
                  <a:schemeClr val="dk2"/>
                </a:solidFill>
                <a:latin typeface="Tahoma"/>
                <a:ea typeface="Tahoma"/>
                <a:cs typeface="Tahoma"/>
                <a:sym typeface="Tahoma"/>
              </a:rPr>
              <a:t> la </a:t>
            </a:r>
            <a:r>
              <a:rPr lang="en-US" sz="2000" b="0" i="0" u="none" dirty="0" err="1">
                <a:solidFill>
                  <a:schemeClr val="dk2"/>
                </a:solidFill>
                <a:latin typeface="Tahoma"/>
                <a:ea typeface="Tahoma"/>
                <a:cs typeface="Tahoma"/>
                <a:sym typeface="Tahoma"/>
              </a:rPr>
              <a:t>implementación</a:t>
            </a:r>
            <a:r>
              <a:rPr lang="en-US" sz="2000" b="0" i="0" u="none" dirty="0">
                <a:solidFill>
                  <a:schemeClr val="dk2"/>
                </a:solidFill>
                <a:latin typeface="Tahoma"/>
                <a:ea typeface="Tahoma"/>
                <a:cs typeface="Tahoma"/>
                <a:sym typeface="Tahoma"/>
              </a:rPr>
              <a:t> de </a:t>
            </a:r>
            <a:r>
              <a:rPr lang="en-US" sz="2000" b="0" i="0" u="none" dirty="0" err="1">
                <a:solidFill>
                  <a:schemeClr val="dk2"/>
                </a:solidFill>
                <a:latin typeface="Tahoma"/>
                <a:ea typeface="Tahoma"/>
                <a:cs typeface="Tahoma"/>
                <a:sym typeface="Tahoma"/>
              </a:rPr>
              <a:t>sistemas</a:t>
            </a:r>
            <a:r>
              <a:rPr lang="en-US" sz="2000" b="0" i="0" u="none" dirty="0">
                <a:solidFill>
                  <a:schemeClr val="dk2"/>
                </a:solidFill>
                <a:latin typeface="Tahoma"/>
                <a:ea typeface="Tahoma"/>
                <a:cs typeface="Tahoma"/>
                <a:sym typeface="Tahoma"/>
              </a:rPr>
              <a:t> son </a:t>
            </a:r>
            <a:r>
              <a:rPr lang="en-US" sz="2000" b="0" i="0" u="none" dirty="0" err="1">
                <a:solidFill>
                  <a:schemeClr val="dk2"/>
                </a:solidFill>
                <a:latin typeface="Tahoma"/>
                <a:ea typeface="Tahoma"/>
                <a:cs typeface="Tahoma"/>
                <a:sym typeface="Tahoma"/>
              </a:rPr>
              <a:t>por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problemas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humanos</a:t>
            </a:r>
            <a:r>
              <a:rPr lang="en-US" sz="2000" b="0" i="0" u="none" dirty="0">
                <a:solidFill>
                  <a:schemeClr val="dk2"/>
                </a:solidFill>
                <a:latin typeface="Tahoma"/>
                <a:ea typeface="Tahoma"/>
                <a:cs typeface="Tahoma"/>
                <a:sym typeface="Tahoma"/>
              </a:rPr>
              <a:t>, no </a:t>
            </a:r>
            <a:r>
              <a:rPr lang="en-US" sz="2000" b="0" i="0" u="none" dirty="0" err="1">
                <a:solidFill>
                  <a:schemeClr val="dk2"/>
                </a:solidFill>
                <a:latin typeface="Tahoma"/>
                <a:ea typeface="Tahoma"/>
                <a:cs typeface="Tahoma"/>
                <a:sym typeface="Tahoma"/>
              </a:rPr>
              <a:t>por</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problemas</a:t>
            </a:r>
            <a:r>
              <a:rPr lang="en-US" sz="2000" b="0" i="0" u="none" dirty="0">
                <a:solidFill>
                  <a:schemeClr val="dk2"/>
                </a:solidFill>
                <a:latin typeface="Tahoma"/>
                <a:ea typeface="Tahoma"/>
                <a:cs typeface="Tahoma"/>
                <a:sym typeface="Tahoma"/>
              </a:rPr>
              <a:t> </a:t>
            </a:r>
            <a:r>
              <a:rPr lang="en-US" sz="2000" b="0" i="0" u="none" dirty="0" err="1">
                <a:solidFill>
                  <a:schemeClr val="dk2"/>
                </a:solidFill>
                <a:latin typeface="Tahoma"/>
                <a:ea typeface="Tahoma"/>
                <a:cs typeface="Tahoma"/>
                <a:sym typeface="Tahoma"/>
              </a:rPr>
              <a:t>técnicos</a:t>
            </a:r>
            <a:r>
              <a:rPr lang="en-US" sz="2000" b="0" i="0" u="none" dirty="0">
                <a:solidFill>
                  <a:schemeClr val="dk2"/>
                </a:solidFill>
                <a:latin typeface="Tahoma"/>
                <a:ea typeface="Tahoma"/>
                <a:cs typeface="Tahoma"/>
                <a:sym typeface="Tahoma"/>
              </a:rPr>
              <a:t>.</a:t>
            </a:r>
            <a:endParaRPr dirty="0"/>
          </a:p>
        </p:txBody>
      </p:sp>
      <p:sp>
        <p:nvSpPr>
          <p:cNvPr id="248" name="Google Shape;248;p2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50</a:t>
            </a:fld>
            <a:endParaRPr/>
          </a:p>
        </p:txBody>
      </p:sp>
      <p:sp>
        <p:nvSpPr>
          <p:cNvPr id="250" name="Google Shape;250;p22"/>
          <p:cNvSpPr txBox="1"/>
          <p:nvPr/>
        </p:nvSpPr>
        <p:spPr>
          <a:xfrm>
            <a:off x="353263" y="1555306"/>
            <a:ext cx="5870575" cy="503237"/>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700"/>
              <a:buFont typeface="Tahoma"/>
              <a:buNone/>
            </a:pPr>
            <a:r>
              <a:rPr lang="en-US" sz="2700" b="0" i="1" u="none" dirty="0" err="1">
                <a:solidFill>
                  <a:schemeClr val="dk2"/>
                </a:solidFill>
                <a:latin typeface="Tahoma"/>
                <a:ea typeface="Tahoma"/>
                <a:cs typeface="Tahoma"/>
                <a:sym typeface="Tahoma"/>
              </a:rPr>
              <a:t>Conceptos</a:t>
            </a:r>
            <a:r>
              <a:rPr lang="en-US" sz="2700" b="0" i="1" u="none" dirty="0">
                <a:solidFill>
                  <a:schemeClr val="dk2"/>
                </a:solidFill>
                <a:latin typeface="Tahoma"/>
                <a:ea typeface="Tahoma"/>
                <a:cs typeface="Tahoma"/>
                <a:sym typeface="Tahoma"/>
              </a:rPr>
              <a:t> Generales   -</a:t>
            </a:r>
            <a:r>
              <a:rPr lang="en-US" sz="2700" b="0" i="1" u="none" dirty="0" err="1">
                <a:solidFill>
                  <a:schemeClr val="dk2"/>
                </a:solidFill>
                <a:latin typeface="Tahoma"/>
                <a:ea typeface="Tahoma"/>
                <a:cs typeface="Tahoma"/>
                <a:sym typeface="Tahoma"/>
              </a:rPr>
              <a:t>Continuación</a:t>
            </a:r>
            <a:r>
              <a:rPr lang="en-US" sz="2700" b="0" i="1" u="none" dirty="0">
                <a:solidFill>
                  <a:schemeClr val="dk2"/>
                </a:solidFill>
                <a:latin typeface="Tahoma"/>
                <a:ea typeface="Tahoma"/>
                <a:cs typeface="Tahoma"/>
                <a:sym typeface="Tahoma"/>
              </a:rPr>
              <a:t>-</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6"/>
        <p:cNvGrpSpPr/>
        <p:nvPr/>
      </p:nvGrpSpPr>
      <p:grpSpPr>
        <a:xfrm>
          <a:off x="0" y="0"/>
          <a:ext cx="0" cy="0"/>
          <a:chOff x="0" y="0"/>
          <a:chExt cx="0" cy="0"/>
        </a:xfrm>
      </p:grpSpPr>
      <p:sp>
        <p:nvSpPr>
          <p:cNvPr id="260" name="Google Shape;260;p23"/>
          <p:cNvSpPr txBox="1">
            <a:spLocks noGrp="1"/>
          </p:cNvSpPr>
          <p:nvPr>
            <p:ph type="title"/>
          </p:nvPr>
        </p:nvSpPr>
        <p:spPr>
          <a:xfrm>
            <a:off x="401903" y="157163"/>
            <a:ext cx="6728472" cy="1324684"/>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258" name="Google Shape;258;p23"/>
          <p:cNvSpPr txBox="1">
            <a:spLocks noGrp="1"/>
          </p:cNvSpPr>
          <p:nvPr>
            <p:ph type="body" idx="1"/>
          </p:nvPr>
        </p:nvSpPr>
        <p:spPr>
          <a:xfrm>
            <a:off x="0" y="2357437"/>
            <a:ext cx="7848600"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500"/>
              <a:buFont typeface="Arial"/>
              <a:buChar char="●"/>
            </a:pPr>
            <a:r>
              <a:rPr lang="en-US" sz="2500" b="0" i="0" u="none" dirty="0" err="1">
                <a:solidFill>
                  <a:schemeClr val="dk2"/>
                </a:solidFill>
                <a:latin typeface="Tahoma"/>
                <a:ea typeface="Tahoma"/>
                <a:cs typeface="Tahoma"/>
                <a:sym typeface="Tahoma"/>
              </a:rPr>
              <a:t>Focalizar</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el</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análisis</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en</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cómo</a:t>
            </a:r>
            <a:r>
              <a:rPr lang="en-US" sz="2500" b="0" i="0" u="none" dirty="0">
                <a:solidFill>
                  <a:schemeClr val="dk2"/>
                </a:solidFill>
                <a:latin typeface="Tahoma"/>
                <a:ea typeface="Tahoma"/>
                <a:cs typeface="Tahoma"/>
                <a:sym typeface="Tahoma"/>
              </a:rPr>
              <a:t> la </a:t>
            </a:r>
            <a:r>
              <a:rPr lang="en-US" sz="2500" b="0" i="0" u="none" dirty="0" err="1">
                <a:solidFill>
                  <a:schemeClr val="dk2"/>
                </a:solidFill>
                <a:latin typeface="Tahoma"/>
                <a:ea typeface="Tahoma"/>
                <a:cs typeface="Tahoma"/>
                <a:sym typeface="Tahoma"/>
              </a:rPr>
              <a:t>empresa</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puede</a:t>
            </a:r>
            <a:r>
              <a:rPr lang="en-US" sz="2500" b="0" i="0" u="none" dirty="0">
                <a:solidFill>
                  <a:schemeClr val="dk2"/>
                </a:solidFill>
                <a:latin typeface="Tahoma"/>
                <a:ea typeface="Tahoma"/>
                <a:cs typeface="Tahoma"/>
                <a:sym typeface="Tahoma"/>
              </a:rPr>
              <a:t> ser </a:t>
            </a:r>
            <a:r>
              <a:rPr lang="en-US" sz="2500" b="0" i="0" u="none" dirty="0" err="1">
                <a:solidFill>
                  <a:schemeClr val="dk2"/>
                </a:solidFill>
                <a:latin typeface="Tahoma"/>
                <a:ea typeface="Tahoma"/>
                <a:cs typeface="Tahoma"/>
                <a:sym typeface="Tahoma"/>
              </a:rPr>
              <a:t>mejor</a:t>
            </a:r>
            <a:r>
              <a:rPr lang="en-US" sz="25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500"/>
              <a:buFont typeface="Arial"/>
              <a:buChar char="●"/>
            </a:pPr>
            <a:r>
              <a:rPr lang="en-US" sz="2500" b="0" i="0" u="none" dirty="0" err="1">
                <a:solidFill>
                  <a:schemeClr val="dk2"/>
                </a:solidFill>
                <a:latin typeface="Tahoma"/>
                <a:ea typeface="Tahoma"/>
                <a:cs typeface="Tahoma"/>
                <a:sym typeface="Tahoma"/>
              </a:rPr>
              <a:t>Ayudar</a:t>
            </a:r>
            <a:r>
              <a:rPr lang="en-US" sz="2500" b="0" i="0" u="none" dirty="0">
                <a:solidFill>
                  <a:schemeClr val="dk2"/>
                </a:solidFill>
                <a:latin typeface="Tahoma"/>
                <a:ea typeface="Tahoma"/>
                <a:cs typeface="Tahoma"/>
                <a:sym typeface="Tahoma"/>
              </a:rPr>
              <a:t> a formular </a:t>
            </a:r>
            <a:r>
              <a:rPr lang="en-US" sz="2500" b="0" i="0" u="none" dirty="0" err="1">
                <a:solidFill>
                  <a:schemeClr val="dk2"/>
                </a:solidFill>
                <a:latin typeface="Tahoma"/>
                <a:ea typeface="Tahoma"/>
                <a:cs typeface="Tahoma"/>
                <a:sym typeface="Tahoma"/>
              </a:rPr>
              <a:t>una</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visión</a:t>
            </a:r>
            <a:r>
              <a:rPr lang="en-US" sz="2500" b="0" i="0" u="none" dirty="0">
                <a:solidFill>
                  <a:schemeClr val="dk2"/>
                </a:solidFill>
                <a:latin typeface="Tahoma"/>
                <a:ea typeface="Tahoma"/>
                <a:cs typeface="Tahoma"/>
                <a:sym typeface="Tahoma"/>
              </a:rPr>
              <a:t> de la </a:t>
            </a:r>
            <a:r>
              <a:rPr lang="en-US" sz="2500" b="0" i="0" u="none" dirty="0" err="1">
                <a:solidFill>
                  <a:schemeClr val="dk2"/>
                </a:solidFill>
                <a:latin typeface="Tahoma"/>
                <a:ea typeface="Tahoma"/>
                <a:cs typeface="Tahoma"/>
                <a:sym typeface="Tahoma"/>
              </a:rPr>
              <a:t>empresa</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en</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dirección</a:t>
            </a:r>
            <a:r>
              <a:rPr lang="en-US" sz="2500" b="0" i="0" u="none" dirty="0">
                <a:solidFill>
                  <a:schemeClr val="dk2"/>
                </a:solidFill>
                <a:latin typeface="Tahoma"/>
                <a:ea typeface="Tahoma"/>
                <a:cs typeface="Tahoma"/>
                <a:sym typeface="Tahoma"/>
              </a:rPr>
              <a:t> al </a:t>
            </a:r>
            <a:r>
              <a:rPr lang="en-US" sz="2500" b="0" i="0" u="none" dirty="0" err="1">
                <a:solidFill>
                  <a:schemeClr val="dk2"/>
                </a:solidFill>
                <a:latin typeface="Tahoma"/>
                <a:ea typeface="Tahoma"/>
                <a:cs typeface="Tahoma"/>
                <a:sym typeface="Tahoma"/>
              </a:rPr>
              <a:t>futuro</a:t>
            </a:r>
            <a:r>
              <a:rPr lang="en-US" sz="25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500"/>
              <a:buFont typeface="Arial"/>
              <a:buChar char="●"/>
            </a:pPr>
            <a:r>
              <a:rPr lang="en-US" sz="2500" b="0" i="0" u="none" dirty="0" err="1">
                <a:solidFill>
                  <a:schemeClr val="dk2"/>
                </a:solidFill>
                <a:latin typeface="Tahoma"/>
                <a:ea typeface="Tahoma"/>
                <a:cs typeface="Tahoma"/>
                <a:sym typeface="Tahoma"/>
              </a:rPr>
              <a:t>Identificar</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cómo</a:t>
            </a:r>
            <a:r>
              <a:rPr lang="en-US" sz="2500" b="0" i="0" u="none" dirty="0">
                <a:solidFill>
                  <a:schemeClr val="dk2"/>
                </a:solidFill>
                <a:latin typeface="Tahoma"/>
                <a:ea typeface="Tahoma"/>
                <a:cs typeface="Tahoma"/>
                <a:sym typeface="Tahoma"/>
              </a:rPr>
              <a:t> las </a:t>
            </a:r>
            <a:r>
              <a:rPr lang="en-US" sz="2500" b="0" i="0" u="none" dirty="0" err="1">
                <a:solidFill>
                  <a:schemeClr val="dk2"/>
                </a:solidFill>
                <a:latin typeface="Tahoma"/>
                <a:ea typeface="Tahoma"/>
                <a:cs typeface="Tahoma"/>
                <a:sym typeface="Tahoma"/>
              </a:rPr>
              <a:t>tendencias</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tecnológicas</a:t>
            </a:r>
            <a:r>
              <a:rPr lang="en-US" sz="2500" b="0" i="0" u="none" dirty="0">
                <a:solidFill>
                  <a:schemeClr val="dk2"/>
                </a:solidFill>
                <a:latin typeface="Tahoma"/>
                <a:ea typeface="Tahoma"/>
                <a:cs typeface="Tahoma"/>
                <a:sym typeface="Tahoma"/>
              </a:rPr>
              <a:t> </a:t>
            </a:r>
          </a:p>
          <a:p>
            <a:pPr marL="0" marR="0" lvl="0" indent="0" algn="l" rtl="0">
              <a:lnSpc>
                <a:spcPct val="100000"/>
              </a:lnSpc>
              <a:spcBef>
                <a:spcPts val="1000"/>
              </a:spcBef>
              <a:spcAft>
                <a:spcPts val="0"/>
              </a:spcAft>
              <a:buClr>
                <a:srgbClr val="EEF2C5"/>
              </a:buClr>
              <a:buSzPts val="1500"/>
              <a:buNone/>
            </a:pPr>
            <a:r>
              <a:rPr lang="en-US" sz="2500" b="0"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pueden</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ayudar</a:t>
            </a:r>
            <a:r>
              <a:rPr lang="en-US" sz="2500" b="0" i="0" u="none" dirty="0">
                <a:solidFill>
                  <a:schemeClr val="dk2"/>
                </a:solidFill>
                <a:latin typeface="Tahoma"/>
                <a:ea typeface="Tahoma"/>
                <a:cs typeface="Tahoma"/>
                <a:sym typeface="Tahoma"/>
              </a:rPr>
              <a:t> a </a:t>
            </a:r>
            <a:r>
              <a:rPr lang="en-US" sz="2500" b="0" i="0" u="none" dirty="0" err="1">
                <a:solidFill>
                  <a:schemeClr val="dk2"/>
                </a:solidFill>
                <a:latin typeface="Tahoma"/>
                <a:ea typeface="Tahoma"/>
                <a:cs typeface="Tahoma"/>
                <a:sym typeface="Tahoma"/>
              </a:rPr>
              <a:t>que</a:t>
            </a:r>
            <a:r>
              <a:rPr lang="en-US" sz="2500" b="0" i="0" u="none" dirty="0">
                <a:solidFill>
                  <a:schemeClr val="dk2"/>
                </a:solidFill>
                <a:latin typeface="Tahoma"/>
                <a:ea typeface="Tahoma"/>
                <a:cs typeface="Tahoma"/>
                <a:sym typeface="Tahoma"/>
              </a:rPr>
              <a:t> la </a:t>
            </a:r>
            <a:r>
              <a:rPr lang="en-US" sz="2500" b="0" i="0" u="none" dirty="0" err="1">
                <a:solidFill>
                  <a:schemeClr val="dk2"/>
                </a:solidFill>
                <a:latin typeface="Tahoma"/>
                <a:ea typeface="Tahoma"/>
                <a:cs typeface="Tahoma"/>
                <a:sym typeface="Tahoma"/>
              </a:rPr>
              <a:t>empresa</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funcione</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mejor</a:t>
            </a:r>
            <a:r>
              <a:rPr lang="en-US" sz="25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1000"/>
              </a:spcBef>
              <a:spcAft>
                <a:spcPts val="0"/>
              </a:spcAft>
              <a:buClr>
                <a:srgbClr val="EEF2C5"/>
              </a:buClr>
              <a:buSzPts val="1500"/>
              <a:buFont typeface="Arial"/>
              <a:buChar char="●"/>
            </a:pPr>
            <a:r>
              <a:rPr lang="en-US" sz="2500" b="0" i="0" u="none" dirty="0" err="1">
                <a:solidFill>
                  <a:schemeClr val="dk2"/>
                </a:solidFill>
                <a:latin typeface="Tahoma"/>
                <a:ea typeface="Tahoma"/>
                <a:cs typeface="Tahoma"/>
                <a:sym typeface="Tahoma"/>
              </a:rPr>
              <a:t>Identificar</a:t>
            </a:r>
            <a:r>
              <a:rPr lang="en-US" sz="2500" b="0" i="0" u="none" dirty="0">
                <a:solidFill>
                  <a:schemeClr val="dk2"/>
                </a:solidFill>
                <a:latin typeface="Tahoma"/>
                <a:ea typeface="Tahoma"/>
                <a:cs typeface="Tahoma"/>
                <a:sym typeface="Tahoma"/>
              </a:rPr>
              <a:t> las </a:t>
            </a:r>
            <a:r>
              <a:rPr lang="en-US" sz="2500" b="0" i="0" u="none" dirty="0" err="1">
                <a:solidFill>
                  <a:schemeClr val="dk2"/>
                </a:solidFill>
                <a:latin typeface="Tahoma"/>
                <a:ea typeface="Tahoma"/>
                <a:cs typeface="Tahoma"/>
                <a:sym typeface="Tahoma"/>
              </a:rPr>
              <a:t>áreas</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más</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críticas</a:t>
            </a:r>
            <a:r>
              <a:rPr lang="en-US" sz="2500" b="0" i="0" u="none" dirty="0">
                <a:solidFill>
                  <a:schemeClr val="dk2"/>
                </a:solidFill>
                <a:latin typeface="Tahoma"/>
                <a:ea typeface="Tahoma"/>
                <a:cs typeface="Tahoma"/>
                <a:sym typeface="Tahoma"/>
              </a:rPr>
              <a:t> para </a:t>
            </a:r>
            <a:r>
              <a:rPr lang="en-US" sz="2500" b="0" i="0" u="none" dirty="0" err="1">
                <a:solidFill>
                  <a:schemeClr val="dk2"/>
                </a:solidFill>
                <a:latin typeface="Tahoma"/>
                <a:ea typeface="Tahoma"/>
                <a:cs typeface="Tahoma"/>
                <a:sym typeface="Tahoma"/>
              </a:rPr>
              <a:t>el</a:t>
            </a:r>
            <a:r>
              <a:rPr lang="en-US" sz="2500" b="0" i="0" u="none" dirty="0">
                <a:solidFill>
                  <a:schemeClr val="dk2"/>
                </a:solidFill>
                <a:latin typeface="Tahoma"/>
                <a:ea typeface="Tahoma"/>
                <a:cs typeface="Tahoma"/>
                <a:sym typeface="Tahoma"/>
              </a:rPr>
              <a:t> </a:t>
            </a:r>
            <a:r>
              <a:rPr lang="en-US" sz="2500" b="0" i="0" u="none" dirty="0" err="1">
                <a:solidFill>
                  <a:schemeClr val="dk2"/>
                </a:solidFill>
                <a:latin typeface="Tahoma"/>
                <a:ea typeface="Tahoma"/>
                <a:cs typeface="Tahoma"/>
                <a:sym typeface="Tahoma"/>
              </a:rPr>
              <a:t>funcionamiento</a:t>
            </a:r>
            <a:r>
              <a:rPr lang="en-US" sz="2500" b="0" i="0" u="none" dirty="0">
                <a:solidFill>
                  <a:schemeClr val="dk2"/>
                </a:solidFill>
                <a:latin typeface="Tahoma"/>
                <a:ea typeface="Tahoma"/>
                <a:cs typeface="Tahoma"/>
                <a:sym typeface="Tahoma"/>
              </a:rPr>
              <a:t> de la </a:t>
            </a:r>
            <a:r>
              <a:rPr lang="en-US" sz="2500" b="0" i="0" u="none" dirty="0" err="1">
                <a:solidFill>
                  <a:schemeClr val="dk2"/>
                </a:solidFill>
                <a:latin typeface="Tahoma"/>
                <a:ea typeface="Tahoma"/>
                <a:cs typeface="Tahoma"/>
                <a:sym typeface="Tahoma"/>
              </a:rPr>
              <a:t>empresa</a:t>
            </a:r>
            <a:r>
              <a:rPr lang="en-US" sz="2500" b="0" i="0" u="none" dirty="0">
                <a:solidFill>
                  <a:schemeClr val="dk2"/>
                </a:solidFill>
                <a:latin typeface="Tahoma"/>
                <a:ea typeface="Tahoma"/>
                <a:cs typeface="Tahoma"/>
                <a:sym typeface="Tahoma"/>
              </a:rPr>
              <a:t>.</a:t>
            </a:r>
            <a:endParaRPr dirty="0"/>
          </a:p>
        </p:txBody>
      </p:sp>
      <p:sp>
        <p:nvSpPr>
          <p:cNvPr id="257" name="Google Shape;257;p2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51</a:t>
            </a:fld>
            <a:endParaRPr/>
          </a:p>
        </p:txBody>
      </p:sp>
      <p:sp>
        <p:nvSpPr>
          <p:cNvPr id="259" name="Google Shape;259;p23"/>
          <p:cNvSpPr txBox="1"/>
          <p:nvPr/>
        </p:nvSpPr>
        <p:spPr>
          <a:xfrm>
            <a:off x="401902" y="1700567"/>
            <a:ext cx="5345112" cy="519112"/>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800"/>
              <a:buFont typeface="Tahoma"/>
              <a:buNone/>
            </a:pPr>
            <a:r>
              <a:rPr lang="en-US" sz="2800" b="0" i="1" u="none" dirty="0">
                <a:solidFill>
                  <a:schemeClr val="dk2"/>
                </a:solidFill>
                <a:latin typeface="Tahoma"/>
                <a:ea typeface="Tahoma"/>
                <a:cs typeface="Tahoma"/>
                <a:sym typeface="Tahoma"/>
              </a:rPr>
              <a:t>¿</a:t>
            </a:r>
            <a:r>
              <a:rPr lang="en-US" sz="2800" b="0" i="1" u="none" dirty="0" err="1">
                <a:solidFill>
                  <a:schemeClr val="dk2"/>
                </a:solidFill>
                <a:latin typeface="Tahoma"/>
                <a:ea typeface="Tahoma"/>
                <a:cs typeface="Tahoma"/>
                <a:sym typeface="Tahoma"/>
              </a:rPr>
              <a:t>Cómo</a:t>
            </a:r>
            <a:r>
              <a:rPr lang="en-US" sz="2800" b="0" i="1" u="none" dirty="0">
                <a:solidFill>
                  <a:schemeClr val="dk2"/>
                </a:solidFill>
                <a:latin typeface="Tahoma"/>
                <a:ea typeface="Tahoma"/>
                <a:cs typeface="Tahoma"/>
                <a:sym typeface="Tahoma"/>
              </a:rPr>
              <a:t> </a:t>
            </a:r>
            <a:r>
              <a:rPr lang="en-US" sz="2800" b="0" i="1" u="none" dirty="0" err="1">
                <a:solidFill>
                  <a:schemeClr val="dk2"/>
                </a:solidFill>
                <a:latin typeface="Tahoma"/>
                <a:ea typeface="Tahoma"/>
                <a:cs typeface="Tahoma"/>
                <a:sym typeface="Tahoma"/>
              </a:rPr>
              <a:t>interesar</a:t>
            </a:r>
            <a:r>
              <a:rPr lang="en-US" sz="2800" b="0" i="1" u="none" dirty="0">
                <a:solidFill>
                  <a:schemeClr val="dk2"/>
                </a:solidFill>
                <a:latin typeface="Tahoma"/>
                <a:ea typeface="Tahoma"/>
                <a:cs typeface="Tahoma"/>
                <a:sym typeface="Tahoma"/>
              </a:rPr>
              <a:t> a las </a:t>
            </a:r>
            <a:r>
              <a:rPr lang="en-US" sz="2800" b="0" i="1" u="none" dirty="0" err="1">
                <a:solidFill>
                  <a:schemeClr val="dk2"/>
                </a:solidFill>
                <a:latin typeface="Tahoma"/>
                <a:ea typeface="Tahoma"/>
                <a:cs typeface="Tahoma"/>
                <a:sym typeface="Tahoma"/>
              </a:rPr>
              <a:t>gerencias</a:t>
            </a:r>
            <a:r>
              <a:rPr lang="en-US" sz="2800" b="0" i="1" u="none" dirty="0">
                <a:solidFill>
                  <a:schemeClr val="dk2"/>
                </a:solidFill>
                <a:latin typeface="Tahoma"/>
                <a:ea typeface="Tahoma"/>
                <a:cs typeface="Tahoma"/>
                <a:sym typeface="Tahoma"/>
              </a:rPr>
              <a:t>?</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5"/>
        <p:cNvGrpSpPr/>
        <p:nvPr/>
      </p:nvGrpSpPr>
      <p:grpSpPr>
        <a:xfrm>
          <a:off x="0" y="0"/>
          <a:ext cx="0" cy="0"/>
          <a:chOff x="0" y="0"/>
          <a:chExt cx="0" cy="0"/>
        </a:xfrm>
      </p:grpSpPr>
      <p:sp>
        <p:nvSpPr>
          <p:cNvPr id="266" name="Google Shape;266;p24"/>
          <p:cNvSpPr txBox="1">
            <a:spLocks noGrp="1"/>
          </p:cNvSpPr>
          <p:nvPr>
            <p:ph type="sldNum" sz="quarter" idx="7"/>
          </p:nvPr>
        </p:nvSpPr>
        <p:spPr>
          <a:xfrm>
            <a:off x="8737600" y="5969000"/>
            <a:ext cx="406400" cy="279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52</a:t>
            </a:fld>
            <a:endParaRPr/>
          </a:p>
        </p:txBody>
      </p:sp>
      <p:sp>
        <p:nvSpPr>
          <p:cNvPr id="267" name="Google Shape;267;p24"/>
          <p:cNvSpPr txBox="1"/>
          <p:nvPr/>
        </p:nvSpPr>
        <p:spPr>
          <a:xfrm>
            <a:off x="1295400" y="2011362"/>
            <a:ext cx="2663825" cy="396875"/>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chemeClr val="dk2"/>
              </a:buClr>
              <a:buSzPts val="2000"/>
              <a:buFont typeface="Tahoma"/>
              <a:buNone/>
            </a:pPr>
            <a:r>
              <a:rPr lang="en-US" sz="2000" b="0" i="1" u="none">
                <a:solidFill>
                  <a:schemeClr val="dk2"/>
                </a:solidFill>
                <a:latin typeface="Tahoma"/>
                <a:ea typeface="Tahoma"/>
                <a:cs typeface="Tahoma"/>
                <a:sym typeface="Tahoma"/>
              </a:rPr>
              <a:t>Secuencia del proceso</a:t>
            </a:r>
            <a:endParaRPr/>
          </a:p>
        </p:txBody>
      </p:sp>
      <p:grpSp>
        <p:nvGrpSpPr>
          <p:cNvPr id="268" name="Google Shape;268;p24"/>
          <p:cNvGrpSpPr/>
          <p:nvPr/>
        </p:nvGrpSpPr>
        <p:grpSpPr>
          <a:xfrm>
            <a:off x="2133600" y="4379912"/>
            <a:ext cx="3811587" cy="1460500"/>
            <a:chOff x="1344" y="2759"/>
            <a:chExt cx="2401" cy="920"/>
          </a:xfrm>
        </p:grpSpPr>
        <p:sp>
          <p:nvSpPr>
            <p:cNvPr id="269" name="Google Shape;269;p24"/>
            <p:cNvSpPr/>
            <p:nvPr/>
          </p:nvSpPr>
          <p:spPr>
            <a:xfrm>
              <a:off x="1577" y="3092"/>
              <a:ext cx="1973" cy="251"/>
            </a:xfrm>
            <a:custGeom>
              <a:avLst/>
              <a:gdLst/>
              <a:ahLst/>
              <a:cxnLst/>
              <a:rect l="l" t="t" r="r" b="b"/>
              <a:pathLst>
                <a:path w="1973" h="251" extrusionOk="0">
                  <a:moveTo>
                    <a:pt x="0" y="250"/>
                  </a:moveTo>
                  <a:lnTo>
                    <a:pt x="1785" y="250"/>
                  </a:lnTo>
                  <a:lnTo>
                    <a:pt x="1972" y="0"/>
                  </a:lnTo>
                  <a:lnTo>
                    <a:pt x="252" y="0"/>
                  </a:lnTo>
                  <a:lnTo>
                    <a:pt x="0" y="250"/>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nvGrpSpPr>
            <p:cNvPr id="270" name="Google Shape;270;p24"/>
            <p:cNvGrpSpPr/>
            <p:nvPr/>
          </p:nvGrpSpPr>
          <p:grpSpPr>
            <a:xfrm>
              <a:off x="1344" y="2759"/>
              <a:ext cx="2401" cy="920"/>
              <a:chOff x="1344" y="2759"/>
              <a:chExt cx="2401" cy="920"/>
            </a:xfrm>
          </p:grpSpPr>
          <p:sp>
            <p:nvSpPr>
              <p:cNvPr id="271" name="Google Shape;271;p24"/>
              <p:cNvSpPr/>
              <p:nvPr/>
            </p:nvSpPr>
            <p:spPr>
              <a:xfrm>
                <a:off x="3321" y="3092"/>
                <a:ext cx="424" cy="586"/>
              </a:xfrm>
              <a:custGeom>
                <a:avLst/>
                <a:gdLst/>
                <a:ahLst/>
                <a:cxnLst/>
                <a:rect l="l" t="t" r="r" b="b"/>
                <a:pathLst>
                  <a:path w="424" h="586" extrusionOk="0">
                    <a:moveTo>
                      <a:pt x="200" y="585"/>
                    </a:moveTo>
                    <a:lnTo>
                      <a:pt x="0" y="249"/>
                    </a:lnTo>
                    <a:lnTo>
                      <a:pt x="187" y="0"/>
                    </a:lnTo>
                    <a:lnTo>
                      <a:pt x="423" y="291"/>
                    </a:lnTo>
                    <a:lnTo>
                      <a:pt x="200" y="585"/>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2" name="Google Shape;272;p24"/>
              <p:cNvSpPr/>
              <p:nvPr/>
            </p:nvSpPr>
            <p:spPr>
              <a:xfrm>
                <a:off x="1344" y="3341"/>
                <a:ext cx="2178" cy="338"/>
              </a:xfrm>
              <a:custGeom>
                <a:avLst/>
                <a:gdLst/>
                <a:ahLst/>
                <a:cxnLst/>
                <a:rect l="l" t="t" r="r" b="b"/>
                <a:pathLst>
                  <a:path w="2178" h="338" extrusionOk="0">
                    <a:moveTo>
                      <a:pt x="191" y="0"/>
                    </a:moveTo>
                    <a:lnTo>
                      <a:pt x="1976" y="0"/>
                    </a:lnTo>
                    <a:lnTo>
                      <a:pt x="2177" y="337"/>
                    </a:lnTo>
                    <a:lnTo>
                      <a:pt x="0" y="337"/>
                    </a:lnTo>
                    <a:lnTo>
                      <a:pt x="191" y="0"/>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3" name="Google Shape;273;p24"/>
              <p:cNvSpPr/>
              <p:nvPr/>
            </p:nvSpPr>
            <p:spPr>
              <a:xfrm>
                <a:off x="3100" y="2759"/>
                <a:ext cx="375" cy="531"/>
              </a:xfrm>
              <a:custGeom>
                <a:avLst/>
                <a:gdLst/>
                <a:ahLst/>
                <a:cxnLst/>
                <a:rect l="l" t="t" r="r" b="b"/>
                <a:pathLst>
                  <a:path w="375" h="531" extrusionOk="0">
                    <a:moveTo>
                      <a:pt x="191" y="530"/>
                    </a:moveTo>
                    <a:lnTo>
                      <a:pt x="0" y="186"/>
                    </a:lnTo>
                    <a:lnTo>
                      <a:pt x="140" y="0"/>
                    </a:lnTo>
                    <a:lnTo>
                      <a:pt x="374" y="292"/>
                    </a:lnTo>
                    <a:lnTo>
                      <a:pt x="191" y="530"/>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4" name="Google Shape;274;p24"/>
              <p:cNvSpPr/>
              <p:nvPr/>
            </p:nvSpPr>
            <p:spPr>
              <a:xfrm>
                <a:off x="1572" y="2945"/>
                <a:ext cx="1721" cy="345"/>
              </a:xfrm>
              <a:custGeom>
                <a:avLst/>
                <a:gdLst/>
                <a:ahLst/>
                <a:cxnLst/>
                <a:rect l="l" t="t" r="r" b="b"/>
                <a:pathLst>
                  <a:path w="1721" h="345" extrusionOk="0">
                    <a:moveTo>
                      <a:pt x="0" y="344"/>
                    </a:moveTo>
                    <a:lnTo>
                      <a:pt x="1720" y="344"/>
                    </a:lnTo>
                    <a:lnTo>
                      <a:pt x="1529" y="0"/>
                    </a:lnTo>
                    <a:lnTo>
                      <a:pt x="189" y="0"/>
                    </a:lnTo>
                    <a:lnTo>
                      <a:pt x="0" y="344"/>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grpSp>
      <p:grpSp>
        <p:nvGrpSpPr>
          <p:cNvPr id="275" name="Google Shape;275;p24"/>
          <p:cNvGrpSpPr/>
          <p:nvPr/>
        </p:nvGrpSpPr>
        <p:grpSpPr>
          <a:xfrm>
            <a:off x="2787650" y="2457450"/>
            <a:ext cx="2352675" cy="1874837"/>
            <a:chOff x="1756" y="1548"/>
            <a:chExt cx="1482" cy="1181"/>
          </a:xfrm>
        </p:grpSpPr>
        <p:sp>
          <p:nvSpPr>
            <p:cNvPr id="276" name="Google Shape;276;p24"/>
            <p:cNvSpPr/>
            <p:nvPr/>
          </p:nvSpPr>
          <p:spPr>
            <a:xfrm>
              <a:off x="1756" y="2541"/>
              <a:ext cx="1482" cy="188"/>
            </a:xfrm>
            <a:custGeom>
              <a:avLst/>
              <a:gdLst/>
              <a:ahLst/>
              <a:cxnLst/>
              <a:rect l="l" t="t" r="r" b="b"/>
              <a:pathLst>
                <a:path w="1482" h="188" extrusionOk="0">
                  <a:moveTo>
                    <a:pt x="0" y="187"/>
                  </a:moveTo>
                  <a:lnTo>
                    <a:pt x="1342" y="187"/>
                  </a:lnTo>
                  <a:lnTo>
                    <a:pt x="1481" y="0"/>
                  </a:lnTo>
                  <a:lnTo>
                    <a:pt x="265" y="1"/>
                  </a:lnTo>
                  <a:lnTo>
                    <a:pt x="0" y="187"/>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7" name="Google Shape;277;p24"/>
            <p:cNvSpPr/>
            <p:nvPr/>
          </p:nvSpPr>
          <p:spPr>
            <a:xfrm>
              <a:off x="2874" y="2214"/>
              <a:ext cx="327" cy="460"/>
            </a:xfrm>
            <a:custGeom>
              <a:avLst/>
              <a:gdLst/>
              <a:ahLst/>
              <a:cxnLst/>
              <a:rect l="l" t="t" r="r" b="b"/>
              <a:pathLst>
                <a:path w="327" h="460" extrusionOk="0">
                  <a:moveTo>
                    <a:pt x="0" y="125"/>
                  </a:moveTo>
                  <a:lnTo>
                    <a:pt x="194" y="459"/>
                  </a:lnTo>
                  <a:lnTo>
                    <a:pt x="326" y="288"/>
                  </a:lnTo>
                  <a:lnTo>
                    <a:pt x="94" y="0"/>
                  </a:lnTo>
                  <a:lnTo>
                    <a:pt x="0" y="125"/>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8" name="Google Shape;278;p24"/>
            <p:cNvSpPr/>
            <p:nvPr/>
          </p:nvSpPr>
          <p:spPr>
            <a:xfrm>
              <a:off x="1978" y="2214"/>
              <a:ext cx="990" cy="126"/>
            </a:xfrm>
            <a:custGeom>
              <a:avLst/>
              <a:gdLst/>
              <a:ahLst/>
              <a:cxnLst/>
              <a:rect l="l" t="t" r="r" b="b"/>
              <a:pathLst>
                <a:path w="990" h="126" extrusionOk="0">
                  <a:moveTo>
                    <a:pt x="0" y="125"/>
                  </a:moveTo>
                  <a:lnTo>
                    <a:pt x="895" y="125"/>
                  </a:lnTo>
                  <a:lnTo>
                    <a:pt x="989" y="0"/>
                  </a:lnTo>
                  <a:lnTo>
                    <a:pt x="250" y="0"/>
                  </a:lnTo>
                  <a:lnTo>
                    <a:pt x="0" y="125"/>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79" name="Google Shape;279;p24"/>
            <p:cNvSpPr/>
            <p:nvPr/>
          </p:nvSpPr>
          <p:spPr>
            <a:xfrm>
              <a:off x="1787" y="2339"/>
              <a:ext cx="1281" cy="336"/>
            </a:xfrm>
            <a:custGeom>
              <a:avLst/>
              <a:gdLst/>
              <a:ahLst/>
              <a:cxnLst/>
              <a:rect l="l" t="t" r="r" b="b"/>
              <a:pathLst>
                <a:path w="1281" h="336" extrusionOk="0">
                  <a:moveTo>
                    <a:pt x="0" y="335"/>
                  </a:moveTo>
                  <a:lnTo>
                    <a:pt x="1280" y="335"/>
                  </a:lnTo>
                  <a:lnTo>
                    <a:pt x="1086" y="0"/>
                  </a:lnTo>
                  <a:lnTo>
                    <a:pt x="191" y="0"/>
                  </a:lnTo>
                  <a:lnTo>
                    <a:pt x="0" y="335"/>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80" name="Google Shape;280;p24"/>
            <p:cNvSpPr/>
            <p:nvPr/>
          </p:nvSpPr>
          <p:spPr>
            <a:xfrm>
              <a:off x="2651" y="1881"/>
              <a:ext cx="283" cy="402"/>
            </a:xfrm>
            <a:custGeom>
              <a:avLst/>
              <a:gdLst/>
              <a:ahLst/>
              <a:cxnLst/>
              <a:rect l="l" t="t" r="r" b="b"/>
              <a:pathLst>
                <a:path w="283" h="402" extrusionOk="0">
                  <a:moveTo>
                    <a:pt x="193" y="401"/>
                  </a:moveTo>
                  <a:lnTo>
                    <a:pt x="282" y="286"/>
                  </a:lnTo>
                  <a:lnTo>
                    <a:pt x="49" y="0"/>
                  </a:lnTo>
                  <a:lnTo>
                    <a:pt x="0" y="60"/>
                  </a:lnTo>
                  <a:lnTo>
                    <a:pt x="193" y="401"/>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81" name="Google Shape;281;p24"/>
            <p:cNvSpPr/>
            <p:nvPr/>
          </p:nvSpPr>
          <p:spPr>
            <a:xfrm>
              <a:off x="2206" y="1880"/>
              <a:ext cx="494" cy="62"/>
            </a:xfrm>
            <a:custGeom>
              <a:avLst/>
              <a:gdLst/>
              <a:ahLst/>
              <a:cxnLst/>
              <a:rect l="l" t="t" r="r" b="b"/>
              <a:pathLst>
                <a:path w="494" h="62" extrusionOk="0">
                  <a:moveTo>
                    <a:pt x="0" y="61"/>
                  </a:moveTo>
                  <a:lnTo>
                    <a:pt x="444" y="61"/>
                  </a:lnTo>
                  <a:lnTo>
                    <a:pt x="493" y="0"/>
                  </a:lnTo>
                  <a:lnTo>
                    <a:pt x="154" y="0"/>
                  </a:lnTo>
                  <a:lnTo>
                    <a:pt x="0" y="61"/>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82" name="Google Shape;282;p24"/>
            <p:cNvSpPr/>
            <p:nvPr/>
          </p:nvSpPr>
          <p:spPr>
            <a:xfrm>
              <a:off x="2011" y="1941"/>
              <a:ext cx="833" cy="342"/>
            </a:xfrm>
            <a:custGeom>
              <a:avLst/>
              <a:gdLst/>
              <a:ahLst/>
              <a:cxnLst/>
              <a:rect l="l" t="t" r="r" b="b"/>
              <a:pathLst>
                <a:path w="833" h="342" extrusionOk="0">
                  <a:moveTo>
                    <a:pt x="0" y="341"/>
                  </a:moveTo>
                  <a:lnTo>
                    <a:pt x="832" y="341"/>
                  </a:lnTo>
                  <a:lnTo>
                    <a:pt x="639" y="0"/>
                  </a:lnTo>
                  <a:lnTo>
                    <a:pt x="194" y="0"/>
                  </a:lnTo>
                  <a:lnTo>
                    <a:pt x="0" y="341"/>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nvGrpSpPr>
            <p:cNvPr id="283" name="Google Shape;283;p24"/>
            <p:cNvGrpSpPr/>
            <p:nvPr/>
          </p:nvGrpSpPr>
          <p:grpSpPr>
            <a:xfrm>
              <a:off x="2233" y="1548"/>
              <a:ext cx="432" cy="341"/>
              <a:chOff x="2233" y="1548"/>
              <a:chExt cx="432" cy="341"/>
            </a:xfrm>
          </p:grpSpPr>
          <p:sp>
            <p:nvSpPr>
              <p:cNvPr id="284" name="Google Shape;284;p24"/>
              <p:cNvSpPr/>
              <p:nvPr/>
            </p:nvSpPr>
            <p:spPr>
              <a:xfrm>
                <a:off x="2427" y="1548"/>
                <a:ext cx="238" cy="341"/>
              </a:xfrm>
              <a:custGeom>
                <a:avLst/>
                <a:gdLst/>
                <a:ahLst/>
                <a:cxnLst/>
                <a:rect l="l" t="t" r="r" b="b"/>
                <a:pathLst>
                  <a:path w="238" h="341" extrusionOk="0">
                    <a:moveTo>
                      <a:pt x="192" y="340"/>
                    </a:moveTo>
                    <a:lnTo>
                      <a:pt x="237" y="287"/>
                    </a:lnTo>
                    <a:lnTo>
                      <a:pt x="0" y="0"/>
                    </a:lnTo>
                    <a:lnTo>
                      <a:pt x="192" y="340"/>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85" name="Google Shape;285;p24"/>
              <p:cNvSpPr/>
              <p:nvPr/>
            </p:nvSpPr>
            <p:spPr>
              <a:xfrm>
                <a:off x="2233" y="1548"/>
                <a:ext cx="387" cy="341"/>
              </a:xfrm>
              <a:custGeom>
                <a:avLst/>
                <a:gdLst/>
                <a:ahLst/>
                <a:cxnLst/>
                <a:rect l="l" t="t" r="r" b="b"/>
                <a:pathLst>
                  <a:path w="387" h="341" extrusionOk="0">
                    <a:moveTo>
                      <a:pt x="0" y="340"/>
                    </a:moveTo>
                    <a:lnTo>
                      <a:pt x="386" y="340"/>
                    </a:lnTo>
                    <a:lnTo>
                      <a:pt x="193" y="0"/>
                    </a:lnTo>
                    <a:lnTo>
                      <a:pt x="0" y="340"/>
                    </a:lnTo>
                  </a:path>
                </a:pathLst>
              </a:custGeom>
              <a:solidFill>
                <a:srgbClr val="ED681A"/>
              </a:solidFill>
              <a:ln w="12700" cap="rnd"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grpSp>
      <p:cxnSp>
        <p:nvCxnSpPr>
          <p:cNvPr id="286" name="Google Shape;286;p24"/>
          <p:cNvCxnSpPr/>
          <p:nvPr/>
        </p:nvCxnSpPr>
        <p:spPr>
          <a:xfrm>
            <a:off x="2133600" y="2667000"/>
            <a:ext cx="0" cy="1752600"/>
          </a:xfrm>
          <a:prstGeom prst="straightConnector1">
            <a:avLst/>
          </a:prstGeom>
          <a:noFill/>
          <a:ln w="25400" cap="flat" cmpd="sng">
            <a:solidFill>
              <a:schemeClr val="accent2"/>
            </a:solidFill>
            <a:prstDash val="solid"/>
            <a:miter lim="800000"/>
            <a:headEnd type="none" w="med" len="med"/>
            <a:tailEnd type="none" w="med" len="med"/>
          </a:ln>
        </p:spPr>
      </p:cxnSp>
      <p:cxnSp>
        <p:nvCxnSpPr>
          <p:cNvPr id="287" name="Google Shape;287;p24"/>
          <p:cNvCxnSpPr/>
          <p:nvPr/>
        </p:nvCxnSpPr>
        <p:spPr>
          <a:xfrm>
            <a:off x="2133600" y="4648200"/>
            <a:ext cx="0" cy="1143000"/>
          </a:xfrm>
          <a:prstGeom prst="straightConnector1">
            <a:avLst/>
          </a:prstGeom>
          <a:noFill/>
          <a:ln w="25400" cap="flat" cmpd="sng">
            <a:solidFill>
              <a:schemeClr val="accent2"/>
            </a:solidFill>
            <a:prstDash val="solid"/>
            <a:miter lim="800000"/>
            <a:headEnd type="none" w="med" len="med"/>
            <a:tailEnd type="none" w="med" len="med"/>
          </a:ln>
        </p:spPr>
      </p:cxnSp>
      <p:sp>
        <p:nvSpPr>
          <p:cNvPr id="288" name="Google Shape;288;p24"/>
          <p:cNvSpPr txBox="1"/>
          <p:nvPr/>
        </p:nvSpPr>
        <p:spPr>
          <a:xfrm>
            <a:off x="1063625" y="3282950"/>
            <a:ext cx="1004887" cy="581025"/>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2"/>
              </a:buClr>
              <a:buSzPts val="1600"/>
              <a:buFont typeface="Tahoma"/>
              <a:buNone/>
            </a:pPr>
            <a:r>
              <a:rPr lang="en-US" sz="1600" b="0" i="0" u="none">
                <a:solidFill>
                  <a:schemeClr val="dk2"/>
                </a:solidFill>
                <a:latin typeface="Tahoma"/>
                <a:ea typeface="Tahoma"/>
                <a:cs typeface="Tahoma"/>
                <a:sym typeface="Tahoma"/>
              </a:rPr>
              <a:t>Alta</a:t>
            </a:r>
            <a:endParaRPr/>
          </a:p>
          <a:p>
            <a:pPr marL="0" marR="0" lvl="0" indent="0" algn="ctr" rtl="0">
              <a:lnSpc>
                <a:spcPct val="100000"/>
              </a:lnSpc>
              <a:spcBef>
                <a:spcPts val="0"/>
              </a:spcBef>
              <a:spcAft>
                <a:spcPts val="0"/>
              </a:spcAft>
              <a:buClr>
                <a:schemeClr val="dk2"/>
              </a:buClr>
              <a:buSzPts val="1600"/>
              <a:buFont typeface="Tahoma"/>
              <a:buNone/>
            </a:pPr>
            <a:r>
              <a:rPr lang="en-US" sz="1600" b="0" i="0" u="none">
                <a:solidFill>
                  <a:schemeClr val="dk2"/>
                </a:solidFill>
                <a:latin typeface="Tahoma"/>
                <a:ea typeface="Tahoma"/>
                <a:cs typeface="Tahoma"/>
                <a:sym typeface="Tahoma"/>
              </a:rPr>
              <a:t>Dirección</a:t>
            </a:r>
            <a:endParaRPr/>
          </a:p>
        </p:txBody>
      </p:sp>
      <p:sp>
        <p:nvSpPr>
          <p:cNvPr id="289" name="Google Shape;289;p24"/>
          <p:cNvSpPr txBox="1"/>
          <p:nvPr/>
        </p:nvSpPr>
        <p:spPr>
          <a:xfrm>
            <a:off x="1050925" y="4875212"/>
            <a:ext cx="869950" cy="8255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2"/>
              </a:buClr>
              <a:buSzPts val="1600"/>
              <a:buFont typeface="Tahoma"/>
              <a:buNone/>
            </a:pPr>
            <a:r>
              <a:rPr lang="en-US" sz="1600" b="0" i="0" u="none">
                <a:solidFill>
                  <a:schemeClr val="dk2"/>
                </a:solidFill>
                <a:latin typeface="Tahoma"/>
                <a:ea typeface="Tahoma"/>
                <a:cs typeface="Tahoma"/>
                <a:sym typeface="Tahoma"/>
              </a:rPr>
              <a:t>Equipo</a:t>
            </a:r>
            <a:endParaRPr/>
          </a:p>
          <a:p>
            <a:pPr marL="0" marR="0" lvl="0" indent="0" algn="ctr" rtl="0">
              <a:lnSpc>
                <a:spcPct val="100000"/>
              </a:lnSpc>
              <a:spcBef>
                <a:spcPts val="0"/>
              </a:spcBef>
              <a:spcAft>
                <a:spcPts val="0"/>
              </a:spcAft>
              <a:buClr>
                <a:schemeClr val="dk2"/>
              </a:buClr>
              <a:buSzPts val="1600"/>
              <a:buFont typeface="Tahoma"/>
              <a:buNone/>
            </a:pPr>
            <a:r>
              <a:rPr lang="en-US" sz="1600" b="0" i="0" u="none">
                <a:solidFill>
                  <a:schemeClr val="dk2"/>
                </a:solidFill>
                <a:latin typeface="Tahoma"/>
                <a:ea typeface="Tahoma"/>
                <a:cs typeface="Tahoma"/>
                <a:sym typeface="Tahoma"/>
              </a:rPr>
              <a:t>de</a:t>
            </a:r>
            <a:endParaRPr/>
          </a:p>
          <a:p>
            <a:pPr marL="0" marR="0" lvl="0" indent="0" algn="ctr" rtl="0">
              <a:lnSpc>
                <a:spcPct val="100000"/>
              </a:lnSpc>
              <a:spcBef>
                <a:spcPts val="0"/>
              </a:spcBef>
              <a:spcAft>
                <a:spcPts val="0"/>
              </a:spcAft>
              <a:buClr>
                <a:schemeClr val="dk2"/>
              </a:buClr>
              <a:buSzPts val="1600"/>
              <a:buFont typeface="Tahoma"/>
              <a:buNone/>
            </a:pPr>
            <a:r>
              <a:rPr lang="en-US" sz="1600" b="0" i="0" u="none">
                <a:solidFill>
                  <a:schemeClr val="dk2"/>
                </a:solidFill>
                <a:latin typeface="Tahoma"/>
                <a:ea typeface="Tahoma"/>
                <a:cs typeface="Tahoma"/>
                <a:sym typeface="Tahoma"/>
              </a:rPr>
              <a:t>Trabajo</a:t>
            </a:r>
            <a:endParaRPr/>
          </a:p>
        </p:txBody>
      </p:sp>
      <p:grpSp>
        <p:nvGrpSpPr>
          <p:cNvPr id="290" name="Google Shape;290;p24"/>
          <p:cNvGrpSpPr/>
          <p:nvPr/>
        </p:nvGrpSpPr>
        <p:grpSpPr>
          <a:xfrm>
            <a:off x="5949950" y="2224076"/>
            <a:ext cx="3049587" cy="2162186"/>
            <a:chOff x="3748" y="1401"/>
            <a:chExt cx="1921" cy="1362"/>
          </a:xfrm>
        </p:grpSpPr>
        <p:sp>
          <p:nvSpPr>
            <p:cNvPr id="291" name="Google Shape;291;p24"/>
            <p:cNvSpPr/>
            <p:nvPr/>
          </p:nvSpPr>
          <p:spPr>
            <a:xfrm>
              <a:off x="3748" y="1523"/>
              <a:ext cx="585" cy="84"/>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92" name="Google Shape;292;p24"/>
            <p:cNvSpPr/>
            <p:nvPr/>
          </p:nvSpPr>
          <p:spPr>
            <a:xfrm>
              <a:off x="3748" y="1843"/>
              <a:ext cx="585" cy="83"/>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93" name="Google Shape;293;p24"/>
            <p:cNvSpPr/>
            <p:nvPr/>
          </p:nvSpPr>
          <p:spPr>
            <a:xfrm>
              <a:off x="3748" y="2162"/>
              <a:ext cx="585" cy="83"/>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94" name="Google Shape;294;p24"/>
            <p:cNvSpPr/>
            <p:nvPr/>
          </p:nvSpPr>
          <p:spPr>
            <a:xfrm>
              <a:off x="3748" y="2481"/>
              <a:ext cx="585" cy="83"/>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95" name="Google Shape;295;p24"/>
            <p:cNvSpPr txBox="1"/>
            <p:nvPr/>
          </p:nvSpPr>
          <p:spPr>
            <a:xfrm>
              <a:off x="4384" y="1401"/>
              <a:ext cx="1200" cy="600"/>
            </a:xfrm>
            <a:prstGeom prst="rect">
              <a:avLst/>
            </a:prstGeom>
            <a:noFill/>
            <a:ln>
              <a:noFill/>
            </a:ln>
          </p:spPr>
          <p:txBody>
            <a:bodyPr spcFirstLastPara="1" wrap="square" lIns="87300" tIns="44450" rIns="87300" bIns="44450" anchor="t" anchorCtr="0">
              <a:spAutoFit/>
            </a:bodyPr>
            <a:lstStyle/>
            <a:p>
              <a:pPr marL="0" marR="0" lvl="0" indent="0" algn="ctr" rtl="0">
                <a:lnSpc>
                  <a:spcPct val="100000"/>
                </a:lnSpc>
                <a:spcBef>
                  <a:spcPts val="0"/>
                </a:spcBef>
                <a:spcAft>
                  <a:spcPts val="0"/>
                </a:spcAft>
                <a:buClr>
                  <a:schemeClr val="accent2"/>
                </a:buClr>
                <a:buSzPts val="1400"/>
                <a:buFont typeface="Arial"/>
                <a:buNone/>
              </a:pPr>
              <a:r>
                <a:rPr lang="en-US" sz="1400" b="0" i="0" u="none" dirty="0" err="1">
                  <a:solidFill>
                    <a:schemeClr val="accent2"/>
                  </a:solidFill>
                  <a:latin typeface="Arial"/>
                  <a:ea typeface="Arial"/>
                  <a:cs typeface="Arial"/>
                  <a:sym typeface="Arial"/>
                </a:rPr>
                <a:t>Análisis</a:t>
              </a:r>
              <a:r>
                <a:rPr lang="en-US" sz="1400" b="0" i="0" u="none" dirty="0">
                  <a:solidFill>
                    <a:schemeClr val="accent2"/>
                  </a:solidFill>
                  <a:latin typeface="Arial"/>
                  <a:ea typeface="Arial"/>
                  <a:cs typeface="Arial"/>
                  <a:sym typeface="Arial"/>
                </a:rPr>
                <a:t> de la </a:t>
              </a:r>
              <a:r>
                <a:rPr lang="en-US" sz="1400" b="0" i="0" u="none" dirty="0" err="1">
                  <a:solidFill>
                    <a:schemeClr val="accent2"/>
                  </a:solidFill>
                  <a:latin typeface="Arial"/>
                  <a:ea typeface="Arial"/>
                  <a:cs typeface="Arial"/>
                  <a:sym typeface="Arial"/>
                </a:rPr>
                <a:t>Estrategia</a:t>
              </a:r>
              <a:endParaRPr dirty="0"/>
            </a:p>
            <a:p>
              <a:pPr marL="0" marR="0" lvl="0" indent="0" algn="ctr" rtl="0">
                <a:lnSpc>
                  <a:spcPct val="100000"/>
                </a:lnSpc>
                <a:spcBef>
                  <a:spcPts val="0"/>
                </a:spcBef>
                <a:spcAft>
                  <a:spcPts val="0"/>
                </a:spcAft>
                <a:buClr>
                  <a:schemeClr val="accent2"/>
                </a:buClr>
                <a:buSzPts val="1400"/>
                <a:buFont typeface="Arial"/>
                <a:buNone/>
              </a:pPr>
              <a:r>
                <a:rPr lang="en-US" sz="1400" b="0" i="0" u="none" dirty="0">
                  <a:solidFill>
                    <a:schemeClr val="accent2"/>
                  </a:solidFill>
                  <a:latin typeface="Arial"/>
                  <a:ea typeface="Arial"/>
                  <a:cs typeface="Arial"/>
                  <a:sym typeface="Arial"/>
                </a:rPr>
                <a:t>de Negocios.</a:t>
              </a:r>
              <a:endParaRPr dirty="0"/>
            </a:p>
          </p:txBody>
        </p:sp>
        <p:sp>
          <p:nvSpPr>
            <p:cNvPr id="296" name="Google Shape;296;p24"/>
            <p:cNvSpPr txBox="1"/>
            <p:nvPr/>
          </p:nvSpPr>
          <p:spPr>
            <a:xfrm>
              <a:off x="4371" y="1801"/>
              <a:ext cx="1137" cy="324"/>
            </a:xfrm>
            <a:prstGeom prst="rect">
              <a:avLst/>
            </a:prstGeom>
            <a:noFill/>
            <a:ln>
              <a:noFill/>
            </a:ln>
          </p:spPr>
          <p:txBody>
            <a:bodyPr spcFirstLastPara="1" wrap="square" lIns="87300" tIns="44450" rIns="87300" bIns="4445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Análisis del Impacto </a:t>
              </a:r>
              <a:endParaRPr/>
            </a:p>
            <a:p>
              <a:pPr marL="0" marR="0" lvl="0" indent="0" algn="ctr"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Tecnológico</a:t>
              </a:r>
              <a:endParaRPr/>
            </a:p>
          </p:txBody>
        </p:sp>
        <p:sp>
          <p:nvSpPr>
            <p:cNvPr id="297" name="Google Shape;297;p24"/>
            <p:cNvSpPr txBox="1"/>
            <p:nvPr/>
          </p:nvSpPr>
          <p:spPr>
            <a:xfrm>
              <a:off x="4376" y="2120"/>
              <a:ext cx="1293" cy="324"/>
            </a:xfrm>
            <a:prstGeom prst="rect">
              <a:avLst/>
            </a:prstGeom>
            <a:noFill/>
            <a:ln>
              <a:noFill/>
            </a:ln>
          </p:spPr>
          <p:txBody>
            <a:bodyPr spcFirstLastPara="1" wrap="square" lIns="87300" tIns="44450" rIns="87300" bIns="4445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dirty="0" err="1">
                  <a:solidFill>
                    <a:schemeClr val="dk1"/>
                  </a:solidFill>
                  <a:latin typeface="Arial"/>
                  <a:ea typeface="Arial"/>
                  <a:cs typeface="Arial"/>
                  <a:sym typeface="Arial"/>
                </a:rPr>
                <a:t>Análisis</a:t>
              </a:r>
              <a:r>
                <a:rPr lang="en-US" sz="1400" b="0" i="0" u="none" dirty="0">
                  <a:solidFill>
                    <a:schemeClr val="dk1"/>
                  </a:solidFill>
                  <a:latin typeface="Arial"/>
                  <a:ea typeface="Arial"/>
                  <a:cs typeface="Arial"/>
                  <a:sym typeface="Arial"/>
                </a:rPr>
                <a:t> de </a:t>
              </a:r>
              <a:r>
                <a:rPr lang="en-US" sz="1400" b="0" i="0" u="none" dirty="0" err="1">
                  <a:solidFill>
                    <a:schemeClr val="dk1"/>
                  </a:solidFill>
                  <a:latin typeface="Arial"/>
                  <a:ea typeface="Arial"/>
                  <a:cs typeface="Arial"/>
                  <a:sym typeface="Arial"/>
                </a:rPr>
                <a:t>los</a:t>
              </a:r>
              <a:r>
                <a:rPr lang="en-US" sz="1400" b="0" i="0" u="none" dirty="0">
                  <a:solidFill>
                    <a:schemeClr val="dk1"/>
                  </a:solidFill>
                  <a:latin typeface="Arial"/>
                  <a:ea typeface="Arial"/>
                  <a:cs typeface="Arial"/>
                  <a:sym typeface="Arial"/>
                </a:rPr>
                <a:t> </a:t>
              </a:r>
              <a:r>
                <a:rPr lang="en-US" sz="1400" b="0" i="0" u="none" dirty="0" err="1">
                  <a:solidFill>
                    <a:schemeClr val="dk1"/>
                  </a:solidFill>
                  <a:latin typeface="Arial"/>
                  <a:ea typeface="Arial"/>
                  <a:cs typeface="Arial"/>
                  <a:sym typeface="Arial"/>
                </a:rPr>
                <a:t>Factores</a:t>
              </a:r>
              <a:endParaRPr dirty="0"/>
            </a:p>
            <a:p>
              <a:pPr marL="0" marR="0" lvl="0" indent="0" algn="ctr" rtl="0">
                <a:lnSpc>
                  <a:spcPct val="100000"/>
                </a:lnSpc>
                <a:spcBef>
                  <a:spcPts val="0"/>
                </a:spcBef>
                <a:spcAft>
                  <a:spcPts val="0"/>
                </a:spcAft>
                <a:buClr>
                  <a:schemeClr val="dk1"/>
                </a:buClr>
                <a:buSzPts val="1400"/>
                <a:buFont typeface="Arial"/>
                <a:buNone/>
              </a:pPr>
              <a:r>
                <a:rPr lang="en-US" sz="1400" b="0" i="0" u="none" dirty="0" err="1">
                  <a:solidFill>
                    <a:schemeClr val="dk1"/>
                  </a:solidFill>
                  <a:latin typeface="Arial"/>
                  <a:ea typeface="Arial"/>
                  <a:cs typeface="Arial"/>
                  <a:sym typeface="Arial"/>
                </a:rPr>
                <a:t>Críticos</a:t>
              </a:r>
              <a:r>
                <a:rPr lang="en-US" sz="1400" b="0" i="0" u="none" dirty="0">
                  <a:solidFill>
                    <a:schemeClr val="dk1"/>
                  </a:solidFill>
                  <a:latin typeface="Arial"/>
                  <a:ea typeface="Arial"/>
                  <a:cs typeface="Arial"/>
                  <a:sym typeface="Arial"/>
                </a:rPr>
                <a:t> de </a:t>
              </a:r>
              <a:r>
                <a:rPr lang="en-US" sz="1400" b="0" i="0" u="none" dirty="0" err="1">
                  <a:solidFill>
                    <a:schemeClr val="dk1"/>
                  </a:solidFill>
                  <a:latin typeface="Arial"/>
                  <a:ea typeface="Arial"/>
                  <a:cs typeface="Arial"/>
                  <a:sym typeface="Arial"/>
                </a:rPr>
                <a:t>Éxito</a:t>
              </a:r>
              <a:endParaRPr dirty="0"/>
            </a:p>
          </p:txBody>
        </p:sp>
        <p:sp>
          <p:nvSpPr>
            <p:cNvPr id="298" name="Google Shape;298;p24"/>
            <p:cNvSpPr txBox="1"/>
            <p:nvPr/>
          </p:nvSpPr>
          <p:spPr>
            <a:xfrm>
              <a:off x="4375" y="2439"/>
              <a:ext cx="1230" cy="324"/>
            </a:xfrm>
            <a:prstGeom prst="rect">
              <a:avLst/>
            </a:prstGeom>
            <a:noFill/>
            <a:ln>
              <a:noFill/>
            </a:ln>
          </p:spPr>
          <p:txBody>
            <a:bodyPr spcFirstLastPara="1" wrap="square" lIns="87300" tIns="44450" rIns="87300" bIns="4445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Análisis de </a:t>
              </a:r>
              <a:endParaRPr/>
            </a:p>
            <a:p>
              <a:pPr marL="0" marR="0" lvl="0" indent="0" algn="ctr"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Objetivos y Problemas</a:t>
              </a:r>
              <a:endParaRPr/>
            </a:p>
          </p:txBody>
        </p:sp>
      </p:grpSp>
      <p:grpSp>
        <p:nvGrpSpPr>
          <p:cNvPr id="299" name="Google Shape;299;p24"/>
          <p:cNvGrpSpPr/>
          <p:nvPr/>
        </p:nvGrpSpPr>
        <p:grpSpPr>
          <a:xfrm>
            <a:off x="5949950" y="4672012"/>
            <a:ext cx="3101975" cy="1079500"/>
            <a:chOff x="3748" y="2943"/>
            <a:chExt cx="1954" cy="680"/>
          </a:xfrm>
        </p:grpSpPr>
        <p:sp>
          <p:nvSpPr>
            <p:cNvPr id="300" name="Google Shape;300;p24"/>
            <p:cNvSpPr/>
            <p:nvPr/>
          </p:nvSpPr>
          <p:spPr>
            <a:xfrm>
              <a:off x="3748" y="2982"/>
              <a:ext cx="585" cy="83"/>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301" name="Google Shape;301;p24"/>
            <p:cNvSpPr/>
            <p:nvPr/>
          </p:nvSpPr>
          <p:spPr>
            <a:xfrm>
              <a:off x="3748" y="3318"/>
              <a:ext cx="585" cy="83"/>
            </a:xfrm>
            <a:prstGeom prst="leftArrow">
              <a:avLst>
                <a:gd name="adj1" fmla="val 10799"/>
                <a:gd name="adj2" fmla="val 50000"/>
              </a:avLst>
            </a:prstGeom>
            <a:solidFill>
              <a:schemeClr val="dk2"/>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302" name="Google Shape;302;p24"/>
            <p:cNvSpPr txBox="1"/>
            <p:nvPr/>
          </p:nvSpPr>
          <p:spPr>
            <a:xfrm>
              <a:off x="4370" y="2943"/>
              <a:ext cx="1024" cy="344"/>
            </a:xfrm>
            <a:prstGeom prst="rect">
              <a:avLst/>
            </a:prstGeom>
            <a:noFill/>
            <a:ln>
              <a:noFill/>
            </a:ln>
          </p:spPr>
          <p:txBody>
            <a:bodyPr spcFirstLastPara="1" wrap="square" lIns="87300" tIns="44450" rIns="87300" bIns="44450" anchor="t" anchorCtr="0">
              <a:spAutoFit/>
            </a:bodyPr>
            <a:lstStyle/>
            <a:p>
              <a:pPr marL="0" marR="0" lvl="0" indent="0" algn="l" rtl="0">
                <a:lnSpc>
                  <a:spcPct val="100000"/>
                </a:lnSpc>
                <a:spcBef>
                  <a:spcPts val="0"/>
                </a:spcBef>
                <a:spcAft>
                  <a:spcPts val="0"/>
                </a:spcAft>
                <a:buClr>
                  <a:schemeClr val="dk1"/>
                </a:buClr>
                <a:buSzPts val="1500"/>
                <a:buFont typeface="Arial"/>
                <a:buNone/>
              </a:pPr>
              <a:r>
                <a:rPr lang="en-US" sz="1500" b="0" i="0" u="none" dirty="0" err="1">
                  <a:solidFill>
                    <a:schemeClr val="dk1"/>
                  </a:solidFill>
                  <a:latin typeface="Arial"/>
                  <a:ea typeface="Arial"/>
                  <a:cs typeface="Arial"/>
                  <a:sym typeface="Arial"/>
                </a:rPr>
                <a:t>Modelo</a:t>
              </a:r>
              <a:r>
                <a:rPr lang="en-US" sz="1500" b="0" i="0" u="none" dirty="0">
                  <a:solidFill>
                    <a:schemeClr val="dk1"/>
                  </a:solidFill>
                  <a:latin typeface="Arial"/>
                  <a:ea typeface="Arial"/>
                  <a:cs typeface="Arial"/>
                  <a:sym typeface="Arial"/>
                </a:rPr>
                <a:t> de </a:t>
              </a:r>
              <a:endParaRPr dirty="0"/>
            </a:p>
            <a:p>
              <a:pPr marL="0" marR="0" lvl="0" indent="0" algn="l" rtl="0">
                <a:lnSpc>
                  <a:spcPct val="100000"/>
                </a:lnSpc>
                <a:spcBef>
                  <a:spcPts val="0"/>
                </a:spcBef>
                <a:spcAft>
                  <a:spcPts val="0"/>
                </a:spcAft>
                <a:buClr>
                  <a:schemeClr val="dk1"/>
                </a:buClr>
                <a:buSzPts val="1500"/>
                <a:buFont typeface="Arial"/>
                <a:buNone/>
              </a:pPr>
              <a:r>
                <a:rPr lang="en-US" sz="1500" b="0" i="0" u="none" dirty="0" err="1">
                  <a:solidFill>
                    <a:schemeClr val="dk1"/>
                  </a:solidFill>
                  <a:latin typeface="Arial"/>
                  <a:ea typeface="Arial"/>
                  <a:cs typeface="Arial"/>
                  <a:sym typeface="Arial"/>
                </a:rPr>
                <a:t>Entidad-Relación</a:t>
              </a:r>
              <a:endParaRPr dirty="0"/>
            </a:p>
          </p:txBody>
        </p:sp>
        <p:sp>
          <p:nvSpPr>
            <p:cNvPr id="303" name="Google Shape;303;p24"/>
            <p:cNvSpPr txBox="1"/>
            <p:nvPr/>
          </p:nvSpPr>
          <p:spPr>
            <a:xfrm>
              <a:off x="4378" y="3279"/>
              <a:ext cx="1324" cy="344"/>
            </a:xfrm>
            <a:prstGeom prst="rect">
              <a:avLst/>
            </a:prstGeom>
            <a:noFill/>
            <a:ln>
              <a:noFill/>
            </a:ln>
          </p:spPr>
          <p:txBody>
            <a:bodyPr spcFirstLastPara="1" wrap="square" lIns="87300" tIns="44450" rIns="87300" bIns="44450" anchor="t" anchorCtr="0">
              <a:spAutoFit/>
            </a:bodyPr>
            <a:lstStyle/>
            <a:p>
              <a:pPr marL="0" marR="0" lvl="0" indent="0" algn="l" rtl="0">
                <a:lnSpc>
                  <a:spcPct val="100000"/>
                </a:lnSpc>
                <a:spcBef>
                  <a:spcPts val="0"/>
                </a:spcBef>
                <a:spcAft>
                  <a:spcPts val="0"/>
                </a:spcAft>
                <a:buClr>
                  <a:schemeClr val="dk1"/>
                </a:buClr>
                <a:buSzPts val="1500"/>
                <a:buFont typeface="Arial"/>
                <a:buNone/>
              </a:pPr>
              <a:r>
                <a:rPr lang="en-US" sz="1500" b="0" i="0" u="none">
                  <a:solidFill>
                    <a:schemeClr val="dk1"/>
                  </a:solidFill>
                  <a:latin typeface="Arial"/>
                  <a:ea typeface="Arial"/>
                  <a:cs typeface="Arial"/>
                  <a:sym typeface="Arial"/>
                </a:rPr>
                <a:t>Identificación de</a:t>
              </a:r>
              <a:endParaRPr/>
            </a:p>
            <a:p>
              <a:pPr marL="0" marR="0" lvl="0" indent="0" algn="l" rtl="0">
                <a:lnSpc>
                  <a:spcPct val="100000"/>
                </a:lnSpc>
                <a:spcBef>
                  <a:spcPts val="0"/>
                </a:spcBef>
                <a:spcAft>
                  <a:spcPts val="0"/>
                </a:spcAft>
                <a:buClr>
                  <a:schemeClr val="dk1"/>
                </a:buClr>
                <a:buSzPts val="1500"/>
                <a:buFont typeface="Arial"/>
                <a:buNone/>
              </a:pPr>
              <a:r>
                <a:rPr lang="en-US" sz="1500" b="0" i="0" u="none">
                  <a:solidFill>
                    <a:schemeClr val="dk1"/>
                  </a:solidFill>
                  <a:latin typeface="Arial"/>
                  <a:ea typeface="Arial"/>
                  <a:cs typeface="Arial"/>
                  <a:sym typeface="Arial"/>
                </a:rPr>
                <a:t>Funciones y Entidades</a:t>
              </a:r>
              <a:endParaRPr/>
            </a:p>
          </p:txBody>
        </p:sp>
      </p:grpSp>
      <p:sp>
        <p:nvSpPr>
          <p:cNvPr id="304" name="Google Shape;304;p24"/>
          <p:cNvSpPr txBox="1"/>
          <p:nvPr/>
        </p:nvSpPr>
        <p:spPr>
          <a:xfrm>
            <a:off x="2290762" y="1706562"/>
            <a:ext cx="4789487" cy="396875"/>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2"/>
              </a:buClr>
              <a:buSzPts val="2000"/>
              <a:buFont typeface="Tahoma"/>
              <a:buNone/>
            </a:pPr>
            <a:r>
              <a:rPr lang="en-US" sz="2000" b="0" i="1" u="none">
                <a:solidFill>
                  <a:schemeClr val="dk2"/>
                </a:solidFill>
                <a:latin typeface="Tahoma"/>
                <a:ea typeface="Tahoma"/>
                <a:cs typeface="Tahoma"/>
                <a:sym typeface="Tahoma"/>
              </a:rPr>
              <a:t>Planeamiento de Información Estratégica</a:t>
            </a:r>
            <a:endParaRPr/>
          </a:p>
        </p:txBody>
      </p:sp>
      <p:sp>
        <p:nvSpPr>
          <p:cNvPr id="305" name="Google Shape;305;p24"/>
          <p:cNvSpPr txBox="1"/>
          <p:nvPr/>
        </p:nvSpPr>
        <p:spPr>
          <a:xfrm>
            <a:off x="1219200" y="228600"/>
            <a:ext cx="7772400" cy="1066800"/>
          </a:xfrm>
          <a:prstGeom prst="rect">
            <a:avLst/>
          </a:prstGeom>
          <a:noFill/>
          <a:ln>
            <a:noFill/>
          </a:ln>
        </p:spPr>
        <p:txBody>
          <a:bodyPr spcFirstLastPara="1" wrap="square" lIns="92075" tIns="46025" rIns="92075" bIns="46025" anchor="b" anchorCtr="0">
            <a:noAutofit/>
          </a:bodyPr>
          <a:lstStyle/>
          <a:p>
            <a:pPr marL="0" marR="0" lvl="0" indent="0" algn="l" rtl="0">
              <a:lnSpc>
                <a:spcPct val="100000"/>
              </a:lnSpc>
              <a:spcBef>
                <a:spcPts val="0"/>
              </a:spcBef>
              <a:spcAft>
                <a:spcPts val="0"/>
              </a:spcAft>
              <a:buClr>
                <a:schemeClr val="dk2"/>
              </a:buClr>
              <a:buSzPts val="4400"/>
              <a:buFont typeface="Tahoma"/>
              <a:buNone/>
            </a:pPr>
            <a:r>
              <a:rPr lang="en-US" sz="4400" b="0" i="0" u="none" dirty="0" err="1">
                <a:solidFill>
                  <a:schemeClr val="dk2"/>
                </a:solidFill>
                <a:latin typeface="Tahoma"/>
                <a:ea typeface="Tahoma"/>
                <a:cs typeface="Tahoma"/>
                <a:sym typeface="Tahoma"/>
              </a:rPr>
              <a:t>Planeamiento</a:t>
            </a:r>
            <a:r>
              <a:rPr lang="en-US" sz="4400" b="0" i="0" u="none" dirty="0">
                <a:solidFill>
                  <a:schemeClr val="dk2"/>
                </a:solidFill>
                <a:latin typeface="Tahoma"/>
                <a:ea typeface="Tahoma"/>
                <a:cs typeface="Tahoma"/>
                <a:sym typeface="Tahoma"/>
              </a:rPr>
              <a:t> de Sistemas</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0"/>
        <p:cNvGrpSpPr/>
        <p:nvPr/>
      </p:nvGrpSpPr>
      <p:grpSpPr>
        <a:xfrm>
          <a:off x="0" y="0"/>
          <a:ext cx="0" cy="0"/>
          <a:chOff x="0" y="0"/>
          <a:chExt cx="0" cy="0"/>
        </a:xfrm>
      </p:grpSpPr>
      <p:sp>
        <p:nvSpPr>
          <p:cNvPr id="314" name="Google Shape;314;p25"/>
          <p:cNvSpPr txBox="1">
            <a:spLocks noGrp="1"/>
          </p:cNvSpPr>
          <p:nvPr>
            <p:ph type="title"/>
          </p:nvPr>
        </p:nvSpPr>
        <p:spPr>
          <a:xfrm>
            <a:off x="324082" y="157163"/>
            <a:ext cx="6961936" cy="1324677"/>
          </a:xfrm>
          <a:prstGeom prst="rect">
            <a:avLst/>
          </a:prstGeom>
          <a:noFill/>
          <a:ln>
            <a:noFill/>
          </a:ln>
        </p:spPr>
        <p:txBody>
          <a:bodyPr spcFirstLastPara="1" wrap="square" lIns="92075" tIns="46025" rIns="92075" bIns="46025" anchor="b" anchorCtr="0">
            <a:noAutofit/>
          </a:bodyPr>
          <a:lstStyle/>
          <a:p>
            <a:pPr algn="ctr" rtl="0">
              <a:buClr>
                <a:schemeClr val="dk2"/>
              </a:buClr>
              <a:buSzPts val="4400"/>
              <a:buFont typeface="Tahoma"/>
            </a:pPr>
            <a:r>
              <a:rPr lang="en-US" sz="2800" b="0" dirty="0" err="1">
                <a:latin typeface="Tahoma"/>
                <a:ea typeface="Tahoma"/>
                <a:cs typeface="Tahoma"/>
                <a:sym typeface="Tahoma"/>
              </a:rPr>
              <a:t>Planificacion</a:t>
            </a:r>
            <a:r>
              <a:rPr lang="en-US" sz="2800" b="0" dirty="0">
                <a:latin typeface="Tahoma"/>
                <a:ea typeface="Tahoma"/>
                <a:cs typeface="Tahoma"/>
                <a:sym typeface="Tahoma"/>
              </a:rPr>
              <a:t> y </a:t>
            </a:r>
            <a:r>
              <a:rPr lang="en-US" sz="2800" b="0" dirty="0" err="1">
                <a:latin typeface="Tahoma"/>
                <a:ea typeface="Tahoma"/>
                <a:cs typeface="Tahoma"/>
                <a:sym typeface="Tahoma"/>
              </a:rPr>
              <a:t>pruebas</a:t>
            </a:r>
            <a:r>
              <a:rPr lang="en-US" sz="2800" b="0" dirty="0">
                <a:latin typeface="Tahoma"/>
                <a:ea typeface="Tahoma"/>
                <a:cs typeface="Tahoma"/>
                <a:sym typeface="Tahoma"/>
              </a:rPr>
              <a:t> de Sistemas - software</a:t>
            </a:r>
            <a:endParaRPr sz="2800" b="0" dirty="0">
              <a:latin typeface="Tahoma"/>
              <a:ea typeface="Tahoma"/>
              <a:cs typeface="Tahoma"/>
            </a:endParaRPr>
          </a:p>
        </p:txBody>
      </p:sp>
      <p:sp>
        <p:nvSpPr>
          <p:cNvPr id="312" name="Google Shape;312;p25"/>
          <p:cNvSpPr txBox="1">
            <a:spLocks noGrp="1"/>
          </p:cNvSpPr>
          <p:nvPr>
            <p:ph type="body" idx="1"/>
          </p:nvPr>
        </p:nvSpPr>
        <p:spPr>
          <a:xfrm>
            <a:off x="118818" y="2318634"/>
            <a:ext cx="6739182" cy="41148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rgbClr val="EEF2C5"/>
              </a:buClr>
              <a:buSzPts val="1320"/>
              <a:buFont typeface="Arial"/>
              <a:buChar char="●"/>
            </a:pPr>
            <a:r>
              <a:rPr lang="en-US" sz="2200" b="0" i="0" u="none" dirty="0">
                <a:solidFill>
                  <a:schemeClr val="dk2"/>
                </a:solidFill>
                <a:latin typeface="Tahoma"/>
                <a:ea typeface="Tahoma"/>
                <a:cs typeface="Tahoma"/>
                <a:sym typeface="Tahoma"/>
              </a:rPr>
              <a:t>Formular </a:t>
            </a:r>
            <a:r>
              <a:rPr lang="en-US" sz="2200" b="0" i="0" u="none" dirty="0" err="1">
                <a:solidFill>
                  <a:schemeClr val="dk2"/>
                </a:solidFill>
                <a:latin typeface="Tahoma"/>
                <a:ea typeface="Tahoma"/>
                <a:cs typeface="Tahoma"/>
                <a:sym typeface="Tahoma"/>
              </a:rPr>
              <a:t>una</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visión</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estratégica</a:t>
            </a:r>
            <a:r>
              <a:rPr lang="en-US" sz="2200" b="0" i="0" u="none" dirty="0">
                <a:solidFill>
                  <a:schemeClr val="dk2"/>
                </a:solidFill>
                <a:latin typeface="Tahoma"/>
                <a:ea typeface="Tahoma"/>
                <a:cs typeface="Tahoma"/>
                <a:sym typeface="Tahoma"/>
              </a:rPr>
              <a:t> del </a:t>
            </a:r>
            <a:r>
              <a:rPr lang="en-US" sz="2200" b="0" i="0" u="none" dirty="0" err="1">
                <a:solidFill>
                  <a:schemeClr val="dk2"/>
                </a:solidFill>
                <a:latin typeface="Tahoma"/>
                <a:ea typeface="Tahoma"/>
                <a:cs typeface="Tahoma"/>
                <a:sym typeface="Tahoma"/>
              </a:rPr>
              <a:t>negocio</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a:solidFill>
                  <a:schemeClr val="dk2"/>
                </a:solidFill>
                <a:latin typeface="Tahoma"/>
                <a:ea typeface="Tahoma"/>
                <a:cs typeface="Tahoma"/>
                <a:sym typeface="Tahoma"/>
              </a:rPr>
              <a:t>Crear </a:t>
            </a:r>
            <a:r>
              <a:rPr lang="en-US" sz="2200" b="0" i="0" u="none" dirty="0" err="1">
                <a:solidFill>
                  <a:schemeClr val="dk2"/>
                </a:solidFill>
                <a:latin typeface="Tahoma"/>
                <a:ea typeface="Tahoma"/>
                <a:cs typeface="Tahoma"/>
                <a:sym typeface="Tahoma"/>
              </a:rPr>
              <a:t>una</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visión</a:t>
            </a:r>
            <a:r>
              <a:rPr lang="en-US" sz="2200" b="0" i="0" u="none" dirty="0">
                <a:solidFill>
                  <a:schemeClr val="dk2"/>
                </a:solidFill>
                <a:latin typeface="Tahoma"/>
                <a:ea typeface="Tahoma"/>
                <a:cs typeface="Tahoma"/>
                <a:sym typeface="Tahoma"/>
              </a:rPr>
              <a:t> general del </a:t>
            </a:r>
            <a:r>
              <a:rPr lang="en-US" sz="2200" b="0" i="0" u="none" dirty="0" err="1">
                <a:solidFill>
                  <a:schemeClr val="dk2"/>
                </a:solidFill>
                <a:latin typeface="Tahoma"/>
                <a:ea typeface="Tahoma"/>
                <a:cs typeface="Tahoma"/>
                <a:sym typeface="Tahoma"/>
              </a:rPr>
              <a:t>modelo</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Entidad-Relación</a:t>
            </a:r>
            <a:r>
              <a:rPr lang="en-US" sz="2200" b="0" i="0" u="none" dirty="0">
                <a:solidFill>
                  <a:schemeClr val="dk2"/>
                </a:solidFill>
                <a:latin typeface="Tahoma"/>
                <a:ea typeface="Tahoma"/>
                <a:cs typeface="Tahoma"/>
                <a:sym typeface="Tahoma"/>
              </a:rPr>
              <a:t> de la </a:t>
            </a:r>
            <a:r>
              <a:rPr lang="en-US" sz="2200" b="0" i="0" u="none" dirty="0" err="1">
                <a:solidFill>
                  <a:schemeClr val="dk2"/>
                </a:solidFill>
                <a:latin typeface="Tahoma"/>
                <a:ea typeface="Tahoma"/>
                <a:cs typeface="Tahoma"/>
                <a:sym typeface="Tahoma"/>
              </a:rPr>
              <a:t>empresa</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Analizar</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los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factores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tecnológicos</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Analizar</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los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factores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críticos</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éxito</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Analizar</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los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objetivos</a:t>
            </a:r>
            <a:r>
              <a:rPr lang="en-US" sz="2200" b="0" i="0" u="none" dirty="0">
                <a:solidFill>
                  <a:schemeClr val="dk2"/>
                </a:solidFill>
                <a:latin typeface="Tahoma"/>
                <a:ea typeface="Tahoma"/>
                <a:cs typeface="Tahoma"/>
                <a:sym typeface="Tahoma"/>
              </a:rPr>
              <a:t> y </a:t>
            </a:r>
            <a:r>
              <a:rPr lang="en-US" sz="2200" b="0" i="0" u="none" dirty="0" err="1">
                <a:solidFill>
                  <a:schemeClr val="dk2"/>
                </a:solidFill>
                <a:latin typeface="Tahoma"/>
                <a:ea typeface="Tahoma"/>
                <a:cs typeface="Tahoma"/>
                <a:sym typeface="Tahoma"/>
              </a:rPr>
              <a:t>problemas</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Refinar</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el</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modelo</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Entidad-Relación</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Identificar</a:t>
            </a:r>
            <a:r>
              <a:rPr lang="en-US" sz="2200" b="0" i="0" u="none" dirty="0">
                <a:solidFill>
                  <a:schemeClr val="dk2"/>
                </a:solidFill>
                <a:latin typeface="Tahoma"/>
                <a:ea typeface="Tahoma"/>
                <a:cs typeface="Tahoma"/>
                <a:sym typeface="Tahoma"/>
              </a:rPr>
              <a:t> las </a:t>
            </a:r>
            <a:r>
              <a:rPr lang="en-US" sz="2200" b="0" i="0" u="none" dirty="0" err="1">
                <a:solidFill>
                  <a:schemeClr val="dk2"/>
                </a:solidFill>
                <a:latin typeface="Tahoma"/>
                <a:ea typeface="Tahoma"/>
                <a:cs typeface="Tahoma"/>
                <a:sym typeface="Tahoma"/>
              </a:rPr>
              <a:t>entidades</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en</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áreas</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negocio</a:t>
            </a:r>
            <a:r>
              <a:rPr lang="en-US" sz="2200" b="0" i="0" u="none" dirty="0">
                <a:solidFill>
                  <a:schemeClr val="dk2"/>
                </a:solidFill>
                <a:latin typeface="Tahoma"/>
                <a:ea typeface="Tahoma"/>
                <a:cs typeface="Tahoma"/>
                <a:sym typeface="Tahoma"/>
              </a:rPr>
              <a:t>.</a:t>
            </a:r>
            <a:endParaRPr dirty="0"/>
          </a:p>
          <a:p>
            <a:pPr marL="342900" marR="0" lvl="0" indent="-342900" algn="l" rtl="0">
              <a:lnSpc>
                <a:spcPct val="100000"/>
              </a:lnSpc>
              <a:spcBef>
                <a:spcPts val="550"/>
              </a:spcBef>
              <a:spcAft>
                <a:spcPts val="0"/>
              </a:spcAft>
              <a:buClr>
                <a:srgbClr val="EEF2C5"/>
              </a:buClr>
              <a:buSzPts val="1320"/>
              <a:buFont typeface="Arial"/>
              <a:buChar char="●"/>
            </a:pPr>
            <a:r>
              <a:rPr lang="en-US" sz="2200" b="0" i="0" u="none" dirty="0" err="1">
                <a:solidFill>
                  <a:schemeClr val="dk2"/>
                </a:solidFill>
                <a:latin typeface="Tahoma"/>
                <a:ea typeface="Tahoma"/>
                <a:cs typeface="Tahoma"/>
                <a:sym typeface="Tahoma"/>
              </a:rPr>
              <a:t>Establecer</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prioridades</a:t>
            </a:r>
            <a:r>
              <a:rPr lang="en-US" sz="2200" b="0" i="0" u="none" dirty="0">
                <a:solidFill>
                  <a:schemeClr val="dk2"/>
                </a:solidFill>
                <a:latin typeface="Tahoma"/>
                <a:ea typeface="Tahoma"/>
                <a:cs typeface="Tahoma"/>
                <a:sym typeface="Tahoma"/>
              </a:rPr>
              <a:t> para </a:t>
            </a:r>
            <a:r>
              <a:rPr lang="en-US" sz="2200" b="0" i="0" u="none" dirty="0" err="1">
                <a:solidFill>
                  <a:schemeClr val="dk2"/>
                </a:solidFill>
                <a:latin typeface="Tahoma"/>
                <a:ea typeface="Tahoma"/>
                <a:cs typeface="Tahoma"/>
                <a:sym typeface="Tahoma"/>
              </a:rPr>
              <a:t>el</a:t>
            </a:r>
            <a:r>
              <a:rPr lang="en-US" sz="2200" b="0" i="0" u="none" dirty="0">
                <a:solidFill>
                  <a:schemeClr val="dk2"/>
                </a:solidFill>
                <a:latin typeface="Tahoma"/>
                <a:ea typeface="Tahoma"/>
                <a:cs typeface="Tahoma"/>
                <a:sym typeface="Tahoma"/>
              </a:rPr>
              <a:t> </a:t>
            </a:r>
            <a:r>
              <a:rPr lang="en-US" sz="2200" b="0" i="0" u="none" dirty="0" err="1">
                <a:solidFill>
                  <a:schemeClr val="dk2"/>
                </a:solidFill>
                <a:latin typeface="Tahoma"/>
                <a:ea typeface="Tahoma"/>
                <a:cs typeface="Tahoma"/>
                <a:sym typeface="Tahoma"/>
              </a:rPr>
              <a:t>análisis</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áreas</a:t>
            </a:r>
            <a:r>
              <a:rPr lang="en-US" sz="2200" b="0" i="0" u="none" dirty="0">
                <a:solidFill>
                  <a:schemeClr val="dk2"/>
                </a:solidFill>
                <a:latin typeface="Tahoma"/>
                <a:ea typeface="Tahoma"/>
                <a:cs typeface="Tahoma"/>
                <a:sym typeface="Tahoma"/>
              </a:rPr>
              <a:t> de </a:t>
            </a:r>
            <a:r>
              <a:rPr lang="en-US" sz="2200" b="0" i="0" u="none" dirty="0" err="1">
                <a:solidFill>
                  <a:schemeClr val="dk2"/>
                </a:solidFill>
                <a:latin typeface="Tahoma"/>
                <a:ea typeface="Tahoma"/>
                <a:cs typeface="Tahoma"/>
                <a:sym typeface="Tahoma"/>
              </a:rPr>
              <a:t>negocio</a:t>
            </a:r>
            <a:r>
              <a:rPr lang="en-US" sz="2200" b="0" i="0" u="none" dirty="0">
                <a:solidFill>
                  <a:schemeClr val="dk2"/>
                </a:solidFill>
                <a:latin typeface="Tahoma"/>
                <a:ea typeface="Tahoma"/>
                <a:cs typeface="Tahoma"/>
                <a:sym typeface="Tahoma"/>
              </a:rPr>
              <a:t>.</a:t>
            </a:r>
            <a:endParaRPr dirty="0"/>
          </a:p>
        </p:txBody>
      </p:sp>
      <p:sp>
        <p:nvSpPr>
          <p:cNvPr id="311" name="Google Shape;311;p2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fld id="{00000000-1234-1234-1234-123412341234}" type="slidenum">
              <a:rPr lang="en-US" sz="2400" b="0" i="0" u="none">
                <a:solidFill>
                  <a:schemeClr val="dk1"/>
                </a:solidFill>
                <a:latin typeface="Times New Roman"/>
                <a:ea typeface="Times New Roman"/>
                <a:cs typeface="Times New Roman"/>
                <a:sym typeface="Times New Roman"/>
              </a:rPr>
              <a:t>53</a:t>
            </a:fld>
            <a:endParaRPr/>
          </a:p>
        </p:txBody>
      </p:sp>
      <p:sp>
        <p:nvSpPr>
          <p:cNvPr id="313" name="Google Shape;313;p25"/>
          <p:cNvSpPr txBox="1"/>
          <p:nvPr/>
        </p:nvSpPr>
        <p:spPr>
          <a:xfrm>
            <a:off x="324081" y="1693862"/>
            <a:ext cx="5016500" cy="41275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2"/>
              </a:buClr>
              <a:buSzPts val="2100"/>
              <a:buFont typeface="Tahoma"/>
              <a:buNone/>
            </a:pPr>
            <a:r>
              <a:rPr lang="en-US" sz="2100" b="0" i="1" u="none" dirty="0" err="1">
                <a:solidFill>
                  <a:schemeClr val="dk2"/>
                </a:solidFill>
                <a:latin typeface="Tahoma"/>
                <a:ea typeface="Tahoma"/>
                <a:cs typeface="Tahoma"/>
                <a:sym typeface="Tahoma"/>
              </a:rPr>
              <a:t>Planeamiento</a:t>
            </a:r>
            <a:r>
              <a:rPr lang="en-US" sz="2100" b="0" i="1" u="none" dirty="0">
                <a:solidFill>
                  <a:schemeClr val="dk2"/>
                </a:solidFill>
                <a:latin typeface="Tahoma"/>
                <a:ea typeface="Tahoma"/>
                <a:cs typeface="Tahoma"/>
                <a:sym typeface="Tahoma"/>
              </a:rPr>
              <a:t> de </a:t>
            </a:r>
            <a:r>
              <a:rPr lang="en-US" sz="2100" b="0" i="1" u="none" dirty="0" err="1">
                <a:solidFill>
                  <a:schemeClr val="dk2"/>
                </a:solidFill>
                <a:latin typeface="Tahoma"/>
                <a:ea typeface="Tahoma"/>
                <a:cs typeface="Tahoma"/>
                <a:sym typeface="Tahoma"/>
              </a:rPr>
              <a:t>Información</a:t>
            </a:r>
            <a:r>
              <a:rPr lang="en-US" sz="2100" b="0" i="1" u="none" dirty="0">
                <a:solidFill>
                  <a:schemeClr val="dk2"/>
                </a:solidFill>
                <a:latin typeface="Tahoma"/>
                <a:ea typeface="Tahoma"/>
                <a:cs typeface="Tahoma"/>
                <a:sym typeface="Tahoma"/>
              </a:rPr>
              <a:t> </a:t>
            </a:r>
            <a:r>
              <a:rPr lang="en-US" sz="2100" b="0" i="1" u="none" dirty="0" err="1">
                <a:solidFill>
                  <a:schemeClr val="dk2"/>
                </a:solidFill>
                <a:latin typeface="Tahoma"/>
                <a:ea typeface="Tahoma"/>
                <a:cs typeface="Tahoma"/>
                <a:sym typeface="Tahoma"/>
              </a:rPr>
              <a:t>Estratégica</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955742" y="1671457"/>
            <a:ext cx="3370634" cy="415499"/>
          </a:xfrm>
        </p:spPr>
        <p:txBody>
          <a:bodyPr>
            <a:normAutofit/>
          </a:bodyPr>
          <a:lstStyle/>
          <a:p>
            <a:pPr algn="ctr"/>
            <a:r>
              <a:rPr lang="es-AR" sz="2625" spc="225">
                <a:latin typeface="Amasis MT Pro Medium" panose="02040604050005020304" pitchFamily="18" charset="0"/>
              </a:rPr>
              <a:t>Dudas ?</a:t>
            </a:r>
            <a:endParaRPr lang="en-US" sz="2625" spc="225">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120535" y="2283218"/>
            <a:ext cx="3957374" cy="2695575"/>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1577107" y="5129785"/>
            <a:ext cx="4570784" cy="473206"/>
          </a:xfrm>
          <a:prstGeom prst="rect">
            <a:avLst/>
          </a:prstGeom>
          <a:noFill/>
        </p:spPr>
        <p:txBody>
          <a:bodyPr wrap="square">
            <a:spAutoFit/>
          </a:bodyPr>
          <a:lstStyle/>
          <a:p>
            <a:r>
              <a:rPr lang="en-US" sz="2475" b="1" cap="all" spc="225" err="1">
                <a:solidFill>
                  <a:schemeClr val="accent1">
                    <a:lumMod val="75000"/>
                  </a:schemeClr>
                </a:solidFill>
                <a:latin typeface="Amasis MT Pro Medium" panose="02040604050005020304" pitchFamily="18" charset="0"/>
                <a:ea typeface="+mj-ea"/>
                <a:cs typeface="+mj-cs"/>
              </a:rPr>
              <a:t>Comentarios</a:t>
            </a:r>
            <a:r>
              <a:rPr lang="en-US" sz="2475" b="1" cap="all" spc="225">
                <a:solidFill>
                  <a:schemeClr val="accent1">
                    <a:lumMod val="75000"/>
                  </a:schemeClr>
                </a:solidFill>
                <a:latin typeface="Amasis MT Pro Medium" panose="02040604050005020304" pitchFamily="18" charset="0"/>
                <a:ea typeface="+mj-ea"/>
                <a:cs typeface="+mj-cs"/>
              </a:rPr>
              <a:t>?</a:t>
            </a:r>
            <a:endParaRPr lang="es-AR" sz="2475" b="1" cap="all" spc="225">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4820056" y="3361063"/>
            <a:ext cx="3370634" cy="415499"/>
          </a:xfrm>
          <a:prstGeom prst="rect">
            <a:avLst/>
          </a:prstGeom>
        </p:spPr>
        <p:txBody>
          <a:bodyPr vert="horz" lIns="68580" tIns="34290" rIns="68580" bIns="3429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9975" b="1" spc="225" err="1">
                <a:solidFill>
                  <a:schemeClr val="accent1">
                    <a:lumMod val="75000"/>
                  </a:schemeClr>
                </a:solidFill>
                <a:latin typeface="Amasis MT Pro Medium" panose="02040604050005020304" pitchFamily="18" charset="0"/>
              </a:rPr>
              <a:t>Preguntas</a:t>
            </a:r>
            <a:r>
              <a:rPr lang="en-US" sz="9975" b="1" spc="225">
                <a:solidFill>
                  <a:schemeClr val="accent1">
                    <a:lumMod val="75000"/>
                  </a:schemeClr>
                </a:solidFill>
                <a:latin typeface="Amasis MT Pro Medium" panose="02040604050005020304" pitchFamily="18" charset="0"/>
              </a:rPr>
              <a:t>?</a:t>
            </a:r>
            <a:br>
              <a:rPr lang="en-US" sz="2625" b="1" spc="225">
                <a:latin typeface="Amasis MT Pro Medium" panose="02040604050005020304" pitchFamily="18" charset="0"/>
              </a:rPr>
            </a:br>
            <a:br>
              <a:rPr lang="en-US" sz="2625" b="1" spc="225">
                <a:solidFill>
                  <a:schemeClr val="accent1"/>
                </a:solidFill>
                <a:latin typeface="Amasis MT Pro Medium" panose="02040604050005020304" pitchFamily="18" charset="0"/>
              </a:rPr>
            </a:br>
            <a:endParaRPr lang="en-US" sz="2625" b="1" spc="225">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E482AEE7-04F6-7996-CFE3-C285A1FAC175}"/>
              </a:ext>
            </a:extLst>
          </p:cNvPr>
          <p:cNvSpPr>
            <a:spLocks noGrp="1"/>
          </p:cNvSpPr>
          <p:nvPr>
            <p:ph type="sldNum" sz="quarter" idx="12"/>
          </p:nvPr>
        </p:nvSpPr>
        <p:spPr>
          <a:xfrm>
            <a:off x="10558300" y="5956137"/>
            <a:ext cx="1052508"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40E506-8910-4A1D-9597-9E72BD293B97}" type="slidenum">
              <a:rPr lang="en-US" smtClean="0"/>
              <a:pPr/>
              <a:t>54</a:t>
            </a:fld>
            <a:endParaRPr lang="en-U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34214_01_UADEConnect_01_2024">
  <a:themeElements>
    <a:clrScheme name="VIRT - PPT">
      <a:dk1>
        <a:srgbClr val="494847"/>
      </a:dk1>
      <a:lt1>
        <a:srgbClr val="FFFFFF"/>
      </a:lt1>
      <a:dk2>
        <a:srgbClr val="62A730"/>
      </a:dk2>
      <a:lt2>
        <a:srgbClr val="0E1B2B"/>
      </a:lt2>
      <a:accent1>
        <a:srgbClr val="04A4CA"/>
      </a:accent1>
      <a:accent2>
        <a:srgbClr val="9F79AE"/>
      </a:accent2>
      <a:accent3>
        <a:srgbClr val="CC122B"/>
      </a:accent3>
      <a:accent4>
        <a:srgbClr val="E96920"/>
      </a:accent4>
      <a:accent5>
        <a:srgbClr val="F1A20D"/>
      </a:accent5>
      <a:accent6>
        <a:srgbClr val="FFFFFF"/>
      </a:accent6>
      <a:hlink>
        <a:srgbClr val="C9122A"/>
      </a:hlink>
      <a:folHlink>
        <a:srgbClr val="494A49"/>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F098A7DE-A46E-344A-A14C-BAD293D7C40B}"/>
    </a:ext>
  </a:extLst>
</a:theme>
</file>

<file path=ppt/theme/theme2.xml><?xml version="1.0" encoding="utf-8"?>
<a:theme xmlns:a="http://schemas.openxmlformats.org/drawingml/2006/main" name="1_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1BB692B7-E3C2-4F4B-AB4D-F7A92AB8677F}"/>
    </a:ext>
  </a:extLst>
</a:theme>
</file>

<file path=ppt/theme/theme3.xml><?xml version="1.0" encoding="utf-8"?>
<a:theme xmlns:a="http://schemas.openxmlformats.org/drawingml/2006/main" name="CONTINUIDADDENEGOCI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BC3F4C-706B-4B42-B10F-7CB243C02CD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71A7E02-8CB8-4C97-BF1A-E214619E4933}"/>
</file>

<file path=customXml/itemProps3.xml><?xml version="1.0" encoding="utf-8"?>
<ds:datastoreItem xmlns:ds="http://schemas.openxmlformats.org/officeDocument/2006/customXml" ds:itemID="{E79CD45C-2A40-4734-8497-671B2C1229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34214_01_UADEConnect_01_2024</Template>
  <TotalTime>574</TotalTime>
  <Words>2256</Words>
  <Application>Microsoft Office PowerPoint</Application>
  <PresentationFormat>Presentación en pantalla (4:3)</PresentationFormat>
  <Paragraphs>372</Paragraphs>
  <Slides>54</Slides>
  <Notes>25</Notes>
  <HiddenSlides>0</HiddenSlides>
  <MMClips>0</MMClips>
  <ScaleCrop>false</ScaleCrop>
  <HeadingPairs>
    <vt:vector size="8" baseType="variant">
      <vt:variant>
        <vt:lpstr>Fuentes usadas</vt:lpstr>
      </vt:variant>
      <vt:variant>
        <vt:i4>8</vt:i4>
      </vt:variant>
      <vt:variant>
        <vt:lpstr>Tema</vt:lpstr>
      </vt:variant>
      <vt:variant>
        <vt:i4>3</vt:i4>
      </vt:variant>
      <vt:variant>
        <vt:lpstr>Servidores OLE incrustados</vt:lpstr>
      </vt:variant>
      <vt:variant>
        <vt:i4>1</vt:i4>
      </vt:variant>
      <vt:variant>
        <vt:lpstr>Títulos de diapositiva</vt:lpstr>
      </vt:variant>
      <vt:variant>
        <vt:i4>54</vt:i4>
      </vt:variant>
    </vt:vector>
  </HeadingPairs>
  <TitlesOfParts>
    <vt:vector size="66" baseType="lpstr">
      <vt:lpstr>Noto Sans Symbols</vt:lpstr>
      <vt:lpstr>Amasis MT Pro Medium</vt:lpstr>
      <vt:lpstr>Times New Roman</vt:lpstr>
      <vt:lpstr>Arial</vt:lpstr>
      <vt:lpstr>Tahoma</vt:lpstr>
      <vt:lpstr>Calibri</vt:lpstr>
      <vt:lpstr>Ubuntu</vt:lpstr>
      <vt:lpstr>Calibri Light</vt:lpstr>
      <vt:lpstr>34214_01_UADEConnect_01_2024</vt:lpstr>
      <vt:lpstr>1_Office Theme</vt:lpstr>
      <vt:lpstr>CONTINUIDADDENEGOCIO</vt:lpstr>
      <vt:lpstr>MS_ClipArt_Gallery.2</vt:lpstr>
      <vt:lpstr>Presentación de PowerPoint</vt:lpstr>
      <vt:lpstr>Planificación y Pruebas  de Sistemas - Software</vt:lpstr>
      <vt:lpstr>Planificación y Pruebas  de Sistemas - Software</vt:lpstr>
      <vt:lpstr>Planificación y Pruebas  de Sistemas - Software</vt:lpstr>
      <vt:lpstr>Introducción a la planificación de Sistemas - Software</vt:lpstr>
      <vt:lpstr>Importancia de la planificación en el ciclo de vida del software</vt:lpstr>
      <vt:lpstr>Etapas de la planificación de Sistemas -Software</vt:lpstr>
      <vt:lpstr>Definición de requerimientos y alcance</vt:lpstr>
      <vt:lpstr>Recursos y cronograma del proyecto</vt:lpstr>
      <vt:lpstr>Gestión de riesgos en la planificación</vt:lpstr>
      <vt:lpstr>Planificación de pruebas: estrategia y diseño</vt:lpstr>
      <vt:lpstr>Ejecución y registro de resultados</vt:lpstr>
      <vt:lpstr>Herramientas y entornos de prueba</vt:lpstr>
      <vt:lpstr>Introducción a las pruebas de software</vt:lpstr>
      <vt:lpstr>Tipos de pruebas de software</vt:lpstr>
      <vt:lpstr>Tipos de pruebas de software</vt:lpstr>
      <vt:lpstr>Tipos de pruebas de software</vt:lpstr>
      <vt:lpstr>Pruebas de componentes</vt:lpstr>
      <vt:lpstr>Tipos de pruebas de software</vt:lpstr>
      <vt:lpstr>Ingeniería del cuarto limpio</vt:lpstr>
      <vt:lpstr>Ingeniería del cuarto limpio</vt:lpstr>
      <vt:lpstr>Ingeniería del cuarto limpio</vt:lpstr>
      <vt:lpstr>Ingeniería del cuarto limpio</vt:lpstr>
      <vt:lpstr>Objetivo del Modelo</vt:lpstr>
      <vt:lpstr>Principios Fundamentales</vt:lpstr>
      <vt:lpstr>Fases del Proceso </vt:lpstr>
      <vt:lpstr>Fase 1: Especificación Formal</vt:lpstr>
      <vt:lpstr>Fase 2: Diseño y Verificación</vt:lpstr>
      <vt:lpstr>Fase 3: Desarrollo Incremental</vt:lpstr>
      <vt:lpstr>Fase 4: Pruebas </vt:lpstr>
      <vt:lpstr>Fase 5: Certificación de Confiabilidad</vt:lpstr>
      <vt:lpstr>Ventajas y Desventajas</vt:lpstr>
      <vt:lpstr>Planificacion y pruebas de Sistemas - software</vt:lpstr>
      <vt:lpstr>Planificacion y pruebas de Sistemas - software</vt:lpstr>
      <vt:lpstr>Elementos de la Planificación</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Planificacion y pruebas de Sistemas - software</vt:lpstr>
      <vt:lpstr>Presentación de PowerPoint</vt:lpstr>
      <vt:lpstr>Planificacion y pruebas de Sistemas - software</vt:lpstr>
      <vt:lpstr>Dudas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Lic. Susana Daldin</dc:creator>
  <cp:lastModifiedBy>Daldin Susana</cp:lastModifiedBy>
  <cp:revision>7</cp:revision>
  <dcterms:created xsi:type="dcterms:W3CDTF">1996-04-08T19:26:32Z</dcterms:created>
  <dcterms:modified xsi:type="dcterms:W3CDTF">2026-09-10T16:04:20Z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