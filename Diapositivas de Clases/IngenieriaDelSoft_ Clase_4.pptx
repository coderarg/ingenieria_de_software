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4"/>
  </p:sldMasterIdLst>
  <p:notesMasterIdLst>
    <p:notesMasterId r:id="rId31"/>
  </p:notesMasterIdLst>
  <p:sldIdLst>
    <p:sldId id="264" r:id="rId5"/>
    <p:sldId id="256" r:id="rId6"/>
    <p:sldId id="382" r:id="rId7"/>
    <p:sldId id="419" r:id="rId8"/>
    <p:sldId id="416" r:id="rId9"/>
    <p:sldId id="257" r:id="rId10"/>
    <p:sldId id="417" r:id="rId11"/>
    <p:sldId id="418" r:id="rId12"/>
    <p:sldId id="420" r:id="rId13"/>
    <p:sldId id="422" r:id="rId14"/>
    <p:sldId id="423" r:id="rId15"/>
    <p:sldId id="425" r:id="rId16"/>
    <p:sldId id="426" r:id="rId17"/>
    <p:sldId id="427" r:id="rId18"/>
    <p:sldId id="428" r:id="rId19"/>
    <p:sldId id="429" r:id="rId20"/>
    <p:sldId id="431" r:id="rId21"/>
    <p:sldId id="430" r:id="rId22"/>
    <p:sldId id="432" r:id="rId23"/>
    <p:sldId id="433" r:id="rId24"/>
    <p:sldId id="434" r:id="rId25"/>
    <p:sldId id="435" r:id="rId26"/>
    <p:sldId id="436" r:id="rId27"/>
    <p:sldId id="437" r:id="rId28"/>
    <p:sldId id="438" r:id="rId29"/>
    <p:sldId id="268" r:id="rId30"/>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57A4BB-497B-E973-4685-1565EB744CA1}" v="2" dt="2026-08-24T09:17:04.6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LDIN GRACIELA SUSANA" userId="S::gdaldin@uade.edu.ar::4fdff1c9-ccbd-4515-a030-ff7d0f1057b2" providerId="AD" clId="Web-{B357A4BB-497B-E973-4685-1565EB744CA1}"/>
    <pc:docChg chg="modSld modMainMaster">
      <pc:chgData name="DALDIN GRACIELA SUSANA" userId="S::gdaldin@uade.edu.ar::4fdff1c9-ccbd-4515-a030-ff7d0f1057b2" providerId="AD" clId="Web-{B357A4BB-497B-E973-4685-1565EB744CA1}" dt="2026-08-24T09:17:04.624" v="1"/>
      <pc:docMkLst>
        <pc:docMk/>
      </pc:docMkLst>
      <pc:sldChg chg="addSp modSp">
        <pc:chgData name="DALDIN GRACIELA SUSANA" userId="S::gdaldin@uade.edu.ar::4fdff1c9-ccbd-4515-a030-ff7d0f1057b2" providerId="AD" clId="Web-{B357A4BB-497B-E973-4685-1565EB744CA1}" dt="2026-08-24T09:17:04.624" v="1"/>
        <pc:sldMkLst>
          <pc:docMk/>
          <pc:sldMk cId="0" sldId="256"/>
        </pc:sldMkLst>
        <pc:spChg chg="add mod">
          <ac:chgData name="DALDIN GRACIELA SUSANA" userId="S::gdaldin@uade.edu.ar::4fdff1c9-ccbd-4515-a030-ff7d0f1057b2" providerId="AD" clId="Web-{B357A4BB-497B-E973-4685-1565EB744CA1}" dt="2026-08-24T09:17:04.624" v="1"/>
          <ac:spMkLst>
            <pc:docMk/>
            <pc:sldMk cId="0" sldId="256"/>
            <ac:spMk id="2" creationId="{711FBF89-8D63-4ECF-7C50-BA06E050FD59}"/>
          </ac:spMkLst>
        </pc:spChg>
      </pc:sldChg>
      <pc:sldChg chg="addSp modSp">
        <pc:chgData name="DALDIN GRACIELA SUSANA" userId="S::gdaldin@uade.edu.ar::4fdff1c9-ccbd-4515-a030-ff7d0f1057b2" providerId="AD" clId="Web-{B357A4BB-497B-E973-4685-1565EB744CA1}" dt="2026-08-24T09:17:04.624" v="1"/>
        <pc:sldMkLst>
          <pc:docMk/>
          <pc:sldMk cId="0" sldId="257"/>
        </pc:sldMkLst>
        <pc:spChg chg="add mod">
          <ac:chgData name="DALDIN GRACIELA SUSANA" userId="S::gdaldin@uade.edu.ar::4fdff1c9-ccbd-4515-a030-ff7d0f1057b2" providerId="AD" clId="Web-{B357A4BB-497B-E973-4685-1565EB744CA1}" dt="2026-08-24T09:17:04.624" v="1"/>
          <ac:spMkLst>
            <pc:docMk/>
            <pc:sldMk cId="0" sldId="257"/>
            <ac:spMk id="2" creationId="{994FF3E0-C562-CC07-A07D-9A95F6444BAD}"/>
          </ac:spMkLst>
        </pc:spChg>
      </pc:sldChg>
      <pc:sldChg chg="addSp modSp">
        <pc:chgData name="DALDIN GRACIELA SUSANA" userId="S::gdaldin@uade.edu.ar::4fdff1c9-ccbd-4515-a030-ff7d0f1057b2" providerId="AD" clId="Web-{B357A4BB-497B-E973-4685-1565EB744CA1}" dt="2026-08-24T09:17:04.624" v="1"/>
        <pc:sldMkLst>
          <pc:docMk/>
          <pc:sldMk cId="3262494622" sldId="264"/>
        </pc:sldMkLst>
        <pc:spChg chg="add mod">
          <ac:chgData name="DALDIN GRACIELA SUSANA" userId="S::gdaldin@uade.edu.ar::4fdff1c9-ccbd-4515-a030-ff7d0f1057b2" providerId="AD" clId="Web-{B357A4BB-497B-E973-4685-1565EB744CA1}" dt="2026-08-24T09:17:04.624" v="1"/>
          <ac:spMkLst>
            <pc:docMk/>
            <pc:sldMk cId="3262494622" sldId="264"/>
            <ac:spMk id="2" creationId="{27CECD11-59D2-2C18-DAB8-4318C9E169FF}"/>
          </ac:spMkLst>
        </pc:spChg>
      </pc:sldChg>
      <pc:sldChg chg="addSp modSp">
        <pc:chgData name="DALDIN GRACIELA SUSANA" userId="S::gdaldin@uade.edu.ar::4fdff1c9-ccbd-4515-a030-ff7d0f1057b2" providerId="AD" clId="Web-{B357A4BB-497B-E973-4685-1565EB744CA1}" dt="2026-08-24T09:17:04.624" v="1"/>
        <pc:sldMkLst>
          <pc:docMk/>
          <pc:sldMk cId="2264807812" sldId="268"/>
        </pc:sldMkLst>
        <pc:spChg chg="add mod">
          <ac:chgData name="DALDIN GRACIELA SUSANA" userId="S::gdaldin@uade.edu.ar::4fdff1c9-ccbd-4515-a030-ff7d0f1057b2" providerId="AD" clId="Web-{B357A4BB-497B-E973-4685-1565EB744CA1}" dt="2026-08-24T09:17:04.624" v="1"/>
          <ac:spMkLst>
            <pc:docMk/>
            <pc:sldMk cId="2264807812" sldId="268"/>
            <ac:spMk id="4" creationId="{4A8614CB-B2EF-60C2-1AA7-6ABC31807839}"/>
          </ac:spMkLst>
        </pc:spChg>
      </pc:sldChg>
      <pc:sldChg chg="addSp modSp">
        <pc:chgData name="DALDIN GRACIELA SUSANA" userId="S::gdaldin@uade.edu.ar::4fdff1c9-ccbd-4515-a030-ff7d0f1057b2" providerId="AD" clId="Web-{B357A4BB-497B-E973-4685-1565EB744CA1}" dt="2026-08-24T09:17:04.624" v="1"/>
        <pc:sldMkLst>
          <pc:docMk/>
          <pc:sldMk cId="0" sldId="382"/>
        </pc:sldMkLst>
        <pc:spChg chg="add mod">
          <ac:chgData name="DALDIN GRACIELA SUSANA" userId="S::gdaldin@uade.edu.ar::4fdff1c9-ccbd-4515-a030-ff7d0f1057b2" providerId="AD" clId="Web-{B357A4BB-497B-E973-4685-1565EB744CA1}" dt="2026-08-24T09:17:04.624" v="1"/>
          <ac:spMkLst>
            <pc:docMk/>
            <pc:sldMk cId="0" sldId="382"/>
            <ac:spMk id="2" creationId="{70A20445-8AC0-036D-27C1-B70DB7FF82A3}"/>
          </ac:spMkLst>
        </pc:spChg>
      </pc:sldChg>
      <pc:sldChg chg="addSp modSp">
        <pc:chgData name="DALDIN GRACIELA SUSANA" userId="S::gdaldin@uade.edu.ar::4fdff1c9-ccbd-4515-a030-ff7d0f1057b2" providerId="AD" clId="Web-{B357A4BB-497B-E973-4685-1565EB744CA1}" dt="2026-08-24T09:17:04.624" v="1"/>
        <pc:sldMkLst>
          <pc:docMk/>
          <pc:sldMk cId="0" sldId="416"/>
        </pc:sldMkLst>
        <pc:spChg chg="add mod">
          <ac:chgData name="DALDIN GRACIELA SUSANA" userId="S::gdaldin@uade.edu.ar::4fdff1c9-ccbd-4515-a030-ff7d0f1057b2" providerId="AD" clId="Web-{B357A4BB-497B-E973-4685-1565EB744CA1}" dt="2026-08-24T09:17:04.624" v="1"/>
          <ac:spMkLst>
            <pc:docMk/>
            <pc:sldMk cId="0" sldId="416"/>
            <ac:spMk id="2" creationId="{2FA7C0D0-9D62-EF84-894B-8E842608C109}"/>
          </ac:spMkLst>
        </pc:spChg>
      </pc:sldChg>
      <pc:sldChg chg="addSp modSp">
        <pc:chgData name="DALDIN GRACIELA SUSANA" userId="S::gdaldin@uade.edu.ar::4fdff1c9-ccbd-4515-a030-ff7d0f1057b2" providerId="AD" clId="Web-{B357A4BB-497B-E973-4685-1565EB744CA1}" dt="2026-08-24T09:17:04.624" v="1"/>
        <pc:sldMkLst>
          <pc:docMk/>
          <pc:sldMk cId="499536532" sldId="417"/>
        </pc:sldMkLst>
        <pc:spChg chg="add mod">
          <ac:chgData name="DALDIN GRACIELA SUSANA" userId="S::gdaldin@uade.edu.ar::4fdff1c9-ccbd-4515-a030-ff7d0f1057b2" providerId="AD" clId="Web-{B357A4BB-497B-E973-4685-1565EB744CA1}" dt="2026-08-24T09:17:04.624" v="1"/>
          <ac:spMkLst>
            <pc:docMk/>
            <pc:sldMk cId="499536532" sldId="417"/>
            <ac:spMk id="3" creationId="{10DA1A1E-2577-6AB0-1747-AD31C86EF1DE}"/>
          </ac:spMkLst>
        </pc:spChg>
      </pc:sldChg>
      <pc:sldChg chg="addSp modSp">
        <pc:chgData name="DALDIN GRACIELA SUSANA" userId="S::gdaldin@uade.edu.ar::4fdff1c9-ccbd-4515-a030-ff7d0f1057b2" providerId="AD" clId="Web-{B357A4BB-497B-E973-4685-1565EB744CA1}" dt="2026-08-24T09:17:04.624" v="1"/>
        <pc:sldMkLst>
          <pc:docMk/>
          <pc:sldMk cId="3996916098" sldId="418"/>
        </pc:sldMkLst>
        <pc:spChg chg="add mod">
          <ac:chgData name="DALDIN GRACIELA SUSANA" userId="S::gdaldin@uade.edu.ar::4fdff1c9-ccbd-4515-a030-ff7d0f1057b2" providerId="AD" clId="Web-{B357A4BB-497B-E973-4685-1565EB744CA1}" dt="2026-08-24T09:17:04.624" v="1"/>
          <ac:spMkLst>
            <pc:docMk/>
            <pc:sldMk cId="3996916098" sldId="418"/>
            <ac:spMk id="3" creationId="{646C270D-3971-F235-9DFC-C095B0FC51A4}"/>
          </ac:spMkLst>
        </pc:spChg>
      </pc:sldChg>
      <pc:sldChg chg="addSp modSp">
        <pc:chgData name="DALDIN GRACIELA SUSANA" userId="S::gdaldin@uade.edu.ar::4fdff1c9-ccbd-4515-a030-ff7d0f1057b2" providerId="AD" clId="Web-{B357A4BB-497B-E973-4685-1565EB744CA1}" dt="2026-08-24T09:17:04.624" v="1"/>
        <pc:sldMkLst>
          <pc:docMk/>
          <pc:sldMk cId="3596384622" sldId="419"/>
        </pc:sldMkLst>
        <pc:spChg chg="add mod">
          <ac:chgData name="DALDIN GRACIELA SUSANA" userId="S::gdaldin@uade.edu.ar::4fdff1c9-ccbd-4515-a030-ff7d0f1057b2" providerId="AD" clId="Web-{B357A4BB-497B-E973-4685-1565EB744CA1}" dt="2026-08-24T09:17:04.624" v="1"/>
          <ac:spMkLst>
            <pc:docMk/>
            <pc:sldMk cId="3596384622" sldId="419"/>
            <ac:spMk id="4" creationId="{13D7A951-4FA6-9C3B-5BF7-FEAA7FFAA810}"/>
          </ac:spMkLst>
        </pc:spChg>
      </pc:sldChg>
      <pc:sldChg chg="addSp modSp">
        <pc:chgData name="DALDIN GRACIELA SUSANA" userId="S::gdaldin@uade.edu.ar::4fdff1c9-ccbd-4515-a030-ff7d0f1057b2" providerId="AD" clId="Web-{B357A4BB-497B-E973-4685-1565EB744CA1}" dt="2026-08-24T09:16:58.858" v="0"/>
        <pc:sldMkLst>
          <pc:docMk/>
          <pc:sldMk cId="4191426299" sldId="420"/>
        </pc:sldMkLst>
        <pc:spChg chg="add mod">
          <ac:chgData name="DALDIN GRACIELA SUSANA" userId="S::gdaldin@uade.edu.ar::4fdff1c9-ccbd-4515-a030-ff7d0f1057b2" providerId="AD" clId="Web-{B357A4BB-497B-E973-4685-1565EB744CA1}" dt="2026-08-24T09:16:58.858" v="0"/>
          <ac:spMkLst>
            <pc:docMk/>
            <pc:sldMk cId="4191426299" sldId="420"/>
            <ac:spMk id="3" creationId="{7EECEBB0-6CD9-76DC-4300-8EDFD59E2557}"/>
          </ac:spMkLst>
        </pc:spChg>
      </pc:sldChg>
      <pc:sldChg chg="addSp modSp">
        <pc:chgData name="DALDIN GRACIELA SUSANA" userId="S::gdaldin@uade.edu.ar::4fdff1c9-ccbd-4515-a030-ff7d0f1057b2" providerId="AD" clId="Web-{B357A4BB-497B-E973-4685-1565EB744CA1}" dt="2026-08-24T09:17:04.624" v="1"/>
        <pc:sldMkLst>
          <pc:docMk/>
          <pc:sldMk cId="2341211641" sldId="422"/>
        </pc:sldMkLst>
        <pc:spChg chg="add mod">
          <ac:chgData name="DALDIN GRACIELA SUSANA" userId="S::gdaldin@uade.edu.ar::4fdff1c9-ccbd-4515-a030-ff7d0f1057b2" providerId="AD" clId="Web-{B357A4BB-497B-E973-4685-1565EB744CA1}" dt="2026-08-24T09:17:04.624" v="1"/>
          <ac:spMkLst>
            <pc:docMk/>
            <pc:sldMk cId="2341211641" sldId="422"/>
            <ac:spMk id="3" creationId="{C17BEA59-33C0-9D34-7F5D-0361337CC6E4}"/>
          </ac:spMkLst>
        </pc:spChg>
      </pc:sldChg>
      <pc:sldChg chg="addSp modSp">
        <pc:chgData name="DALDIN GRACIELA SUSANA" userId="S::gdaldin@uade.edu.ar::4fdff1c9-ccbd-4515-a030-ff7d0f1057b2" providerId="AD" clId="Web-{B357A4BB-497B-E973-4685-1565EB744CA1}" dt="2026-08-24T09:17:04.624" v="1"/>
        <pc:sldMkLst>
          <pc:docMk/>
          <pc:sldMk cId="4087456108" sldId="423"/>
        </pc:sldMkLst>
        <pc:spChg chg="add mod">
          <ac:chgData name="DALDIN GRACIELA SUSANA" userId="S::gdaldin@uade.edu.ar::4fdff1c9-ccbd-4515-a030-ff7d0f1057b2" providerId="AD" clId="Web-{B357A4BB-497B-E973-4685-1565EB744CA1}" dt="2026-08-24T09:17:04.624" v="1"/>
          <ac:spMkLst>
            <pc:docMk/>
            <pc:sldMk cId="4087456108" sldId="423"/>
            <ac:spMk id="3" creationId="{54965B90-15EB-6CC5-EBAE-A7B8118D72D5}"/>
          </ac:spMkLst>
        </pc:spChg>
      </pc:sldChg>
      <pc:sldChg chg="addSp modSp">
        <pc:chgData name="DALDIN GRACIELA SUSANA" userId="S::gdaldin@uade.edu.ar::4fdff1c9-ccbd-4515-a030-ff7d0f1057b2" providerId="AD" clId="Web-{B357A4BB-497B-E973-4685-1565EB744CA1}" dt="2026-08-24T09:17:04.624" v="1"/>
        <pc:sldMkLst>
          <pc:docMk/>
          <pc:sldMk cId="1229016749" sldId="425"/>
        </pc:sldMkLst>
        <pc:spChg chg="add mod">
          <ac:chgData name="DALDIN GRACIELA SUSANA" userId="S::gdaldin@uade.edu.ar::4fdff1c9-ccbd-4515-a030-ff7d0f1057b2" providerId="AD" clId="Web-{B357A4BB-497B-E973-4685-1565EB744CA1}" dt="2026-08-24T09:17:04.624" v="1"/>
          <ac:spMkLst>
            <pc:docMk/>
            <pc:sldMk cId="1229016749" sldId="425"/>
            <ac:spMk id="2" creationId="{0988C0A3-F997-9B42-06AB-762CD585439D}"/>
          </ac:spMkLst>
        </pc:spChg>
      </pc:sldChg>
      <pc:sldChg chg="addSp modSp">
        <pc:chgData name="DALDIN GRACIELA SUSANA" userId="S::gdaldin@uade.edu.ar::4fdff1c9-ccbd-4515-a030-ff7d0f1057b2" providerId="AD" clId="Web-{B357A4BB-497B-E973-4685-1565EB744CA1}" dt="2026-08-24T09:17:04.624" v="1"/>
        <pc:sldMkLst>
          <pc:docMk/>
          <pc:sldMk cId="1852376107" sldId="426"/>
        </pc:sldMkLst>
        <pc:spChg chg="add mod">
          <ac:chgData name="DALDIN GRACIELA SUSANA" userId="S::gdaldin@uade.edu.ar::4fdff1c9-ccbd-4515-a030-ff7d0f1057b2" providerId="AD" clId="Web-{B357A4BB-497B-E973-4685-1565EB744CA1}" dt="2026-08-24T09:17:04.624" v="1"/>
          <ac:spMkLst>
            <pc:docMk/>
            <pc:sldMk cId="1852376107" sldId="426"/>
            <ac:spMk id="4" creationId="{67129216-5EE4-3D7A-0DBD-B8403FB37CA2}"/>
          </ac:spMkLst>
        </pc:spChg>
      </pc:sldChg>
      <pc:sldChg chg="addSp modSp">
        <pc:chgData name="DALDIN GRACIELA SUSANA" userId="S::gdaldin@uade.edu.ar::4fdff1c9-ccbd-4515-a030-ff7d0f1057b2" providerId="AD" clId="Web-{B357A4BB-497B-E973-4685-1565EB744CA1}" dt="2026-08-24T09:17:04.624" v="1"/>
        <pc:sldMkLst>
          <pc:docMk/>
          <pc:sldMk cId="1449076342" sldId="427"/>
        </pc:sldMkLst>
        <pc:spChg chg="add mod">
          <ac:chgData name="DALDIN GRACIELA SUSANA" userId="S::gdaldin@uade.edu.ar::4fdff1c9-ccbd-4515-a030-ff7d0f1057b2" providerId="AD" clId="Web-{B357A4BB-497B-E973-4685-1565EB744CA1}" dt="2026-08-24T09:17:04.624" v="1"/>
          <ac:spMkLst>
            <pc:docMk/>
            <pc:sldMk cId="1449076342" sldId="427"/>
            <ac:spMk id="3" creationId="{F50D77E4-D6F0-891E-14BE-C38F475597A8}"/>
          </ac:spMkLst>
        </pc:spChg>
      </pc:sldChg>
      <pc:sldChg chg="addSp modSp">
        <pc:chgData name="DALDIN GRACIELA SUSANA" userId="S::gdaldin@uade.edu.ar::4fdff1c9-ccbd-4515-a030-ff7d0f1057b2" providerId="AD" clId="Web-{B357A4BB-497B-E973-4685-1565EB744CA1}" dt="2026-08-24T09:17:04.624" v="1"/>
        <pc:sldMkLst>
          <pc:docMk/>
          <pc:sldMk cId="2038255467" sldId="428"/>
        </pc:sldMkLst>
        <pc:spChg chg="add mod">
          <ac:chgData name="DALDIN GRACIELA SUSANA" userId="S::gdaldin@uade.edu.ar::4fdff1c9-ccbd-4515-a030-ff7d0f1057b2" providerId="AD" clId="Web-{B357A4BB-497B-E973-4685-1565EB744CA1}" dt="2026-08-24T09:17:04.624" v="1"/>
          <ac:spMkLst>
            <pc:docMk/>
            <pc:sldMk cId="2038255467" sldId="428"/>
            <ac:spMk id="3" creationId="{0F757E7E-5D90-254B-3040-392A25A35F0F}"/>
          </ac:spMkLst>
        </pc:spChg>
      </pc:sldChg>
      <pc:sldChg chg="addSp modSp">
        <pc:chgData name="DALDIN GRACIELA SUSANA" userId="S::gdaldin@uade.edu.ar::4fdff1c9-ccbd-4515-a030-ff7d0f1057b2" providerId="AD" clId="Web-{B357A4BB-497B-E973-4685-1565EB744CA1}" dt="2026-08-24T09:17:04.624" v="1"/>
        <pc:sldMkLst>
          <pc:docMk/>
          <pc:sldMk cId="2607472981" sldId="429"/>
        </pc:sldMkLst>
        <pc:spChg chg="add mod">
          <ac:chgData name="DALDIN GRACIELA SUSANA" userId="S::gdaldin@uade.edu.ar::4fdff1c9-ccbd-4515-a030-ff7d0f1057b2" providerId="AD" clId="Web-{B357A4BB-497B-E973-4685-1565EB744CA1}" dt="2026-08-24T09:17:04.624" v="1"/>
          <ac:spMkLst>
            <pc:docMk/>
            <pc:sldMk cId="2607472981" sldId="429"/>
            <ac:spMk id="5" creationId="{A716249A-879B-71FF-E8CE-64000EC84C98}"/>
          </ac:spMkLst>
        </pc:spChg>
      </pc:sldChg>
      <pc:sldChg chg="addSp modSp">
        <pc:chgData name="DALDIN GRACIELA SUSANA" userId="S::gdaldin@uade.edu.ar::4fdff1c9-ccbd-4515-a030-ff7d0f1057b2" providerId="AD" clId="Web-{B357A4BB-497B-E973-4685-1565EB744CA1}" dt="2026-08-24T09:17:04.624" v="1"/>
        <pc:sldMkLst>
          <pc:docMk/>
          <pc:sldMk cId="3579224515" sldId="430"/>
        </pc:sldMkLst>
        <pc:spChg chg="add mod">
          <ac:chgData name="DALDIN GRACIELA SUSANA" userId="S::gdaldin@uade.edu.ar::4fdff1c9-ccbd-4515-a030-ff7d0f1057b2" providerId="AD" clId="Web-{B357A4BB-497B-E973-4685-1565EB744CA1}" dt="2026-08-24T09:17:04.624" v="1"/>
          <ac:spMkLst>
            <pc:docMk/>
            <pc:sldMk cId="3579224515" sldId="430"/>
            <ac:spMk id="3" creationId="{4E1F922F-F0ED-0F3B-AB0D-8DBF5D095C3C}"/>
          </ac:spMkLst>
        </pc:spChg>
      </pc:sldChg>
      <pc:sldChg chg="addSp modSp">
        <pc:chgData name="DALDIN GRACIELA SUSANA" userId="S::gdaldin@uade.edu.ar::4fdff1c9-ccbd-4515-a030-ff7d0f1057b2" providerId="AD" clId="Web-{B357A4BB-497B-E973-4685-1565EB744CA1}" dt="2026-08-24T09:17:04.624" v="1"/>
        <pc:sldMkLst>
          <pc:docMk/>
          <pc:sldMk cId="1878027521" sldId="431"/>
        </pc:sldMkLst>
        <pc:spChg chg="add mod">
          <ac:chgData name="DALDIN GRACIELA SUSANA" userId="S::gdaldin@uade.edu.ar::4fdff1c9-ccbd-4515-a030-ff7d0f1057b2" providerId="AD" clId="Web-{B357A4BB-497B-E973-4685-1565EB744CA1}" dt="2026-08-24T09:17:04.624" v="1"/>
          <ac:spMkLst>
            <pc:docMk/>
            <pc:sldMk cId="1878027521" sldId="431"/>
            <ac:spMk id="6" creationId="{81F3FFB8-8E72-29DB-24E4-5409B12A3161}"/>
          </ac:spMkLst>
        </pc:spChg>
      </pc:sldChg>
      <pc:sldChg chg="addSp modSp">
        <pc:chgData name="DALDIN GRACIELA SUSANA" userId="S::gdaldin@uade.edu.ar::4fdff1c9-ccbd-4515-a030-ff7d0f1057b2" providerId="AD" clId="Web-{B357A4BB-497B-E973-4685-1565EB744CA1}" dt="2026-08-24T09:17:04.624" v="1"/>
        <pc:sldMkLst>
          <pc:docMk/>
          <pc:sldMk cId="816021931" sldId="432"/>
        </pc:sldMkLst>
        <pc:spChg chg="add mod">
          <ac:chgData name="DALDIN GRACIELA SUSANA" userId="S::gdaldin@uade.edu.ar::4fdff1c9-ccbd-4515-a030-ff7d0f1057b2" providerId="AD" clId="Web-{B357A4BB-497B-E973-4685-1565EB744CA1}" dt="2026-08-24T09:17:04.624" v="1"/>
          <ac:spMkLst>
            <pc:docMk/>
            <pc:sldMk cId="816021931" sldId="432"/>
            <ac:spMk id="3" creationId="{B2D23719-B570-D3E5-19FD-1654E6D6AAC0}"/>
          </ac:spMkLst>
        </pc:spChg>
      </pc:sldChg>
      <pc:sldChg chg="addSp modSp">
        <pc:chgData name="DALDIN GRACIELA SUSANA" userId="S::gdaldin@uade.edu.ar::4fdff1c9-ccbd-4515-a030-ff7d0f1057b2" providerId="AD" clId="Web-{B357A4BB-497B-E973-4685-1565EB744CA1}" dt="2026-08-24T09:17:04.624" v="1"/>
        <pc:sldMkLst>
          <pc:docMk/>
          <pc:sldMk cId="1025537550" sldId="433"/>
        </pc:sldMkLst>
        <pc:spChg chg="add mod">
          <ac:chgData name="DALDIN GRACIELA SUSANA" userId="S::gdaldin@uade.edu.ar::4fdff1c9-ccbd-4515-a030-ff7d0f1057b2" providerId="AD" clId="Web-{B357A4BB-497B-E973-4685-1565EB744CA1}" dt="2026-08-24T09:17:04.624" v="1"/>
          <ac:spMkLst>
            <pc:docMk/>
            <pc:sldMk cId="1025537550" sldId="433"/>
            <ac:spMk id="3" creationId="{4465668E-F91A-DD7C-BC76-F9717A011A56}"/>
          </ac:spMkLst>
        </pc:spChg>
      </pc:sldChg>
      <pc:sldChg chg="addSp modSp">
        <pc:chgData name="DALDIN GRACIELA SUSANA" userId="S::gdaldin@uade.edu.ar::4fdff1c9-ccbd-4515-a030-ff7d0f1057b2" providerId="AD" clId="Web-{B357A4BB-497B-E973-4685-1565EB744CA1}" dt="2026-08-24T09:17:04.624" v="1"/>
        <pc:sldMkLst>
          <pc:docMk/>
          <pc:sldMk cId="1081967682" sldId="434"/>
        </pc:sldMkLst>
        <pc:spChg chg="add mod">
          <ac:chgData name="DALDIN GRACIELA SUSANA" userId="S::gdaldin@uade.edu.ar::4fdff1c9-ccbd-4515-a030-ff7d0f1057b2" providerId="AD" clId="Web-{B357A4BB-497B-E973-4685-1565EB744CA1}" dt="2026-08-24T09:17:04.624" v="1"/>
          <ac:spMkLst>
            <pc:docMk/>
            <pc:sldMk cId="1081967682" sldId="434"/>
            <ac:spMk id="3" creationId="{31CCB126-1990-C1DF-FF4B-A57C0FDB3014}"/>
          </ac:spMkLst>
        </pc:spChg>
      </pc:sldChg>
      <pc:sldChg chg="addSp modSp">
        <pc:chgData name="DALDIN GRACIELA SUSANA" userId="S::gdaldin@uade.edu.ar::4fdff1c9-ccbd-4515-a030-ff7d0f1057b2" providerId="AD" clId="Web-{B357A4BB-497B-E973-4685-1565EB744CA1}" dt="2026-08-24T09:17:04.624" v="1"/>
        <pc:sldMkLst>
          <pc:docMk/>
          <pc:sldMk cId="1995109791" sldId="435"/>
        </pc:sldMkLst>
        <pc:spChg chg="add mod">
          <ac:chgData name="DALDIN GRACIELA SUSANA" userId="S::gdaldin@uade.edu.ar::4fdff1c9-ccbd-4515-a030-ff7d0f1057b2" providerId="AD" clId="Web-{B357A4BB-497B-E973-4685-1565EB744CA1}" dt="2026-08-24T09:17:04.624" v="1"/>
          <ac:spMkLst>
            <pc:docMk/>
            <pc:sldMk cId="1995109791" sldId="435"/>
            <ac:spMk id="3" creationId="{ABF42488-496F-E179-87A7-1C1E6EA0996A}"/>
          </ac:spMkLst>
        </pc:spChg>
      </pc:sldChg>
      <pc:sldChg chg="addSp modSp">
        <pc:chgData name="DALDIN GRACIELA SUSANA" userId="S::gdaldin@uade.edu.ar::4fdff1c9-ccbd-4515-a030-ff7d0f1057b2" providerId="AD" clId="Web-{B357A4BB-497B-E973-4685-1565EB744CA1}" dt="2026-08-24T09:17:04.624" v="1"/>
        <pc:sldMkLst>
          <pc:docMk/>
          <pc:sldMk cId="1862377054" sldId="436"/>
        </pc:sldMkLst>
        <pc:spChg chg="add mod">
          <ac:chgData name="DALDIN GRACIELA SUSANA" userId="S::gdaldin@uade.edu.ar::4fdff1c9-ccbd-4515-a030-ff7d0f1057b2" providerId="AD" clId="Web-{B357A4BB-497B-E973-4685-1565EB744CA1}" dt="2026-08-24T09:17:04.624" v="1"/>
          <ac:spMkLst>
            <pc:docMk/>
            <pc:sldMk cId="1862377054" sldId="436"/>
            <ac:spMk id="5" creationId="{B86E6E30-29E7-0A4F-07E1-34B259A87BA2}"/>
          </ac:spMkLst>
        </pc:spChg>
      </pc:sldChg>
      <pc:sldChg chg="addSp modSp">
        <pc:chgData name="DALDIN GRACIELA SUSANA" userId="S::gdaldin@uade.edu.ar::4fdff1c9-ccbd-4515-a030-ff7d0f1057b2" providerId="AD" clId="Web-{B357A4BB-497B-E973-4685-1565EB744CA1}" dt="2026-08-24T09:17:04.624" v="1"/>
        <pc:sldMkLst>
          <pc:docMk/>
          <pc:sldMk cId="477716318" sldId="437"/>
        </pc:sldMkLst>
        <pc:spChg chg="add mod">
          <ac:chgData name="DALDIN GRACIELA SUSANA" userId="S::gdaldin@uade.edu.ar::4fdff1c9-ccbd-4515-a030-ff7d0f1057b2" providerId="AD" clId="Web-{B357A4BB-497B-E973-4685-1565EB744CA1}" dt="2026-08-24T09:17:04.624" v="1"/>
          <ac:spMkLst>
            <pc:docMk/>
            <pc:sldMk cId="477716318" sldId="437"/>
            <ac:spMk id="4" creationId="{5A6840B8-FC3B-5879-62CD-588F2AE9A862}"/>
          </ac:spMkLst>
        </pc:spChg>
      </pc:sldChg>
      <pc:sldChg chg="addSp modSp">
        <pc:chgData name="DALDIN GRACIELA SUSANA" userId="S::gdaldin@uade.edu.ar::4fdff1c9-ccbd-4515-a030-ff7d0f1057b2" providerId="AD" clId="Web-{B357A4BB-497B-E973-4685-1565EB744CA1}" dt="2026-08-24T09:17:04.624" v="1"/>
        <pc:sldMkLst>
          <pc:docMk/>
          <pc:sldMk cId="621685118" sldId="438"/>
        </pc:sldMkLst>
        <pc:spChg chg="add mod">
          <ac:chgData name="DALDIN GRACIELA SUSANA" userId="S::gdaldin@uade.edu.ar::4fdff1c9-ccbd-4515-a030-ff7d0f1057b2" providerId="AD" clId="Web-{B357A4BB-497B-E973-4685-1565EB744CA1}" dt="2026-08-24T09:17:04.624" v="1"/>
          <ac:spMkLst>
            <pc:docMk/>
            <pc:sldMk cId="621685118" sldId="438"/>
            <ac:spMk id="3" creationId="{D7C59D9A-7EAC-DAF3-BB99-01ED8C15CA67}"/>
          </ac:spMkLst>
        </pc:spChg>
      </pc:sldChg>
      <pc:sldMasterChg chg="mod modSldLayout">
        <pc:chgData name="DALDIN GRACIELA SUSANA" userId="S::gdaldin@uade.edu.ar::4fdff1c9-ccbd-4515-a030-ff7d0f1057b2" providerId="AD" clId="Web-{B357A4BB-497B-E973-4685-1565EB744CA1}" dt="2026-08-24T09:17:04.624" v="1"/>
        <pc:sldMasterMkLst>
          <pc:docMk/>
          <pc:sldMasterMk cId="2879083297" sldId="2147483704"/>
        </pc:sldMasterMkLst>
        <pc:sldLayoutChg chg="mod">
          <pc:chgData name="DALDIN GRACIELA SUSANA" userId="S::gdaldin@uade.edu.ar::4fdff1c9-ccbd-4515-a030-ff7d0f1057b2" providerId="AD" clId="Web-{B357A4BB-497B-E973-4685-1565EB744CA1}" dt="2026-08-24T09:17:04.624" v="1"/>
          <pc:sldLayoutMkLst>
            <pc:docMk/>
            <pc:sldMasterMk cId="2879083297" sldId="2147483704"/>
            <pc:sldLayoutMk cId="2838390900" sldId="2147483705"/>
          </pc:sldLayoutMkLst>
        </pc:sldLayoutChg>
        <pc:sldLayoutChg chg="mod">
          <pc:chgData name="DALDIN GRACIELA SUSANA" userId="S::gdaldin@uade.edu.ar::4fdff1c9-ccbd-4515-a030-ff7d0f1057b2" providerId="AD" clId="Web-{B357A4BB-497B-E973-4685-1565EB744CA1}" dt="2026-08-24T09:17:04.624" v="1"/>
          <pc:sldLayoutMkLst>
            <pc:docMk/>
            <pc:sldMasterMk cId="2879083297" sldId="2147483704"/>
            <pc:sldLayoutMk cId="2799700932" sldId="2147483706"/>
          </pc:sldLayoutMkLst>
        </pc:sldLayoutChg>
        <pc:sldLayoutChg chg="mod">
          <pc:chgData name="DALDIN GRACIELA SUSANA" userId="S::gdaldin@uade.edu.ar::4fdff1c9-ccbd-4515-a030-ff7d0f1057b2" providerId="AD" clId="Web-{B357A4BB-497B-E973-4685-1565EB744CA1}" dt="2026-08-24T09:17:04.624" v="1"/>
          <pc:sldLayoutMkLst>
            <pc:docMk/>
            <pc:sldMasterMk cId="2879083297" sldId="2147483704"/>
            <pc:sldLayoutMk cId="1256650382" sldId="2147483707"/>
          </pc:sldLayoutMkLst>
        </pc:sldLayoutChg>
        <pc:sldLayoutChg chg="mod">
          <pc:chgData name="DALDIN GRACIELA SUSANA" userId="S::gdaldin@uade.edu.ar::4fdff1c9-ccbd-4515-a030-ff7d0f1057b2" providerId="AD" clId="Web-{B357A4BB-497B-E973-4685-1565EB744CA1}" dt="2026-08-24T09:17:04.624" v="1"/>
          <pc:sldLayoutMkLst>
            <pc:docMk/>
            <pc:sldMasterMk cId="2879083297" sldId="2147483704"/>
            <pc:sldLayoutMk cId="1736157450" sldId="2147483708"/>
          </pc:sldLayoutMkLst>
        </pc:sldLayoutChg>
        <pc:sldLayoutChg chg="mod">
          <pc:chgData name="DALDIN GRACIELA SUSANA" userId="S::gdaldin@uade.edu.ar::4fdff1c9-ccbd-4515-a030-ff7d0f1057b2" providerId="AD" clId="Web-{B357A4BB-497B-E973-4685-1565EB744CA1}" dt="2026-08-24T09:17:04.624" v="1"/>
          <pc:sldLayoutMkLst>
            <pc:docMk/>
            <pc:sldMasterMk cId="2879083297" sldId="2147483704"/>
            <pc:sldLayoutMk cId="2892046981" sldId="2147483709"/>
          </pc:sldLayoutMkLst>
        </pc:sldLayoutChg>
        <pc:sldLayoutChg chg="mod">
          <pc:chgData name="DALDIN GRACIELA SUSANA" userId="S::gdaldin@uade.edu.ar::4fdff1c9-ccbd-4515-a030-ff7d0f1057b2" providerId="AD" clId="Web-{B357A4BB-497B-E973-4685-1565EB744CA1}" dt="2026-08-24T09:17:04.624" v="1"/>
          <pc:sldLayoutMkLst>
            <pc:docMk/>
            <pc:sldMasterMk cId="2879083297" sldId="2147483704"/>
            <pc:sldLayoutMk cId="3037793397" sldId="2147483710"/>
          </pc:sldLayoutMkLst>
        </pc:sldLayoutChg>
        <pc:sldLayoutChg chg="mod">
          <pc:chgData name="DALDIN GRACIELA SUSANA" userId="S::gdaldin@uade.edu.ar::4fdff1c9-ccbd-4515-a030-ff7d0f1057b2" providerId="AD" clId="Web-{B357A4BB-497B-E973-4685-1565EB744CA1}" dt="2026-08-24T09:17:04.624" v="1"/>
          <pc:sldLayoutMkLst>
            <pc:docMk/>
            <pc:sldMasterMk cId="2879083297" sldId="2147483704"/>
            <pc:sldLayoutMk cId="2934467608" sldId="2147483711"/>
          </pc:sldLayoutMkLst>
        </pc:sldLayoutChg>
        <pc:sldLayoutChg chg="mod">
          <pc:chgData name="DALDIN GRACIELA SUSANA" userId="S::gdaldin@uade.edu.ar::4fdff1c9-ccbd-4515-a030-ff7d0f1057b2" providerId="AD" clId="Web-{B357A4BB-497B-E973-4685-1565EB744CA1}" dt="2026-08-24T09:17:04.624" v="1"/>
          <pc:sldLayoutMkLst>
            <pc:docMk/>
            <pc:sldMasterMk cId="2879083297" sldId="2147483704"/>
            <pc:sldLayoutMk cId="48671385" sldId="2147483712"/>
          </pc:sldLayoutMkLst>
        </pc:sldLayoutChg>
        <pc:sldLayoutChg chg="mod">
          <pc:chgData name="DALDIN GRACIELA SUSANA" userId="S::gdaldin@uade.edu.ar::4fdff1c9-ccbd-4515-a030-ff7d0f1057b2" providerId="AD" clId="Web-{B357A4BB-497B-E973-4685-1565EB744CA1}" dt="2026-08-24T09:17:04.624" v="1"/>
          <pc:sldLayoutMkLst>
            <pc:docMk/>
            <pc:sldMasterMk cId="2879083297" sldId="2147483704"/>
            <pc:sldLayoutMk cId="1750986878" sldId="2147483713"/>
          </pc:sldLayoutMkLst>
        </pc:sldLayoutChg>
        <pc:sldLayoutChg chg="mod">
          <pc:chgData name="DALDIN GRACIELA SUSANA" userId="S::gdaldin@uade.edu.ar::4fdff1c9-ccbd-4515-a030-ff7d0f1057b2" providerId="AD" clId="Web-{B357A4BB-497B-E973-4685-1565EB744CA1}" dt="2026-08-24T09:17:04.624" v="1"/>
          <pc:sldLayoutMkLst>
            <pc:docMk/>
            <pc:sldMasterMk cId="2879083297" sldId="2147483704"/>
            <pc:sldLayoutMk cId="1547751842" sldId="2147483714"/>
          </pc:sldLayoutMkLst>
        </pc:sldLayoutChg>
        <pc:sldLayoutChg chg="mod">
          <pc:chgData name="DALDIN GRACIELA SUSANA" userId="S::gdaldin@uade.edu.ar::4fdff1c9-ccbd-4515-a030-ff7d0f1057b2" providerId="AD" clId="Web-{B357A4BB-497B-E973-4685-1565EB744CA1}" dt="2026-08-24T09:17:04.624" v="1"/>
          <pc:sldLayoutMkLst>
            <pc:docMk/>
            <pc:sldMasterMk cId="2879083297" sldId="2147483704"/>
            <pc:sldLayoutMk cId="3951441737" sldId="214748371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855D1F8-2D6D-42CD-BC05-9113129B8C36}" type="datetimeFigureOut">
              <a:rPr lang="en-US" smtClean="0"/>
              <a:t>8/24/2026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37CF1DCF-C87F-465B-BF64-23520B1FCF43}" type="slidenum">
              <a:rPr lang="en-US" smtClean="0"/>
              <a:t>‹Nº›</a:t>
            </a:fld>
            <a:endParaRPr lang="en-US"/>
          </a:p>
        </p:txBody>
      </p:sp>
    </p:spTree>
    <p:extLst>
      <p:ext uri="{BB962C8B-B14F-4D97-AF65-F5344CB8AC3E}">
        <p14:creationId xmlns:p14="http://schemas.microsoft.com/office/powerpoint/2010/main" val="2861318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1</a:t>
            </a:fld>
            <a:endParaRPr lang="es-ES" noProof="0"/>
          </a:p>
        </p:txBody>
      </p:sp>
    </p:spTree>
    <p:extLst>
      <p:ext uri="{BB962C8B-B14F-4D97-AF65-F5344CB8AC3E}">
        <p14:creationId xmlns:p14="http://schemas.microsoft.com/office/powerpoint/2010/main" val="3074766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98EFF8D-8FE4-C793-EC8E-5508C80FD00C}"/>
              </a:ext>
            </a:extLst>
          </p:cNvPr>
          <p:cNvSpPr>
            <a:spLocks noGrp="1" noRot="1" noChangeAspect="1" noChangeArrowheads="1" noTextEdit="1"/>
          </p:cNvSpPr>
          <p:nvPr>
            <p:ph type="sldImg"/>
          </p:nvPr>
        </p:nvSpPr>
        <p:spPr>
          <a:xfrm>
            <a:off x="101600" y="750888"/>
            <a:ext cx="6594475" cy="3709987"/>
          </a:xfrm>
          <a:ln/>
        </p:spPr>
      </p:sp>
      <p:sp>
        <p:nvSpPr>
          <p:cNvPr id="14339" name="Rectangle 3">
            <a:extLst>
              <a:ext uri="{FF2B5EF4-FFF2-40B4-BE49-F238E27FC236}">
                <a16:creationId xmlns:a16="http://schemas.microsoft.com/office/drawing/2014/main" id="{71EC1549-AB53-0022-8B84-740EF1F49E79}"/>
              </a:ext>
            </a:extLst>
          </p:cNvPr>
          <p:cNvSpPr>
            <a:spLocks noGrp="1" noChangeArrowheads="1"/>
          </p:cNvSpPr>
          <p:nvPr>
            <p:ph type="body" idx="1"/>
          </p:nvPr>
        </p:nvSpPr>
        <p:spPr/>
        <p:txBody>
          <a:bodyPr/>
          <a:lstStyle/>
          <a:p>
            <a:endParaRPr lang="es-AR" altLang="es-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26</a:t>
            </a:fld>
            <a:endParaRPr lang="es-ES" noProof="0"/>
          </a:p>
        </p:txBody>
      </p:sp>
    </p:spTree>
    <p:extLst>
      <p:ext uri="{BB962C8B-B14F-4D97-AF65-F5344CB8AC3E}">
        <p14:creationId xmlns:p14="http://schemas.microsoft.com/office/powerpoint/2010/main" val="1511479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8797642D-A9EB-465D-9B43-4975D1A9A9F5}" type="datetimeFigureOut">
              <a:rPr lang="en-US" smtClean="0"/>
              <a:t>8/24/2026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283839090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97642D-A9EB-465D-9B43-4975D1A9A9F5}"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79970093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t>8/24/2026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125665038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97642D-A9EB-465D-9B43-4975D1A9A9F5}"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73615745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97642D-A9EB-465D-9B43-4975D1A9A9F5}"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89204698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797642D-A9EB-465D-9B43-4975D1A9A9F5}"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0E506-8910-4A1D-9597-9E72BD293B97}" type="slidenum">
              <a:rPr lang="en-US" smtClean="0"/>
              <a:t>‹Nº›</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303779339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97642D-A9EB-465D-9B43-4975D1A9A9F5}"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93446760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t>8/24/2026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4867138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97642D-A9EB-465D-9B43-4975D1A9A9F5}"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75098687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97642D-A9EB-465D-9B43-4975D1A9A9F5}"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54775184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8797642D-A9EB-465D-9B43-4975D1A9A9F5}" type="datetimeFigureOut">
              <a:rPr lang="en-US" smtClean="0"/>
              <a:t>8/24/2026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395144173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797642D-A9EB-465D-9B43-4975D1A9A9F5}" type="datetimeFigureOut">
              <a:rPr lang="en-US" smtClean="0"/>
              <a:t>8/24/2026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E40E506-8910-4A1D-9597-9E72BD293B97}" type="slidenum">
              <a:rPr lang="en-US" smtClean="0"/>
              <a:t>‹Nº›</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79083297"/>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A1EB241-0852-428A-8A50-67737CA93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7A23EDC2-E1E5-4C5D-9C74-714516AF52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B2781548-0E4F-4401-A909-82EDF50DB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33030110-5A0B-4476-9070-A890E1987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30" name="Rectangle 29">
            <a:extLst>
              <a:ext uri="{FF2B5EF4-FFF2-40B4-BE49-F238E27FC236}">
                <a16:creationId xmlns:a16="http://schemas.microsoft.com/office/drawing/2014/main" id="{0A08DAED-6222-40F8-97FA-1474D91F1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12192000" cy="37081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ADE | Comenzá tu carrera en una Gran Universidad">
            <a:extLst>
              <a:ext uri="{FF2B5EF4-FFF2-40B4-BE49-F238E27FC236}">
                <a16:creationId xmlns:a16="http://schemas.microsoft.com/office/drawing/2014/main" id="{7133C0B5-A121-A890-1684-32757CCF02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 b="478"/>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B9EA7D0C-D986-4DAE-813C-903CF7A31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392" y="641102"/>
            <a:ext cx="3666744" cy="369851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D99C405-B1A7-43F2-998F-543F8B2B881D}"/>
              </a:ext>
            </a:extLst>
          </p:cNvPr>
          <p:cNvPicPr>
            <a:picLocks noChangeAspect="1"/>
          </p:cNvPicPr>
          <p:nvPr/>
        </p:nvPicPr>
        <p:blipFill>
          <a:blip r:embed="rId4"/>
          <a:stretch>
            <a:fillRect/>
          </a:stretch>
        </p:blipFill>
        <p:spPr>
          <a:xfrm>
            <a:off x="4948333" y="974331"/>
            <a:ext cx="6084428" cy="3042214"/>
          </a:xfrm>
          <a:prstGeom prst="rect">
            <a:avLst/>
          </a:prstGeom>
        </p:spPr>
      </p:pic>
      <p:sp>
        <p:nvSpPr>
          <p:cNvPr id="34" name="Rectangle 33">
            <a:extLst>
              <a:ext uri="{FF2B5EF4-FFF2-40B4-BE49-F238E27FC236}">
                <a16:creationId xmlns:a16="http://schemas.microsoft.com/office/drawing/2014/main" id="{C0FEAC2C-4B4A-4DAB-9021-A01837447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8704" y="642071"/>
            <a:ext cx="7475220" cy="370144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D04E7CE-C66B-49FC-8E37-3A08EF9A5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48660" y="4432079"/>
            <a:ext cx="83731" cy="196077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D4CCD094-D228-ACA0-C5E7-11CE7ECEBC4A}"/>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Marcador de número de diapositiva 1">
            <a:extLst>
              <a:ext uri="{FF2B5EF4-FFF2-40B4-BE49-F238E27FC236}">
                <a16:creationId xmlns:a16="http://schemas.microsoft.com/office/drawing/2014/main" id="{27CECD11-59D2-2C18-DAB8-4318C9E169FF}"/>
              </a:ext>
            </a:extLst>
          </p:cNvPr>
          <p:cNvSpPr>
            <a:spLocks noGrp="1"/>
          </p:cNvSpPr>
          <p:nvPr>
            <p:ph type="sldNum" sz="quarter" idx="12"/>
          </p:nvPr>
        </p:nvSpPr>
        <p:spPr/>
        <p:txBody>
          <a:bodyPr/>
          <a:lstStyle/>
          <a:p>
            <a:fld id="{0E40E506-8910-4A1D-9597-9E72BD293B97}" type="slidenum">
              <a:rPr lang="en-US" smtClean="0"/>
              <a:t>1</a:t>
            </a:fld>
            <a:endParaRPr lang="es-ES"/>
          </a:p>
        </p:txBody>
      </p:sp>
    </p:spTree>
    <p:extLst>
      <p:ext uri="{BB962C8B-B14F-4D97-AF65-F5344CB8AC3E}">
        <p14:creationId xmlns:p14="http://schemas.microsoft.com/office/powerpoint/2010/main" val="3262494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2DFA385B-9F00-227A-E576-4882DE69FED4}"/>
              </a:ext>
            </a:extLst>
          </p:cNvPr>
          <p:cNvSpPr>
            <a:spLocks noGrp="1" noChangeArrowheads="1"/>
          </p:cNvSpPr>
          <p:nvPr>
            <p:ph type="ctrTitle"/>
          </p:nvPr>
        </p:nvSpPr>
        <p:spPr/>
        <p:txBody>
          <a:bodyPr/>
          <a:lstStyle/>
          <a:p>
            <a:pPr algn="ctr"/>
            <a:r>
              <a:rPr lang="es-ES" altLang="es-AR"/>
              <a:t>Ingeniería del Software</a:t>
            </a:r>
          </a:p>
        </p:txBody>
      </p:sp>
      <p:sp>
        <p:nvSpPr>
          <p:cNvPr id="2" name="Marcador de número de diapositiva 1">
            <a:extLst>
              <a:ext uri="{FF2B5EF4-FFF2-40B4-BE49-F238E27FC236}">
                <a16:creationId xmlns:a16="http://schemas.microsoft.com/office/drawing/2014/main" id="{711FBF89-8D63-4ECF-7C50-BA06E050FD59}"/>
              </a:ext>
            </a:extLst>
          </p:cNvPr>
          <p:cNvSpPr>
            <a:spLocks noGrp="1"/>
          </p:cNvSpPr>
          <p:nvPr>
            <p:ph type="sldNum" sz="quarter" idx="12"/>
          </p:nvPr>
        </p:nvSpPr>
        <p:spPr/>
        <p:txBody>
          <a:bodyPr/>
          <a:lstStyle/>
          <a:p>
            <a:fld id="{0E40E506-8910-4A1D-9597-9E72BD293B97}" type="slidenum">
              <a:rPr lang="en-US" smtClean="0"/>
              <a:t>2</a:t>
            </a:fld>
            <a:endParaRPr lang="es-E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4C76778-27B6-6901-C443-08C5855EB9B2}"/>
              </a:ext>
            </a:extLst>
          </p:cNvPr>
          <p:cNvSpPr>
            <a:spLocks noGrp="1" noChangeArrowheads="1"/>
          </p:cNvSpPr>
          <p:nvPr>
            <p:ph type="title"/>
          </p:nvPr>
        </p:nvSpPr>
        <p:spPr>
          <a:xfrm>
            <a:off x="426128" y="613378"/>
            <a:ext cx="11265763" cy="1162155"/>
          </a:xfrm>
        </p:spPr>
        <p:txBody>
          <a:bodyPr/>
          <a:lstStyle/>
          <a:p>
            <a:r>
              <a:rPr lang="es-ES" altLang="es-AR" sz="3600" b="1">
                <a:latin typeface="Arial" panose="020B0604020202020204" pitchFamily="34" charset="0"/>
              </a:rPr>
              <a:t>CALIDAD</a:t>
            </a:r>
          </a:p>
        </p:txBody>
      </p:sp>
      <p:sp>
        <p:nvSpPr>
          <p:cNvPr id="10243" name="Rectangle 3">
            <a:extLst>
              <a:ext uri="{FF2B5EF4-FFF2-40B4-BE49-F238E27FC236}">
                <a16:creationId xmlns:a16="http://schemas.microsoft.com/office/drawing/2014/main" id="{421F7C38-0460-00FC-BF7D-0EB5F96893BB}"/>
              </a:ext>
            </a:extLst>
          </p:cNvPr>
          <p:cNvSpPr>
            <a:spLocks noGrp="1" noChangeArrowheads="1"/>
          </p:cNvSpPr>
          <p:nvPr>
            <p:ph type="body" idx="1"/>
          </p:nvPr>
        </p:nvSpPr>
        <p:spPr>
          <a:xfrm>
            <a:off x="581192" y="2180496"/>
            <a:ext cx="11110699" cy="3678303"/>
          </a:xfrm>
        </p:spPr>
        <p:txBody>
          <a:bodyPr>
            <a:normAutofit/>
          </a:bodyPr>
          <a:lstStyle/>
          <a:p>
            <a:pPr algn="just">
              <a:spcAft>
                <a:spcPts val="1200"/>
              </a:spcAft>
            </a:pPr>
            <a:r>
              <a:rPr lang="es-MX" altLang="es-AR" sz="3600">
                <a:solidFill>
                  <a:schemeClr val="accent1"/>
                </a:solidFill>
                <a:latin typeface="+mj-lt"/>
                <a:ea typeface="+mj-ea"/>
                <a:cs typeface="+mj-cs"/>
              </a:rPr>
              <a:t>…”Proceso eficaz de software que se aplica de manera que crea un producto útil que proporciona valor medible a quienes lo producen y a quienes lo utilizan”.</a:t>
            </a:r>
            <a:endParaRPr lang="es-ES" altLang="es-AR" sz="3600">
              <a:solidFill>
                <a:schemeClr val="accent1"/>
              </a:solidFill>
              <a:latin typeface="+mj-lt"/>
              <a:ea typeface="+mj-ea"/>
              <a:cs typeface="+mj-cs"/>
            </a:endParaRPr>
          </a:p>
        </p:txBody>
      </p:sp>
      <p:sp>
        <p:nvSpPr>
          <p:cNvPr id="2" name="Marcador de número de diapositiva 1">
            <a:extLst>
              <a:ext uri="{FF2B5EF4-FFF2-40B4-BE49-F238E27FC236}">
                <a16:creationId xmlns:a16="http://schemas.microsoft.com/office/drawing/2014/main" id="{70A20445-8AC0-036D-27C1-B70DB7FF82A3}"/>
              </a:ext>
            </a:extLst>
          </p:cNvPr>
          <p:cNvSpPr>
            <a:spLocks noGrp="1"/>
          </p:cNvSpPr>
          <p:nvPr>
            <p:ph type="sldNum" sz="quarter" idx="12"/>
          </p:nvPr>
        </p:nvSpPr>
        <p:spPr/>
        <p:txBody>
          <a:bodyPr/>
          <a:lstStyle/>
          <a:p>
            <a:fld id="{0E40E506-8910-4A1D-9597-9E72BD293B97}" type="slidenum">
              <a:rPr lang="en-US" smtClean="0"/>
              <a:t>3</a:t>
            </a:fld>
            <a:endParaRPr lang="es-E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378C02-E019-63BB-08CB-EE77AE1C0A9A}"/>
              </a:ext>
            </a:extLst>
          </p:cNvPr>
          <p:cNvSpPr>
            <a:spLocks noGrp="1"/>
          </p:cNvSpPr>
          <p:nvPr>
            <p:ph type="title"/>
          </p:nvPr>
        </p:nvSpPr>
        <p:spPr/>
        <p:txBody>
          <a:bodyPr/>
          <a:lstStyle/>
          <a:p>
            <a:r>
              <a:rPr lang="es-ES" altLang="es-AR" sz="2800" b="1">
                <a:latin typeface="Arial" panose="020B0604020202020204" pitchFamily="34" charset="0"/>
              </a:rPr>
              <a:t>CALIDAD</a:t>
            </a:r>
            <a:endParaRPr lang="es-AR"/>
          </a:p>
        </p:txBody>
      </p:sp>
      <p:sp>
        <p:nvSpPr>
          <p:cNvPr id="3" name="Marcador de contenido 2">
            <a:extLst>
              <a:ext uri="{FF2B5EF4-FFF2-40B4-BE49-F238E27FC236}">
                <a16:creationId xmlns:a16="http://schemas.microsoft.com/office/drawing/2014/main" id="{ADD563F8-1EAE-6174-589F-5AE893DBF11F}"/>
              </a:ext>
            </a:extLst>
          </p:cNvPr>
          <p:cNvSpPr>
            <a:spLocks noGrp="1"/>
          </p:cNvSpPr>
          <p:nvPr>
            <p:ph idx="1"/>
          </p:nvPr>
        </p:nvSpPr>
        <p:spPr/>
        <p:txBody>
          <a:bodyPr/>
          <a:lstStyle/>
          <a:p>
            <a:r>
              <a:rPr lang="es-ES" altLang="es-AR" sz="3600">
                <a:solidFill>
                  <a:schemeClr val="accent1"/>
                </a:solidFill>
                <a:latin typeface="+mj-lt"/>
                <a:ea typeface="+mj-ea"/>
                <a:cs typeface="+mj-cs"/>
              </a:rPr>
              <a:t>Proceso eficaz de software.</a:t>
            </a:r>
            <a:endParaRPr lang="es-AR" sz="3600">
              <a:solidFill>
                <a:schemeClr val="accent1"/>
              </a:solidFill>
              <a:latin typeface="+mj-lt"/>
              <a:ea typeface="+mj-ea"/>
              <a:cs typeface="+mj-cs"/>
            </a:endParaRPr>
          </a:p>
          <a:p>
            <a:r>
              <a:rPr lang="es-AR" sz="3600">
                <a:solidFill>
                  <a:schemeClr val="accent1"/>
                </a:solidFill>
                <a:latin typeface="+mj-lt"/>
                <a:ea typeface="+mj-ea"/>
                <a:cs typeface="+mj-cs"/>
              </a:rPr>
              <a:t>Producto útil.</a:t>
            </a:r>
          </a:p>
          <a:p>
            <a:r>
              <a:rPr lang="es-MX" sz="3600">
                <a:solidFill>
                  <a:schemeClr val="accent1"/>
                </a:solidFill>
                <a:latin typeface="+mj-lt"/>
                <a:ea typeface="+mj-ea"/>
                <a:cs typeface="+mj-cs"/>
              </a:rPr>
              <a:t>Agregar valor.</a:t>
            </a:r>
          </a:p>
        </p:txBody>
      </p:sp>
      <p:sp>
        <p:nvSpPr>
          <p:cNvPr id="4" name="Marcador de número de diapositiva 3">
            <a:extLst>
              <a:ext uri="{FF2B5EF4-FFF2-40B4-BE49-F238E27FC236}">
                <a16:creationId xmlns:a16="http://schemas.microsoft.com/office/drawing/2014/main" id="{13D7A951-4FA6-9C3B-5BF7-FEAA7FFAA810}"/>
              </a:ext>
            </a:extLst>
          </p:cNvPr>
          <p:cNvSpPr>
            <a:spLocks noGrp="1"/>
          </p:cNvSpPr>
          <p:nvPr>
            <p:ph type="sldNum" sz="quarter" idx="12"/>
          </p:nvPr>
        </p:nvSpPr>
        <p:spPr/>
        <p:txBody>
          <a:bodyPr/>
          <a:lstStyle/>
          <a:p>
            <a:fld id="{0E40E506-8910-4A1D-9597-9E72BD293B97}" type="slidenum">
              <a:rPr lang="en-US" smtClean="0"/>
              <a:t>4</a:t>
            </a:fld>
            <a:endParaRPr lang="es-ES"/>
          </a:p>
        </p:txBody>
      </p:sp>
    </p:spTree>
    <p:extLst>
      <p:ext uri="{BB962C8B-B14F-4D97-AF65-F5344CB8AC3E}">
        <p14:creationId xmlns:p14="http://schemas.microsoft.com/office/powerpoint/2010/main" val="3596384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ABCC26D-9187-2B97-0A29-C7E871743152}"/>
              </a:ext>
            </a:extLst>
          </p:cNvPr>
          <p:cNvSpPr>
            <a:spLocks noGrp="1" noChangeArrowheads="1"/>
          </p:cNvSpPr>
          <p:nvPr>
            <p:ph type="title"/>
          </p:nvPr>
        </p:nvSpPr>
        <p:spPr>
          <a:xfrm>
            <a:off x="452761" y="702156"/>
            <a:ext cx="11158047" cy="1013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ctr">
            <a:normAutofit fontScale="90000"/>
          </a:bodyPr>
          <a:lstStyle/>
          <a:p>
            <a:pPr>
              <a:lnSpc>
                <a:spcPct val="250000"/>
              </a:lnSpc>
            </a:pPr>
            <a:r>
              <a:rPr lang="es-ES" altLang="es-AR" sz="3600" b="1">
                <a:latin typeface="Arial" panose="020B0604020202020204" pitchFamily="34" charset="0"/>
              </a:rPr>
              <a:t>proceso eficaz de software</a:t>
            </a:r>
          </a:p>
        </p:txBody>
      </p:sp>
      <p:sp>
        <p:nvSpPr>
          <p:cNvPr id="5123" name="Rectangle 3">
            <a:extLst>
              <a:ext uri="{FF2B5EF4-FFF2-40B4-BE49-F238E27FC236}">
                <a16:creationId xmlns:a16="http://schemas.microsoft.com/office/drawing/2014/main" id="{D0ED00D8-0E77-3304-AD12-CC29433A3738}"/>
              </a:ext>
            </a:extLst>
          </p:cNvPr>
          <p:cNvSpPr>
            <a:spLocks noGrp="1" noChangeArrowheads="1"/>
          </p:cNvSpPr>
          <p:nvPr>
            <p:ph type="body" idx="1"/>
          </p:nvPr>
        </p:nvSpPr>
        <p:spPr>
          <a:xfrm>
            <a:off x="381740" y="1747319"/>
            <a:ext cx="11351550" cy="4744016"/>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ctr">
            <a:normAutofit/>
          </a:bodyPr>
          <a:lstStyle/>
          <a:p>
            <a:pPr algn="ctr" defTabSz="739775">
              <a:tabLst>
                <a:tab pos="6921500" algn="l"/>
                <a:tab pos="7091363" algn="l"/>
              </a:tabLst>
            </a:pPr>
            <a:r>
              <a:rPr lang="es-MX" sz="2800">
                <a:solidFill>
                  <a:schemeClr val="accent1"/>
                </a:solidFill>
                <a:latin typeface="+mj-lt"/>
                <a:ea typeface="+mj-ea"/>
                <a:cs typeface="+mj-cs"/>
              </a:rPr>
              <a:t>Permite estandarizar esfuerzos, promover </a:t>
            </a:r>
            <a:r>
              <a:rPr lang="es-MX" sz="2800" err="1">
                <a:solidFill>
                  <a:schemeClr val="accent1"/>
                </a:solidFill>
                <a:latin typeface="+mj-lt"/>
                <a:ea typeface="+mj-ea"/>
                <a:cs typeface="+mj-cs"/>
              </a:rPr>
              <a:t>reuso</a:t>
            </a:r>
            <a:r>
              <a:rPr lang="es-MX" sz="2800">
                <a:solidFill>
                  <a:schemeClr val="accent1"/>
                </a:solidFill>
                <a:latin typeface="+mj-lt"/>
                <a:ea typeface="+mj-ea"/>
                <a:cs typeface="+mj-cs"/>
              </a:rPr>
              <a:t>, repetición y consistencia entre proyectos. Provee la oportunidad de introducir mejores prácticas.</a:t>
            </a:r>
          </a:p>
          <a:p>
            <a:pPr algn="ctr" defTabSz="739775">
              <a:tabLst>
                <a:tab pos="6921500" algn="l"/>
                <a:tab pos="7091363" algn="l"/>
              </a:tabLst>
            </a:pPr>
            <a:r>
              <a:rPr lang="es-MX" altLang="es-AR" sz="2800">
                <a:solidFill>
                  <a:schemeClr val="accent1"/>
                </a:solidFill>
                <a:latin typeface="+mj-lt"/>
                <a:ea typeface="+mj-ea"/>
                <a:cs typeface="+mj-cs"/>
              </a:rPr>
              <a:t>Las prácticas de ingeniería de software permiten al desarrollador analizar el problema y diseñar una solución sólida, ambas actividades críticas de la construcción de software de alta calidad.</a:t>
            </a:r>
            <a:endParaRPr lang="es-ES" altLang="es-AR" sz="2800">
              <a:solidFill>
                <a:schemeClr val="accent1"/>
              </a:solidFill>
              <a:latin typeface="+mj-lt"/>
              <a:ea typeface="+mj-ea"/>
              <a:cs typeface="+mj-cs"/>
            </a:endParaRPr>
          </a:p>
        </p:txBody>
      </p:sp>
      <p:sp>
        <p:nvSpPr>
          <p:cNvPr id="2" name="Marcador de número de diapositiva 1">
            <a:extLst>
              <a:ext uri="{FF2B5EF4-FFF2-40B4-BE49-F238E27FC236}">
                <a16:creationId xmlns:a16="http://schemas.microsoft.com/office/drawing/2014/main" id="{2FA7C0D0-9D62-EF84-894B-8E842608C109}"/>
              </a:ext>
            </a:extLst>
          </p:cNvPr>
          <p:cNvSpPr>
            <a:spLocks noGrp="1"/>
          </p:cNvSpPr>
          <p:nvPr>
            <p:ph type="sldNum" sz="quarter" idx="12"/>
          </p:nvPr>
        </p:nvSpPr>
        <p:spPr/>
        <p:txBody>
          <a:bodyPr/>
          <a:lstStyle/>
          <a:p>
            <a:fld id="{0E40E506-8910-4A1D-9597-9E72BD293B97}" type="slidenum">
              <a:rPr lang="en-US" smtClean="0"/>
              <a:t>5</a:t>
            </a:fld>
            <a:endParaRPr lang="es-E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7CD98B9F-3B94-F79A-E002-755614EA3BF0}"/>
              </a:ext>
            </a:extLst>
          </p:cNvPr>
          <p:cNvSpPr>
            <a:spLocks noGrp="1"/>
          </p:cNvSpPr>
          <p:nvPr>
            <p:ph type="title"/>
          </p:nvPr>
        </p:nvSpPr>
        <p:spPr>
          <a:xfrm>
            <a:off x="470517" y="729657"/>
            <a:ext cx="11134993" cy="1081387"/>
          </a:xfrm>
        </p:spPr>
        <p:txBody>
          <a:bodyPr/>
          <a:lstStyle/>
          <a:p>
            <a:r>
              <a:rPr lang="es-AR" sz="3600" b="1">
                <a:latin typeface="Arial" panose="020B0604020202020204" pitchFamily="34" charset="0"/>
              </a:rPr>
              <a:t>producto útil</a:t>
            </a:r>
          </a:p>
        </p:txBody>
      </p:sp>
      <p:sp>
        <p:nvSpPr>
          <p:cNvPr id="5" name="CuadroTexto 4">
            <a:extLst>
              <a:ext uri="{FF2B5EF4-FFF2-40B4-BE49-F238E27FC236}">
                <a16:creationId xmlns:a16="http://schemas.microsoft.com/office/drawing/2014/main" id="{A9F00743-42FD-07CF-280F-53B38D65371A}"/>
              </a:ext>
            </a:extLst>
          </p:cNvPr>
          <p:cNvSpPr txBox="1"/>
          <p:nvPr/>
        </p:nvSpPr>
        <p:spPr>
          <a:xfrm>
            <a:off x="559293" y="3108054"/>
            <a:ext cx="10955045" cy="954107"/>
          </a:xfrm>
          <a:prstGeom prst="rect">
            <a:avLst/>
          </a:prstGeom>
          <a:noFill/>
        </p:spPr>
        <p:txBody>
          <a:bodyPr wrap="square">
            <a:spAutoFit/>
          </a:bodyPr>
          <a:lstStyle/>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2800">
                <a:solidFill>
                  <a:schemeClr val="accent1"/>
                </a:solidFill>
                <a:latin typeface="+mj-lt"/>
                <a:ea typeface="+mj-ea"/>
                <a:cs typeface="+mj-cs"/>
              </a:rPr>
              <a:t>Un producto útil que siempre satisface los requerimientos establecidos en forma explícita por los participantes y facilitando su uso.</a:t>
            </a:r>
            <a:endParaRPr lang="es-AR" sz="2800">
              <a:solidFill>
                <a:schemeClr val="accent1"/>
              </a:solidFill>
              <a:latin typeface="+mj-lt"/>
              <a:ea typeface="+mj-ea"/>
              <a:cs typeface="+mj-cs"/>
            </a:endParaRPr>
          </a:p>
        </p:txBody>
      </p:sp>
      <p:sp>
        <p:nvSpPr>
          <p:cNvPr id="2" name="Marcador de número de diapositiva 1">
            <a:extLst>
              <a:ext uri="{FF2B5EF4-FFF2-40B4-BE49-F238E27FC236}">
                <a16:creationId xmlns:a16="http://schemas.microsoft.com/office/drawing/2014/main" id="{994FF3E0-C562-CC07-A07D-9A95F6444BAD}"/>
              </a:ext>
            </a:extLst>
          </p:cNvPr>
          <p:cNvSpPr>
            <a:spLocks noGrp="1"/>
          </p:cNvSpPr>
          <p:nvPr>
            <p:ph type="sldNum" sz="quarter" idx="12"/>
          </p:nvPr>
        </p:nvSpPr>
        <p:spPr/>
        <p:txBody>
          <a:bodyPr/>
          <a:lstStyle/>
          <a:p>
            <a:fld id="{0E40E506-8910-4A1D-9597-9E72BD293B97}" type="slidenum">
              <a:rPr lang="en-US" smtClean="0"/>
              <a:t>6</a:t>
            </a:fld>
            <a:endParaRPr lang="es-E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8CB03B-3468-94A1-856C-E7D2DF755489}"/>
              </a:ext>
            </a:extLst>
          </p:cNvPr>
          <p:cNvSpPr>
            <a:spLocks noGrp="1"/>
          </p:cNvSpPr>
          <p:nvPr>
            <p:ph type="title"/>
          </p:nvPr>
        </p:nvSpPr>
        <p:spPr>
          <a:xfrm>
            <a:off x="460484" y="774046"/>
            <a:ext cx="11029616" cy="988332"/>
          </a:xfrm>
        </p:spPr>
        <p:txBody>
          <a:bodyPr>
            <a:normAutofit/>
          </a:bodyPr>
          <a:lstStyle/>
          <a:p>
            <a:r>
              <a:rPr lang="es-MX" sz="3600" b="1">
                <a:latin typeface="Arial" panose="020B0604020202020204" pitchFamily="34" charset="0"/>
              </a:rPr>
              <a:t>agregar valor</a:t>
            </a:r>
            <a:endParaRPr lang="es-AR" sz="3600" b="1">
              <a:latin typeface="Arial" panose="020B0604020202020204" pitchFamily="34" charset="0"/>
            </a:endParaRPr>
          </a:p>
        </p:txBody>
      </p:sp>
      <p:sp>
        <p:nvSpPr>
          <p:cNvPr id="4" name="CuadroTexto 3">
            <a:extLst>
              <a:ext uri="{FF2B5EF4-FFF2-40B4-BE49-F238E27FC236}">
                <a16:creationId xmlns:a16="http://schemas.microsoft.com/office/drawing/2014/main" id="{11D0DDAA-B36F-4CE8-0E81-03CA708AE47D}"/>
              </a:ext>
            </a:extLst>
          </p:cNvPr>
          <p:cNvSpPr txBox="1"/>
          <p:nvPr/>
        </p:nvSpPr>
        <p:spPr>
          <a:xfrm>
            <a:off x="460484" y="2376542"/>
            <a:ext cx="11249163" cy="4191917"/>
          </a:xfrm>
          <a:prstGeom prst="rect">
            <a:avLst/>
          </a:prstGeom>
          <a:noFill/>
        </p:spPr>
        <p:txBody>
          <a:bodyPr wrap="square">
            <a:spAutoFit/>
          </a:bodyPr>
          <a:lstStyle/>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2800" b="1">
                <a:solidFill>
                  <a:schemeClr val="accent1"/>
                </a:solidFill>
                <a:latin typeface="+mj-lt"/>
                <a:ea typeface="+mj-ea"/>
                <a:cs typeface="+mj-cs"/>
              </a:rPr>
              <a:t>Para quiénes?</a:t>
            </a:r>
          </a:p>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2800">
                <a:solidFill>
                  <a:schemeClr val="accent1"/>
                </a:solidFill>
                <a:latin typeface="+mj-lt"/>
                <a:ea typeface="+mj-ea"/>
                <a:cs typeface="+mj-cs"/>
              </a:rPr>
              <a:t>Para el equipo de desarrollo de SW y para el usuario.</a:t>
            </a:r>
          </a:p>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2800">
                <a:solidFill>
                  <a:schemeClr val="accent1"/>
                </a:solidFill>
                <a:latin typeface="+mj-lt"/>
                <a:ea typeface="+mj-ea"/>
                <a:cs typeface="+mj-cs"/>
              </a:rPr>
              <a:t>Para el producto del software de alta calidad que proporciona beneficios a la organización y a la comunidad de usuarios finales. </a:t>
            </a:r>
          </a:p>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2800">
                <a:solidFill>
                  <a:schemeClr val="accent1"/>
                </a:solidFill>
                <a:latin typeface="+mj-lt"/>
                <a:ea typeface="+mj-ea"/>
                <a:cs typeface="+mj-cs"/>
              </a:rPr>
              <a:t>La organización que elabora el software obtiene valor agregado porque el software de alta calidad requiere un menor esfuerzo de mantenimiento, menos errores que corregir y poca asistencia al cliente.</a:t>
            </a:r>
          </a:p>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endParaRPr lang="es-AR" sz="2800">
              <a:solidFill>
                <a:schemeClr val="accent1"/>
              </a:solidFill>
              <a:latin typeface="+mj-lt"/>
              <a:ea typeface="+mj-ea"/>
              <a:cs typeface="+mj-cs"/>
            </a:endParaRPr>
          </a:p>
        </p:txBody>
      </p:sp>
      <p:sp>
        <p:nvSpPr>
          <p:cNvPr id="3" name="Marcador de número de diapositiva 2">
            <a:extLst>
              <a:ext uri="{FF2B5EF4-FFF2-40B4-BE49-F238E27FC236}">
                <a16:creationId xmlns:a16="http://schemas.microsoft.com/office/drawing/2014/main" id="{10DA1A1E-2577-6AB0-1747-AD31C86EF1DE}"/>
              </a:ext>
            </a:extLst>
          </p:cNvPr>
          <p:cNvSpPr>
            <a:spLocks noGrp="1"/>
          </p:cNvSpPr>
          <p:nvPr>
            <p:ph type="sldNum" sz="quarter" idx="12"/>
          </p:nvPr>
        </p:nvSpPr>
        <p:spPr/>
        <p:txBody>
          <a:bodyPr/>
          <a:lstStyle/>
          <a:p>
            <a:fld id="{0E40E506-8910-4A1D-9597-9E72BD293B97}" type="slidenum">
              <a:rPr lang="en-US" smtClean="0"/>
              <a:t>7</a:t>
            </a:fld>
            <a:endParaRPr lang="es-ES"/>
          </a:p>
        </p:txBody>
      </p:sp>
    </p:spTree>
    <p:extLst>
      <p:ext uri="{BB962C8B-B14F-4D97-AF65-F5344CB8AC3E}">
        <p14:creationId xmlns:p14="http://schemas.microsoft.com/office/powerpoint/2010/main" val="499536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CE6079-5E9D-E855-D386-065325E5EDFE}"/>
              </a:ext>
            </a:extLst>
          </p:cNvPr>
          <p:cNvSpPr>
            <a:spLocks noGrp="1"/>
          </p:cNvSpPr>
          <p:nvPr>
            <p:ph type="title"/>
          </p:nvPr>
        </p:nvSpPr>
        <p:spPr/>
        <p:txBody>
          <a:bodyPr/>
          <a:lstStyle/>
          <a:p>
            <a:r>
              <a:rPr lang="es-ES" altLang="es-AR" sz="2800" b="1">
                <a:latin typeface="Arial" panose="020B0604020202020204" pitchFamily="34" charset="0"/>
              </a:rPr>
              <a:t>CALIDAD</a:t>
            </a:r>
            <a:endParaRPr lang="es-AR"/>
          </a:p>
        </p:txBody>
      </p:sp>
      <p:sp>
        <p:nvSpPr>
          <p:cNvPr id="4" name="CuadroTexto 3">
            <a:extLst>
              <a:ext uri="{FF2B5EF4-FFF2-40B4-BE49-F238E27FC236}">
                <a16:creationId xmlns:a16="http://schemas.microsoft.com/office/drawing/2014/main" id="{538A601F-731E-8EF3-2E03-E444841F2638}"/>
              </a:ext>
            </a:extLst>
          </p:cNvPr>
          <p:cNvSpPr txBox="1"/>
          <p:nvPr/>
        </p:nvSpPr>
        <p:spPr>
          <a:xfrm>
            <a:off x="497150" y="1918367"/>
            <a:ext cx="11108360" cy="2409890"/>
          </a:xfrm>
          <a:prstGeom prst="rect">
            <a:avLst/>
          </a:prstGeom>
          <a:noFill/>
        </p:spPr>
        <p:txBody>
          <a:bodyPr wrap="square" lIns="91440" tIns="45720" rIns="91440" bIns="45720" anchor="t">
            <a:spAutoFit/>
          </a:bodyPr>
          <a:lstStyle/>
          <a:p>
            <a:pPr marL="305435" indent="-305435"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2800">
                <a:solidFill>
                  <a:schemeClr val="accent1"/>
                </a:solidFill>
                <a:latin typeface="+mj-lt"/>
                <a:ea typeface="+mj-ea"/>
                <a:cs typeface="+mj-cs"/>
              </a:rPr>
              <a:t>Esto permite que los ingenieros de software dediquen más tiempo a crear nuevas aplicaciones y menos a repetir trabajos mal hechos. </a:t>
            </a:r>
            <a:endParaRPr lang="es-ES">
              <a:solidFill>
                <a:schemeClr val="accent1"/>
              </a:solidFill>
              <a:ea typeface="+mj-ea"/>
              <a:cs typeface="+mj-cs"/>
            </a:endParaRPr>
          </a:p>
          <a:p>
            <a:pPr marL="305435" indent="-305435"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2800" dirty="0">
                <a:solidFill>
                  <a:schemeClr val="accent1"/>
                </a:solidFill>
                <a:latin typeface="+mj-lt"/>
                <a:ea typeface="+mj-ea"/>
                <a:cs typeface="+mj-cs"/>
              </a:rPr>
              <a:t>La comunidad de usuarios obtiene valor agregado porque la aplicación provee una capacidad útil en forma tal que agiliza algún proceso de negocios. </a:t>
            </a:r>
          </a:p>
        </p:txBody>
      </p:sp>
      <p:sp>
        <p:nvSpPr>
          <p:cNvPr id="3" name="Marcador de número de diapositiva 2">
            <a:extLst>
              <a:ext uri="{FF2B5EF4-FFF2-40B4-BE49-F238E27FC236}">
                <a16:creationId xmlns:a16="http://schemas.microsoft.com/office/drawing/2014/main" id="{646C270D-3971-F235-9DFC-C095B0FC51A4}"/>
              </a:ext>
            </a:extLst>
          </p:cNvPr>
          <p:cNvSpPr>
            <a:spLocks noGrp="1"/>
          </p:cNvSpPr>
          <p:nvPr>
            <p:ph type="sldNum" sz="quarter" idx="12"/>
          </p:nvPr>
        </p:nvSpPr>
        <p:spPr/>
        <p:txBody>
          <a:bodyPr/>
          <a:lstStyle/>
          <a:p>
            <a:fld id="{0E40E506-8910-4A1D-9597-9E72BD293B97}" type="slidenum">
              <a:rPr lang="en-US" smtClean="0"/>
              <a:t>8</a:t>
            </a:fld>
            <a:endParaRPr lang="es-ES"/>
          </a:p>
        </p:txBody>
      </p:sp>
    </p:spTree>
    <p:extLst>
      <p:ext uri="{BB962C8B-B14F-4D97-AF65-F5344CB8AC3E}">
        <p14:creationId xmlns:p14="http://schemas.microsoft.com/office/powerpoint/2010/main" val="3996916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84D05D-E01C-3820-EADB-E2D9594F5010}"/>
              </a:ext>
            </a:extLst>
          </p:cNvPr>
          <p:cNvSpPr>
            <a:spLocks noGrp="1"/>
          </p:cNvSpPr>
          <p:nvPr>
            <p:ph type="title"/>
          </p:nvPr>
        </p:nvSpPr>
        <p:spPr/>
        <p:txBody>
          <a:bodyPr/>
          <a:lstStyle/>
          <a:p>
            <a:r>
              <a:rPr lang="es-ES" altLang="es-AR" sz="2800" b="1">
                <a:latin typeface="Arial" panose="020B0604020202020204" pitchFamily="34" charset="0"/>
              </a:rPr>
              <a:t>CALIDAD</a:t>
            </a:r>
            <a:endParaRPr lang="es-AR"/>
          </a:p>
        </p:txBody>
      </p:sp>
      <p:sp>
        <p:nvSpPr>
          <p:cNvPr id="4" name="CuadroTexto 3">
            <a:extLst>
              <a:ext uri="{FF2B5EF4-FFF2-40B4-BE49-F238E27FC236}">
                <a16:creationId xmlns:a16="http://schemas.microsoft.com/office/drawing/2014/main" id="{4F2F7C56-CA0F-E432-1E2B-9EBA42509832}"/>
              </a:ext>
            </a:extLst>
          </p:cNvPr>
          <p:cNvSpPr txBox="1"/>
          <p:nvPr/>
        </p:nvSpPr>
        <p:spPr>
          <a:xfrm>
            <a:off x="575894" y="1962796"/>
            <a:ext cx="11302428" cy="4721292"/>
          </a:xfrm>
          <a:prstGeom prst="rect">
            <a:avLst/>
          </a:prstGeom>
          <a:noFill/>
        </p:spPr>
        <p:txBody>
          <a:bodyPr wrap="square">
            <a:spAutoFit/>
          </a:bodyPr>
          <a:lstStyle/>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3600" b="1">
                <a:solidFill>
                  <a:schemeClr val="accent1"/>
                </a:solidFill>
                <a:latin typeface="+mj-lt"/>
                <a:ea typeface="+mj-ea"/>
                <a:cs typeface="+mj-cs"/>
              </a:rPr>
              <a:t>El resultado final es:</a:t>
            </a:r>
          </a:p>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endParaRPr lang="es-MX" sz="3600">
              <a:solidFill>
                <a:schemeClr val="accent1"/>
              </a:solidFill>
              <a:latin typeface="+mj-lt"/>
              <a:ea typeface="+mj-ea"/>
              <a:cs typeface="+mj-cs"/>
            </a:endParaRPr>
          </a:p>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3600">
                <a:solidFill>
                  <a:schemeClr val="accent1"/>
                </a:solidFill>
                <a:latin typeface="+mj-lt"/>
                <a:ea typeface="+mj-ea"/>
                <a:cs typeface="+mj-cs"/>
              </a:rPr>
              <a:t>1) Mayores utilidades por el producto de software.</a:t>
            </a:r>
          </a:p>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3600">
                <a:solidFill>
                  <a:schemeClr val="accent1"/>
                </a:solidFill>
                <a:latin typeface="+mj-lt"/>
                <a:ea typeface="+mj-ea"/>
                <a:cs typeface="+mj-cs"/>
              </a:rPr>
              <a:t> 2) Más rentabilidad cuando una aplicación apoya un proceso de negocios.</a:t>
            </a:r>
          </a:p>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3600">
                <a:solidFill>
                  <a:schemeClr val="accent1"/>
                </a:solidFill>
                <a:latin typeface="+mj-lt"/>
                <a:ea typeface="+mj-ea"/>
                <a:cs typeface="+mj-cs"/>
              </a:rPr>
              <a:t> 3) Mejor disponibilidad de información, que es crucial para el negocio.</a:t>
            </a:r>
            <a:endParaRPr lang="es-AR" sz="3600">
              <a:solidFill>
                <a:schemeClr val="accent1"/>
              </a:solidFill>
              <a:latin typeface="+mj-lt"/>
              <a:ea typeface="+mj-ea"/>
              <a:cs typeface="+mj-cs"/>
            </a:endParaRPr>
          </a:p>
        </p:txBody>
      </p:sp>
      <p:sp>
        <p:nvSpPr>
          <p:cNvPr id="3" name="Marcador de número de diapositiva 2">
            <a:extLst>
              <a:ext uri="{FF2B5EF4-FFF2-40B4-BE49-F238E27FC236}">
                <a16:creationId xmlns:a16="http://schemas.microsoft.com/office/drawing/2014/main" id="{7EECEBB0-6CD9-76DC-4300-8EDFD59E2557}"/>
              </a:ext>
            </a:extLst>
          </p:cNvPr>
          <p:cNvSpPr>
            <a:spLocks noGrp="1"/>
          </p:cNvSpPr>
          <p:nvPr>
            <p:ph type="sldNum" sz="quarter" idx="12"/>
          </p:nvPr>
        </p:nvSpPr>
        <p:spPr/>
        <p:txBody>
          <a:bodyPr/>
          <a:lstStyle/>
          <a:p>
            <a:fld id="{0E40E506-8910-4A1D-9597-9E72BD293B97}" type="slidenum">
              <a:rPr lang="en-US" smtClean="0"/>
              <a:t>9</a:t>
            </a:fld>
            <a:endParaRPr lang="es-ES"/>
          </a:p>
        </p:txBody>
      </p:sp>
    </p:spTree>
    <p:extLst>
      <p:ext uri="{BB962C8B-B14F-4D97-AF65-F5344CB8AC3E}">
        <p14:creationId xmlns:p14="http://schemas.microsoft.com/office/powerpoint/2010/main" val="4191426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1A6034-229D-3D89-E232-B7CD12578808}"/>
              </a:ext>
            </a:extLst>
          </p:cNvPr>
          <p:cNvSpPr>
            <a:spLocks noGrp="1"/>
          </p:cNvSpPr>
          <p:nvPr>
            <p:ph type="title"/>
          </p:nvPr>
        </p:nvSpPr>
        <p:spPr/>
        <p:txBody>
          <a:bodyPr/>
          <a:lstStyle/>
          <a:p>
            <a:r>
              <a:rPr lang="es-MX"/>
              <a:t>Calidad ISO 9126</a:t>
            </a:r>
            <a:endParaRPr lang="es-AR"/>
          </a:p>
        </p:txBody>
      </p:sp>
      <p:pic>
        <p:nvPicPr>
          <p:cNvPr id="5" name="Imagen 4">
            <a:extLst>
              <a:ext uri="{FF2B5EF4-FFF2-40B4-BE49-F238E27FC236}">
                <a16:creationId xmlns:a16="http://schemas.microsoft.com/office/drawing/2014/main" id="{AD90D035-EB5F-C97A-A62F-F0DDDD036CD8}"/>
              </a:ext>
            </a:extLst>
          </p:cNvPr>
          <p:cNvPicPr>
            <a:picLocks noChangeAspect="1"/>
          </p:cNvPicPr>
          <p:nvPr/>
        </p:nvPicPr>
        <p:blipFill>
          <a:blip r:embed="rId2"/>
          <a:stretch>
            <a:fillRect/>
          </a:stretch>
        </p:blipFill>
        <p:spPr>
          <a:xfrm>
            <a:off x="7814728" y="3187386"/>
            <a:ext cx="3086100" cy="1952625"/>
          </a:xfrm>
          <a:prstGeom prst="rect">
            <a:avLst/>
          </a:prstGeom>
        </p:spPr>
      </p:pic>
      <p:sp>
        <p:nvSpPr>
          <p:cNvPr id="7" name="CuadroTexto 6">
            <a:extLst>
              <a:ext uri="{FF2B5EF4-FFF2-40B4-BE49-F238E27FC236}">
                <a16:creationId xmlns:a16="http://schemas.microsoft.com/office/drawing/2014/main" id="{7528DFAB-76E2-0EF0-4F1E-08F8F572B7C1}"/>
              </a:ext>
            </a:extLst>
          </p:cNvPr>
          <p:cNvSpPr txBox="1"/>
          <p:nvPr/>
        </p:nvSpPr>
        <p:spPr>
          <a:xfrm>
            <a:off x="642152" y="1990448"/>
            <a:ext cx="6406718" cy="5060296"/>
          </a:xfrm>
          <a:prstGeom prst="rect">
            <a:avLst/>
          </a:prstGeom>
          <a:noFill/>
        </p:spPr>
        <p:txBody>
          <a:bodyPr wrap="square">
            <a:spAutoFit/>
          </a:bodyPr>
          <a:lstStyle/>
          <a:p>
            <a:pPr algn="ctr" defTabSz="739775">
              <a:lnSpc>
                <a:spcPct val="150000"/>
              </a:lnSpc>
              <a:spcBef>
                <a:spcPct val="20000"/>
              </a:spcBef>
              <a:spcAft>
                <a:spcPts val="600"/>
              </a:spcAft>
              <a:buClr>
                <a:schemeClr val="accent2"/>
              </a:buClr>
              <a:buSzPct val="92000"/>
              <a:tabLst>
                <a:tab pos="6921500" algn="l"/>
                <a:tab pos="7091363" algn="l"/>
              </a:tabLst>
            </a:pPr>
            <a:r>
              <a:rPr lang="es-MX" sz="2800">
                <a:solidFill>
                  <a:schemeClr val="accent1"/>
                </a:solidFill>
                <a:latin typeface="+mj-lt"/>
                <a:ea typeface="+mj-ea"/>
                <a:cs typeface="+mj-cs"/>
              </a:rPr>
              <a:t>Factores de la calidad ISO 9126 El estándar ISO 9126 se desarrolló con la intención de identificar los atributos clave del software de cómputo. Los atributos de la calidad del software son características o patrones consensuados que utilizamos para realizar una medición de los sistemas.</a:t>
            </a:r>
            <a:endParaRPr lang="es-AR" sz="2800">
              <a:solidFill>
                <a:schemeClr val="accent1"/>
              </a:solidFill>
              <a:latin typeface="+mj-lt"/>
              <a:ea typeface="+mj-ea"/>
              <a:cs typeface="+mj-cs"/>
            </a:endParaRPr>
          </a:p>
          <a:p>
            <a:pPr>
              <a:lnSpc>
                <a:spcPct val="150000"/>
              </a:lnSpc>
            </a:pPr>
            <a:endParaRPr lang="es-AR"/>
          </a:p>
        </p:txBody>
      </p:sp>
      <p:sp>
        <p:nvSpPr>
          <p:cNvPr id="3" name="Marcador de número de diapositiva 2">
            <a:extLst>
              <a:ext uri="{FF2B5EF4-FFF2-40B4-BE49-F238E27FC236}">
                <a16:creationId xmlns:a16="http://schemas.microsoft.com/office/drawing/2014/main" id="{C17BEA59-33C0-9D34-7F5D-0361337CC6E4}"/>
              </a:ext>
            </a:extLst>
          </p:cNvPr>
          <p:cNvSpPr>
            <a:spLocks noGrp="1"/>
          </p:cNvSpPr>
          <p:nvPr>
            <p:ph type="sldNum" sz="quarter" idx="12"/>
          </p:nvPr>
        </p:nvSpPr>
        <p:spPr/>
        <p:txBody>
          <a:bodyPr/>
          <a:lstStyle/>
          <a:p>
            <a:fld id="{0E40E506-8910-4A1D-9597-9E72BD293B97}" type="slidenum">
              <a:rPr lang="en-US" smtClean="0"/>
              <a:t>10</a:t>
            </a:fld>
            <a:endParaRPr lang="es-ES"/>
          </a:p>
        </p:txBody>
      </p:sp>
    </p:spTree>
    <p:extLst>
      <p:ext uri="{BB962C8B-B14F-4D97-AF65-F5344CB8AC3E}">
        <p14:creationId xmlns:p14="http://schemas.microsoft.com/office/powerpoint/2010/main" val="2341211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BF6D99-4089-0401-4CCB-F564874A97C3}"/>
              </a:ext>
            </a:extLst>
          </p:cNvPr>
          <p:cNvSpPr>
            <a:spLocks noGrp="1"/>
          </p:cNvSpPr>
          <p:nvPr>
            <p:ph type="title"/>
          </p:nvPr>
        </p:nvSpPr>
        <p:spPr/>
        <p:txBody>
          <a:bodyPr/>
          <a:lstStyle/>
          <a:p>
            <a:r>
              <a:rPr lang="es-MX"/>
              <a:t>Calidad ISO 9126</a:t>
            </a:r>
            <a:endParaRPr lang="es-AR"/>
          </a:p>
        </p:txBody>
      </p:sp>
      <p:sp>
        <p:nvSpPr>
          <p:cNvPr id="4" name="CuadroTexto 3">
            <a:extLst>
              <a:ext uri="{FF2B5EF4-FFF2-40B4-BE49-F238E27FC236}">
                <a16:creationId xmlns:a16="http://schemas.microsoft.com/office/drawing/2014/main" id="{7E1656C1-719D-FD3F-37AB-DE63C7039839}"/>
              </a:ext>
            </a:extLst>
          </p:cNvPr>
          <p:cNvSpPr txBox="1"/>
          <p:nvPr/>
        </p:nvSpPr>
        <p:spPr>
          <a:xfrm>
            <a:off x="390617" y="1887409"/>
            <a:ext cx="11117238" cy="4339650"/>
          </a:xfrm>
          <a:prstGeom prst="rect">
            <a:avLst/>
          </a:prstGeom>
          <a:noFill/>
        </p:spPr>
        <p:txBody>
          <a:bodyPr wrap="square" lIns="91440" tIns="45720" rIns="91440" bIns="45720" anchor="t">
            <a:spAutoFit/>
          </a:bodyPr>
          <a:lstStyle/>
          <a:p>
            <a:pPr algn="ctr" defTabSz="739775">
              <a:spcBef>
                <a:spcPct val="20000"/>
              </a:spcBef>
              <a:spcAft>
                <a:spcPts val="600"/>
              </a:spcAft>
              <a:buClr>
                <a:schemeClr val="accent2"/>
              </a:buClr>
              <a:buSzPct val="92000"/>
              <a:tabLst>
                <a:tab pos="6921500" algn="l"/>
                <a:tab pos="7091363" algn="l"/>
              </a:tabLst>
            </a:pPr>
            <a:r>
              <a:rPr lang="es-MX" sz="3000">
                <a:solidFill>
                  <a:schemeClr val="accent1"/>
                </a:solidFill>
                <a:latin typeface="+mj-lt"/>
                <a:ea typeface="+mj-ea"/>
                <a:cs typeface="+mj-cs"/>
              </a:rPr>
              <a:t>Este sistema identifica seis atributos clave de la calidad: </a:t>
            </a:r>
          </a:p>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AR" sz="3000">
                <a:solidFill>
                  <a:schemeClr val="accent1"/>
                </a:solidFill>
                <a:latin typeface="+mj-lt"/>
                <a:ea typeface="+mj-ea"/>
                <a:cs typeface="+mj-cs"/>
              </a:rPr>
              <a:t>Funcionalidad</a:t>
            </a:r>
          </a:p>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AR" sz="3000">
                <a:solidFill>
                  <a:schemeClr val="accent1"/>
                </a:solidFill>
                <a:latin typeface="+mj-lt"/>
                <a:ea typeface="+mj-ea"/>
                <a:cs typeface="+mj-cs"/>
              </a:rPr>
              <a:t> Fiabilidad</a:t>
            </a:r>
          </a:p>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AR" sz="3000">
                <a:solidFill>
                  <a:schemeClr val="accent1"/>
                </a:solidFill>
                <a:latin typeface="+mj-lt"/>
                <a:ea typeface="+mj-ea"/>
                <a:cs typeface="+mj-cs"/>
              </a:rPr>
              <a:t>Usabilidad </a:t>
            </a:r>
          </a:p>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AR" sz="3000">
                <a:solidFill>
                  <a:schemeClr val="accent1"/>
                </a:solidFill>
                <a:latin typeface="+mj-lt"/>
                <a:ea typeface="+mj-ea"/>
                <a:cs typeface="+mj-cs"/>
              </a:rPr>
              <a:t>Eficiencia</a:t>
            </a:r>
          </a:p>
          <a:p>
            <a:pPr marL="306000" indent="-306000"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AR" sz="3000">
                <a:solidFill>
                  <a:schemeClr val="accent1"/>
                </a:solidFill>
                <a:latin typeface="+mj-lt"/>
                <a:ea typeface="+mj-ea"/>
                <a:cs typeface="+mj-cs"/>
              </a:rPr>
              <a:t>Mantenibilidad</a:t>
            </a:r>
          </a:p>
          <a:p>
            <a:pPr marL="305435" indent="-305435" algn="ctr"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AR" sz="3000">
                <a:solidFill>
                  <a:schemeClr val="accent1"/>
                </a:solidFill>
                <a:latin typeface="+mj-lt"/>
                <a:ea typeface="+mj-ea"/>
                <a:cs typeface="+mj-cs"/>
              </a:rPr>
              <a:t>Portabilidad</a:t>
            </a:r>
          </a:p>
        </p:txBody>
      </p:sp>
      <p:sp>
        <p:nvSpPr>
          <p:cNvPr id="3" name="Marcador de número de diapositiva 2">
            <a:extLst>
              <a:ext uri="{FF2B5EF4-FFF2-40B4-BE49-F238E27FC236}">
                <a16:creationId xmlns:a16="http://schemas.microsoft.com/office/drawing/2014/main" id="{54965B90-15EB-6CC5-EBAE-A7B8118D72D5}"/>
              </a:ext>
            </a:extLst>
          </p:cNvPr>
          <p:cNvSpPr>
            <a:spLocks noGrp="1"/>
          </p:cNvSpPr>
          <p:nvPr>
            <p:ph type="sldNum" sz="quarter" idx="12"/>
          </p:nvPr>
        </p:nvSpPr>
        <p:spPr/>
        <p:txBody>
          <a:bodyPr/>
          <a:lstStyle/>
          <a:p>
            <a:fld id="{0E40E506-8910-4A1D-9597-9E72BD293B97}" type="slidenum">
              <a:rPr lang="en-US" smtClean="0"/>
              <a:t>11</a:t>
            </a:fld>
            <a:endParaRPr lang="es-ES"/>
          </a:p>
        </p:txBody>
      </p:sp>
    </p:spTree>
    <p:extLst>
      <p:ext uri="{BB962C8B-B14F-4D97-AF65-F5344CB8AC3E}">
        <p14:creationId xmlns:p14="http://schemas.microsoft.com/office/powerpoint/2010/main" val="4087456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C6CB87B5-D606-741B-66F4-398891F64C95}"/>
              </a:ext>
            </a:extLst>
          </p:cNvPr>
          <p:cNvSpPr>
            <a:spLocks noGrp="1"/>
          </p:cNvSpPr>
          <p:nvPr>
            <p:ph type="title"/>
          </p:nvPr>
        </p:nvSpPr>
        <p:spPr>
          <a:xfrm>
            <a:off x="576263" y="730250"/>
            <a:ext cx="11029950" cy="987425"/>
          </a:xfrm>
        </p:spPr>
        <p:txBody>
          <a:bodyPr/>
          <a:lstStyle/>
          <a:p>
            <a:r>
              <a:rPr lang="es-MX"/>
              <a:t>Calidad ISO 9126 </a:t>
            </a:r>
            <a:endParaRPr lang="es-AR"/>
          </a:p>
        </p:txBody>
      </p:sp>
      <p:sp>
        <p:nvSpPr>
          <p:cNvPr id="8" name="CuadroTexto 7">
            <a:extLst>
              <a:ext uri="{FF2B5EF4-FFF2-40B4-BE49-F238E27FC236}">
                <a16:creationId xmlns:a16="http://schemas.microsoft.com/office/drawing/2014/main" id="{5CB20DDC-1946-3601-3CE6-BB71BD5A5111}"/>
              </a:ext>
            </a:extLst>
          </p:cNvPr>
          <p:cNvSpPr txBox="1"/>
          <p:nvPr/>
        </p:nvSpPr>
        <p:spPr>
          <a:xfrm>
            <a:off x="426129" y="2148396"/>
            <a:ext cx="11105964" cy="3724096"/>
          </a:xfrm>
          <a:prstGeom prst="rect">
            <a:avLst/>
          </a:prstGeom>
          <a:noFill/>
        </p:spPr>
        <p:txBody>
          <a:bodyPr wrap="square" rtlCol="0">
            <a:spAutoFit/>
          </a:bodyPr>
          <a:lstStyle/>
          <a:p>
            <a:r>
              <a:rPr lang="es-MX" sz="2000" b="1">
                <a:solidFill>
                  <a:schemeClr val="accent1"/>
                </a:solidFill>
                <a:latin typeface="+mj-lt"/>
                <a:ea typeface="+mj-ea"/>
                <a:cs typeface="+mj-cs"/>
              </a:rPr>
              <a:t>Funcionalidad:</a:t>
            </a:r>
          </a:p>
          <a:p>
            <a:endParaRPr lang="es-MX"/>
          </a:p>
          <a:p>
            <a:r>
              <a:rPr lang="es-MX" sz="1600">
                <a:solidFill>
                  <a:schemeClr val="accent1"/>
                </a:solidFill>
                <a:latin typeface="+mj-lt"/>
                <a:ea typeface="+mj-ea"/>
                <a:cs typeface="+mj-cs"/>
              </a:rPr>
              <a:t>Un conjunto de atributos que se relacionan con la existencia de un conjunto de funciones y sus propiedades específicas. Las funciones son aquellas que satisfacen las necesidades implícitas o explícitas.</a:t>
            </a:r>
          </a:p>
          <a:p>
            <a:endParaRPr lang="es-MX"/>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Adecuación - Atributos del software relacionados con la presencia y aptitud de un conjunto de funciones para tareas especificadas.</a:t>
            </a: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Exactitud - Atributos del software relacionados con la disposición de resultados o efectos correctos o acordados.</a:t>
            </a: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Interoperabilidad - Atributos del software que se relacionan con su habilidad para la interacción con sistemas especificados.</a:t>
            </a: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Seguridad - Atributos del software relacionados con su habilidad para prevenir acceso no autorizado ya sea accidental o deliberado, a programas y datos.</a:t>
            </a: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Cumplimiento funcional.</a:t>
            </a:r>
            <a:endParaRPr lang="es-AR" sz="1600">
              <a:solidFill>
                <a:schemeClr val="accent1"/>
              </a:solidFill>
              <a:latin typeface="+mj-lt"/>
              <a:ea typeface="+mj-ea"/>
              <a:cs typeface="+mj-cs"/>
            </a:endParaRPr>
          </a:p>
        </p:txBody>
      </p:sp>
      <p:sp>
        <p:nvSpPr>
          <p:cNvPr id="2" name="Marcador de número de diapositiva 1">
            <a:extLst>
              <a:ext uri="{FF2B5EF4-FFF2-40B4-BE49-F238E27FC236}">
                <a16:creationId xmlns:a16="http://schemas.microsoft.com/office/drawing/2014/main" id="{0988C0A3-F997-9B42-06AB-762CD585439D}"/>
              </a:ext>
            </a:extLst>
          </p:cNvPr>
          <p:cNvSpPr>
            <a:spLocks noGrp="1"/>
          </p:cNvSpPr>
          <p:nvPr>
            <p:ph type="sldNum" sz="quarter" idx="12"/>
          </p:nvPr>
        </p:nvSpPr>
        <p:spPr/>
        <p:txBody>
          <a:bodyPr/>
          <a:lstStyle/>
          <a:p>
            <a:fld id="{0E40E506-8910-4A1D-9597-9E72BD293B97}" type="slidenum">
              <a:rPr lang="en-US" smtClean="0"/>
              <a:t>12</a:t>
            </a:fld>
            <a:endParaRPr lang="es-ES"/>
          </a:p>
        </p:txBody>
      </p:sp>
    </p:spTree>
    <p:extLst>
      <p:ext uri="{BB962C8B-B14F-4D97-AF65-F5344CB8AC3E}">
        <p14:creationId xmlns:p14="http://schemas.microsoft.com/office/powerpoint/2010/main" val="1229016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FA1460-F5B1-74FB-94FA-9AB5A3B54D07}"/>
              </a:ext>
            </a:extLst>
          </p:cNvPr>
          <p:cNvSpPr>
            <a:spLocks noGrp="1"/>
          </p:cNvSpPr>
          <p:nvPr>
            <p:ph type="title"/>
          </p:nvPr>
        </p:nvSpPr>
        <p:spPr/>
        <p:txBody>
          <a:bodyPr/>
          <a:lstStyle/>
          <a:p>
            <a:r>
              <a:rPr lang="es-MX"/>
              <a:t>Calidad ISO 9126 </a:t>
            </a:r>
            <a:endParaRPr lang="es-AR"/>
          </a:p>
        </p:txBody>
      </p:sp>
      <p:sp>
        <p:nvSpPr>
          <p:cNvPr id="3" name="CuadroTexto 2">
            <a:extLst>
              <a:ext uri="{FF2B5EF4-FFF2-40B4-BE49-F238E27FC236}">
                <a16:creationId xmlns:a16="http://schemas.microsoft.com/office/drawing/2014/main" id="{C84B6F0E-66EC-FD0F-74DE-44F62364BF63}"/>
              </a:ext>
            </a:extLst>
          </p:cNvPr>
          <p:cNvSpPr txBox="1"/>
          <p:nvPr/>
        </p:nvSpPr>
        <p:spPr>
          <a:xfrm>
            <a:off x="435049" y="1944209"/>
            <a:ext cx="11311306" cy="3567130"/>
          </a:xfrm>
          <a:prstGeom prst="rect">
            <a:avLst/>
          </a:prstGeom>
          <a:noFill/>
        </p:spPr>
        <p:txBody>
          <a:bodyPr wrap="square" rtlCol="0">
            <a:spAutoFit/>
          </a:bodyPr>
          <a:lstStyle/>
          <a:p>
            <a:r>
              <a:rPr lang="es-MX"/>
              <a:t> </a:t>
            </a:r>
            <a:r>
              <a:rPr lang="es-MX" sz="2000" b="1">
                <a:solidFill>
                  <a:schemeClr val="accent1"/>
                </a:solidFill>
                <a:latin typeface="+mj-lt"/>
                <a:ea typeface="+mj-ea"/>
                <a:cs typeface="+mj-cs"/>
              </a:rPr>
              <a:t>Fiabilidad/Confiabilidad:</a:t>
            </a:r>
          </a:p>
          <a:p>
            <a:endParaRPr lang="es-MX"/>
          </a:p>
          <a:p>
            <a:r>
              <a:rPr lang="es-MX" sz="1600">
                <a:solidFill>
                  <a:schemeClr val="accent1"/>
                </a:solidFill>
                <a:latin typeface="+mj-lt"/>
                <a:ea typeface="+mj-ea"/>
                <a:cs typeface="+mj-cs"/>
              </a:rPr>
              <a:t>Un conjunto de atributos relacionados con la capacidad del software de mantener su nivel de prestación bajo condiciones establecidas durante un período establecido.</a:t>
            </a:r>
          </a:p>
          <a:p>
            <a:endParaRPr lang="es-MX" sz="1600">
              <a:solidFill>
                <a:schemeClr val="accent1"/>
              </a:solidFill>
              <a:latin typeface="+mj-lt"/>
              <a:ea typeface="+mj-ea"/>
              <a:cs typeface="+mj-cs"/>
            </a:endParaRP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Madurez - Atributos del software que se relacionan con la frecuencia de falla por fallas en el software.</a:t>
            </a: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Recuperabilidad - Atributos del software que se relacionan con la capacidad para restablecer su nivel de desempeño y recuperar los datos directamente afectos en caso de falla y en el tiempo y esfuerzo relacionado para ello.</a:t>
            </a: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Tolerancia a fallos - Atributos del software que se relacionan con su habilidad para mantener un nivel especificado de desempeño en casos de fallas de software o de una infracción a su interfaz especificada.</a:t>
            </a: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Cumplimiento de Fiabilidad - La capacidad del producto software para adherirse a normas, convenciones o legislación relacionadas con la fiabilidad.</a:t>
            </a:r>
            <a:endParaRPr lang="es-AR" sz="1600">
              <a:solidFill>
                <a:schemeClr val="accent1"/>
              </a:solidFill>
              <a:latin typeface="+mj-lt"/>
              <a:ea typeface="+mj-ea"/>
              <a:cs typeface="+mj-cs"/>
            </a:endParaRPr>
          </a:p>
        </p:txBody>
      </p:sp>
      <p:sp>
        <p:nvSpPr>
          <p:cNvPr id="4" name="Marcador de número de diapositiva 3">
            <a:extLst>
              <a:ext uri="{FF2B5EF4-FFF2-40B4-BE49-F238E27FC236}">
                <a16:creationId xmlns:a16="http://schemas.microsoft.com/office/drawing/2014/main" id="{67129216-5EE4-3D7A-0DBD-B8403FB37CA2}"/>
              </a:ext>
            </a:extLst>
          </p:cNvPr>
          <p:cNvSpPr>
            <a:spLocks noGrp="1"/>
          </p:cNvSpPr>
          <p:nvPr>
            <p:ph type="sldNum" sz="quarter" idx="12"/>
          </p:nvPr>
        </p:nvSpPr>
        <p:spPr/>
        <p:txBody>
          <a:bodyPr/>
          <a:lstStyle/>
          <a:p>
            <a:fld id="{0E40E506-8910-4A1D-9597-9E72BD293B97}" type="slidenum">
              <a:rPr lang="en-US" smtClean="0"/>
              <a:t>13</a:t>
            </a:fld>
            <a:endParaRPr lang="es-ES"/>
          </a:p>
        </p:txBody>
      </p:sp>
    </p:spTree>
    <p:extLst>
      <p:ext uri="{BB962C8B-B14F-4D97-AF65-F5344CB8AC3E}">
        <p14:creationId xmlns:p14="http://schemas.microsoft.com/office/powerpoint/2010/main" val="1852376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2C9B10-63F4-D7A8-33E7-A3272FDC5D0C}"/>
              </a:ext>
            </a:extLst>
          </p:cNvPr>
          <p:cNvSpPr>
            <a:spLocks noGrp="1"/>
          </p:cNvSpPr>
          <p:nvPr>
            <p:ph type="title"/>
          </p:nvPr>
        </p:nvSpPr>
        <p:spPr/>
        <p:txBody>
          <a:bodyPr/>
          <a:lstStyle/>
          <a:p>
            <a:r>
              <a:rPr lang="es-MX"/>
              <a:t>Calidad ISO 9126 </a:t>
            </a:r>
            <a:endParaRPr lang="es-AR"/>
          </a:p>
        </p:txBody>
      </p:sp>
      <p:sp>
        <p:nvSpPr>
          <p:cNvPr id="4" name="CuadroTexto 3">
            <a:extLst>
              <a:ext uri="{FF2B5EF4-FFF2-40B4-BE49-F238E27FC236}">
                <a16:creationId xmlns:a16="http://schemas.microsoft.com/office/drawing/2014/main" id="{130245F3-D1CF-3D55-DD6D-4637E1EBCAD3}"/>
              </a:ext>
            </a:extLst>
          </p:cNvPr>
          <p:cNvSpPr txBox="1"/>
          <p:nvPr/>
        </p:nvSpPr>
        <p:spPr>
          <a:xfrm>
            <a:off x="384136" y="1906093"/>
            <a:ext cx="11221374" cy="3357842"/>
          </a:xfrm>
          <a:prstGeom prst="rect">
            <a:avLst/>
          </a:prstGeom>
          <a:noFill/>
        </p:spPr>
        <p:txBody>
          <a:bodyPr wrap="square">
            <a:spAutoFit/>
          </a:bodyPr>
          <a:lstStyle/>
          <a:p>
            <a:r>
              <a:rPr lang="es-MX" sz="2000" b="1">
                <a:solidFill>
                  <a:schemeClr val="accent1"/>
                </a:solidFill>
                <a:latin typeface="+mj-lt"/>
                <a:ea typeface="+mj-ea"/>
                <a:cs typeface="+mj-cs"/>
              </a:rPr>
              <a:t>Usabilidad: </a:t>
            </a:r>
          </a:p>
          <a:p>
            <a:endParaRPr lang="es-MX"/>
          </a:p>
          <a:p>
            <a:r>
              <a:rPr lang="es-MX" sz="1600">
                <a:solidFill>
                  <a:schemeClr val="accent1"/>
                </a:solidFill>
                <a:latin typeface="+mj-lt"/>
                <a:ea typeface="+mj-ea"/>
                <a:cs typeface="+mj-cs"/>
              </a:rPr>
              <a:t>Un conjunto de atributos relacionados con el esfuerzo necesario para su uso, y en la valoración individual de tal uso, por un establecido o implicado conjunto de usuarios.</a:t>
            </a:r>
          </a:p>
          <a:p>
            <a:endParaRPr lang="es-MX" sz="1600">
              <a:solidFill>
                <a:schemeClr val="accent1"/>
              </a:solidFill>
              <a:latin typeface="+mj-lt"/>
              <a:ea typeface="+mj-ea"/>
              <a:cs typeface="+mj-cs"/>
            </a:endParaRP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Aprendizaje- Atributos del software que se relacionan al esfuerzo de los usuarios para reconocer el concepto lógico y sus aplicaciones.</a:t>
            </a: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Comprensión - Atributos del software que se relacionan al esfuerzo de los usuarios para reconocer el concepto lógico y sus aplicaciones.</a:t>
            </a: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Operatividad - Atributos del software que se relacionan con el esfuerzo de los usuarios para la operación y control del software.</a:t>
            </a:r>
          </a:p>
          <a:p>
            <a:pPr defTabSz="739775">
              <a:spcBef>
                <a:spcPct val="20000"/>
              </a:spcBef>
              <a:spcAft>
                <a:spcPts val="600"/>
              </a:spcAft>
              <a:buClr>
                <a:schemeClr val="accent2"/>
              </a:buClr>
              <a:buSzPct val="92000"/>
              <a:tabLst>
                <a:tab pos="6921500" algn="l"/>
                <a:tab pos="7091363" algn="l"/>
              </a:tabLst>
            </a:pPr>
            <a:endParaRPr lang="es-AR" sz="1600">
              <a:solidFill>
                <a:schemeClr val="accent1"/>
              </a:solidFill>
              <a:latin typeface="+mj-lt"/>
              <a:ea typeface="+mj-ea"/>
              <a:cs typeface="+mj-cs"/>
            </a:endParaRPr>
          </a:p>
        </p:txBody>
      </p:sp>
      <p:sp>
        <p:nvSpPr>
          <p:cNvPr id="3" name="Marcador de número de diapositiva 2">
            <a:extLst>
              <a:ext uri="{FF2B5EF4-FFF2-40B4-BE49-F238E27FC236}">
                <a16:creationId xmlns:a16="http://schemas.microsoft.com/office/drawing/2014/main" id="{F50D77E4-D6F0-891E-14BE-C38F475597A8}"/>
              </a:ext>
            </a:extLst>
          </p:cNvPr>
          <p:cNvSpPr>
            <a:spLocks noGrp="1"/>
          </p:cNvSpPr>
          <p:nvPr>
            <p:ph type="sldNum" sz="quarter" idx="12"/>
          </p:nvPr>
        </p:nvSpPr>
        <p:spPr/>
        <p:txBody>
          <a:bodyPr/>
          <a:lstStyle/>
          <a:p>
            <a:fld id="{0E40E506-8910-4A1D-9597-9E72BD293B97}" type="slidenum">
              <a:rPr lang="en-US" smtClean="0"/>
              <a:t>14</a:t>
            </a:fld>
            <a:endParaRPr lang="es-ES"/>
          </a:p>
        </p:txBody>
      </p:sp>
    </p:spTree>
    <p:extLst>
      <p:ext uri="{BB962C8B-B14F-4D97-AF65-F5344CB8AC3E}">
        <p14:creationId xmlns:p14="http://schemas.microsoft.com/office/powerpoint/2010/main" val="1449076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FF5909-23FC-C41D-D190-01A49D659ACA}"/>
              </a:ext>
            </a:extLst>
          </p:cNvPr>
          <p:cNvSpPr>
            <a:spLocks noGrp="1"/>
          </p:cNvSpPr>
          <p:nvPr>
            <p:ph type="title"/>
          </p:nvPr>
        </p:nvSpPr>
        <p:spPr/>
        <p:txBody>
          <a:bodyPr/>
          <a:lstStyle/>
          <a:p>
            <a:r>
              <a:rPr lang="es-MX"/>
              <a:t>Calidad ISO 9126 </a:t>
            </a:r>
            <a:endParaRPr lang="es-AR"/>
          </a:p>
        </p:txBody>
      </p:sp>
      <p:sp>
        <p:nvSpPr>
          <p:cNvPr id="4" name="CuadroTexto 3">
            <a:extLst>
              <a:ext uri="{FF2B5EF4-FFF2-40B4-BE49-F238E27FC236}">
                <a16:creationId xmlns:a16="http://schemas.microsoft.com/office/drawing/2014/main" id="{3D610BAA-1D2A-D8BE-2060-D4C4FAB8D95B}"/>
              </a:ext>
            </a:extLst>
          </p:cNvPr>
          <p:cNvSpPr txBox="1"/>
          <p:nvPr/>
        </p:nvSpPr>
        <p:spPr>
          <a:xfrm>
            <a:off x="575893" y="2138558"/>
            <a:ext cx="11133753" cy="2945422"/>
          </a:xfrm>
          <a:prstGeom prst="rect">
            <a:avLst/>
          </a:prstGeom>
          <a:noFill/>
        </p:spPr>
        <p:txBody>
          <a:bodyPr wrap="square">
            <a:spAutoFit/>
          </a:bodyPr>
          <a:lstStyle/>
          <a:p>
            <a:r>
              <a:rPr lang="es-MX"/>
              <a:t> </a:t>
            </a:r>
            <a:r>
              <a:rPr lang="es-MX" sz="2000" b="1">
                <a:solidFill>
                  <a:schemeClr val="accent1"/>
                </a:solidFill>
                <a:latin typeface="+mj-lt"/>
                <a:ea typeface="+mj-ea"/>
                <a:cs typeface="+mj-cs"/>
              </a:rPr>
              <a:t>Eficiencia:</a:t>
            </a:r>
            <a:r>
              <a:rPr lang="es-MX"/>
              <a:t> </a:t>
            </a:r>
          </a:p>
          <a:p>
            <a:endParaRPr lang="es-MX"/>
          </a:p>
          <a:p>
            <a:r>
              <a:rPr lang="es-MX" sz="1600">
                <a:solidFill>
                  <a:schemeClr val="accent1"/>
                </a:solidFill>
                <a:latin typeface="+mj-lt"/>
                <a:ea typeface="+mj-ea"/>
                <a:cs typeface="+mj-cs"/>
              </a:rPr>
              <a:t>Conjunto de atributos relacionados con la relación entre el nivel de desempeño del software y la cantidad de recursos necesitados bajo condiciones establecidas.</a:t>
            </a:r>
          </a:p>
          <a:p>
            <a:endParaRPr lang="es-MX"/>
          </a:p>
          <a:p>
            <a:endParaRPr lang="es-MX"/>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Comportamiento en el tiempo - Atributos del software que se relacionan con los tiempos de respuesta y procesamiento y en las tasas de rendimientos en desempeñar su función.</a:t>
            </a: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Comportamiento de recursos - Usar las cantidades y tipos de recursos adecuados cuando el software lleva a cabo su función bajo condiciones determinadas.</a:t>
            </a:r>
            <a:endParaRPr lang="es-AR" sz="1600">
              <a:solidFill>
                <a:schemeClr val="accent1"/>
              </a:solidFill>
              <a:latin typeface="+mj-lt"/>
              <a:ea typeface="+mj-ea"/>
              <a:cs typeface="+mj-cs"/>
            </a:endParaRPr>
          </a:p>
        </p:txBody>
      </p:sp>
      <p:sp>
        <p:nvSpPr>
          <p:cNvPr id="3" name="Marcador de número de diapositiva 2">
            <a:extLst>
              <a:ext uri="{FF2B5EF4-FFF2-40B4-BE49-F238E27FC236}">
                <a16:creationId xmlns:a16="http://schemas.microsoft.com/office/drawing/2014/main" id="{0F757E7E-5D90-254B-3040-392A25A35F0F}"/>
              </a:ext>
            </a:extLst>
          </p:cNvPr>
          <p:cNvSpPr>
            <a:spLocks noGrp="1"/>
          </p:cNvSpPr>
          <p:nvPr>
            <p:ph type="sldNum" sz="quarter" idx="12"/>
          </p:nvPr>
        </p:nvSpPr>
        <p:spPr/>
        <p:txBody>
          <a:bodyPr/>
          <a:lstStyle/>
          <a:p>
            <a:fld id="{0E40E506-8910-4A1D-9597-9E72BD293B97}" type="slidenum">
              <a:rPr lang="en-US" smtClean="0"/>
              <a:t>15</a:t>
            </a:fld>
            <a:endParaRPr lang="es-ES"/>
          </a:p>
        </p:txBody>
      </p:sp>
    </p:spTree>
    <p:extLst>
      <p:ext uri="{BB962C8B-B14F-4D97-AF65-F5344CB8AC3E}">
        <p14:creationId xmlns:p14="http://schemas.microsoft.com/office/powerpoint/2010/main" val="2038255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FF5909-23FC-C41D-D190-01A49D659ACA}"/>
              </a:ext>
            </a:extLst>
          </p:cNvPr>
          <p:cNvSpPr>
            <a:spLocks noGrp="1"/>
          </p:cNvSpPr>
          <p:nvPr>
            <p:ph type="title"/>
          </p:nvPr>
        </p:nvSpPr>
        <p:spPr/>
        <p:txBody>
          <a:bodyPr/>
          <a:lstStyle/>
          <a:p>
            <a:r>
              <a:rPr lang="es-MX"/>
              <a:t>Calidad ISO 9126 </a:t>
            </a:r>
            <a:endParaRPr lang="es-AR"/>
          </a:p>
        </p:txBody>
      </p:sp>
      <p:sp>
        <p:nvSpPr>
          <p:cNvPr id="4" name="CuadroTexto 3">
            <a:extLst>
              <a:ext uri="{FF2B5EF4-FFF2-40B4-BE49-F238E27FC236}">
                <a16:creationId xmlns:a16="http://schemas.microsoft.com/office/drawing/2014/main" id="{3D610BAA-1D2A-D8BE-2060-D4C4FAB8D95B}"/>
              </a:ext>
            </a:extLst>
          </p:cNvPr>
          <p:cNvSpPr txBox="1"/>
          <p:nvPr/>
        </p:nvSpPr>
        <p:spPr>
          <a:xfrm>
            <a:off x="575893" y="2138558"/>
            <a:ext cx="11133753" cy="3179332"/>
          </a:xfrm>
          <a:prstGeom prst="rect">
            <a:avLst/>
          </a:prstGeom>
          <a:noFill/>
        </p:spPr>
        <p:txBody>
          <a:bodyPr wrap="square">
            <a:spAutoFit/>
          </a:bodyPr>
          <a:lstStyle/>
          <a:p>
            <a:r>
              <a:rPr lang="es-MX"/>
              <a:t> </a:t>
            </a:r>
            <a:r>
              <a:rPr lang="es-MX" sz="2000" b="1">
                <a:solidFill>
                  <a:schemeClr val="accent1"/>
                </a:solidFill>
                <a:latin typeface="+mj-lt"/>
                <a:ea typeface="+mj-ea"/>
                <a:cs typeface="+mj-cs"/>
              </a:rPr>
              <a:t>Mantenibilidad:</a:t>
            </a:r>
          </a:p>
          <a:p>
            <a:endParaRPr lang="es-MX" sz="2000" b="1">
              <a:solidFill>
                <a:schemeClr val="accent1"/>
              </a:solidFill>
              <a:latin typeface="+mj-lt"/>
              <a:ea typeface="+mj-ea"/>
              <a:cs typeface="+mj-cs"/>
            </a:endParaRPr>
          </a:p>
          <a:p>
            <a:r>
              <a:rPr lang="es-MX" sz="1600">
                <a:solidFill>
                  <a:schemeClr val="accent1"/>
                </a:solidFill>
                <a:latin typeface="+mj-lt"/>
                <a:ea typeface="+mj-ea"/>
                <a:cs typeface="+mj-cs"/>
              </a:rPr>
              <a:t>Conjunto de atributos relacionados con la facilidad de extender, modificar o corregir errores en un sistema software.</a:t>
            </a:r>
          </a:p>
          <a:p>
            <a:endParaRPr lang="es-MX" sz="1600">
              <a:solidFill>
                <a:schemeClr val="accent1"/>
              </a:solidFill>
              <a:latin typeface="+mj-lt"/>
              <a:ea typeface="+mj-ea"/>
              <a:cs typeface="+mj-cs"/>
            </a:endParaRP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Estabilidad - Atributos del software relacionados con el riesgo de efectos inesperados por modificaciones.</a:t>
            </a: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Facilidad de análisis - Atributos del software relacionados con el esfuerzo necesario para el diagnóstico de deficiencias o causas de fallos, o identificaciones de partes a modificar.</a:t>
            </a: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Facilidad de cambio - Atributos del software relacionados con el esfuerzo necesario para la modificación, corrección de falla, o cambio de ambiente.</a:t>
            </a:r>
          </a:p>
          <a:p>
            <a:pPr marL="306000" indent="-306000" defTabSz="739775">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Facilidad de pruebas - Atributos del software relacionados con el esfuerzo necesario para validar el software modificado.</a:t>
            </a:r>
            <a:endParaRPr lang="es-AR" sz="1600">
              <a:solidFill>
                <a:schemeClr val="accent1"/>
              </a:solidFill>
              <a:latin typeface="+mj-lt"/>
              <a:ea typeface="+mj-ea"/>
              <a:cs typeface="+mj-cs"/>
            </a:endParaRPr>
          </a:p>
        </p:txBody>
      </p:sp>
      <p:sp>
        <p:nvSpPr>
          <p:cNvPr id="3" name="Rectangle 1">
            <a:extLst>
              <a:ext uri="{FF2B5EF4-FFF2-40B4-BE49-F238E27FC236}">
                <a16:creationId xmlns:a16="http://schemas.microsoft.com/office/drawing/2014/main" id="{5F283E5E-D82C-CF3C-D1E5-81166EAE9254}"/>
              </a:ext>
            </a:extLst>
          </p:cNvPr>
          <p:cNvSpPr>
            <a:spLocks noChangeArrowheads="1"/>
          </p:cNvSpPr>
          <p:nvPr/>
        </p:nvSpPr>
        <p:spPr bwMode="auto">
          <a:xfrm>
            <a:off x="6662982" y="3455943"/>
            <a:ext cx="65" cy="3106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3332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5" name="Marcador de número de diapositiva 4">
            <a:extLst>
              <a:ext uri="{FF2B5EF4-FFF2-40B4-BE49-F238E27FC236}">
                <a16:creationId xmlns:a16="http://schemas.microsoft.com/office/drawing/2014/main" id="{A716249A-879B-71FF-E8CE-64000EC84C98}"/>
              </a:ext>
            </a:extLst>
          </p:cNvPr>
          <p:cNvSpPr>
            <a:spLocks noGrp="1"/>
          </p:cNvSpPr>
          <p:nvPr>
            <p:ph type="sldNum" sz="quarter" idx="12"/>
          </p:nvPr>
        </p:nvSpPr>
        <p:spPr/>
        <p:txBody>
          <a:bodyPr/>
          <a:lstStyle/>
          <a:p>
            <a:fld id="{0E40E506-8910-4A1D-9597-9E72BD293B97}" type="slidenum">
              <a:rPr lang="en-US" smtClean="0"/>
              <a:t>16</a:t>
            </a:fld>
            <a:endParaRPr lang="es-ES"/>
          </a:p>
        </p:txBody>
      </p:sp>
    </p:spTree>
    <p:extLst>
      <p:ext uri="{BB962C8B-B14F-4D97-AF65-F5344CB8AC3E}">
        <p14:creationId xmlns:p14="http://schemas.microsoft.com/office/powerpoint/2010/main" val="2607472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FF5909-23FC-C41D-D190-01A49D659ACA}"/>
              </a:ext>
            </a:extLst>
          </p:cNvPr>
          <p:cNvSpPr>
            <a:spLocks noGrp="1"/>
          </p:cNvSpPr>
          <p:nvPr>
            <p:ph type="title"/>
          </p:nvPr>
        </p:nvSpPr>
        <p:spPr/>
        <p:txBody>
          <a:bodyPr/>
          <a:lstStyle/>
          <a:p>
            <a:r>
              <a:rPr lang="es-MX"/>
              <a:t>Calidad ISO 9126 </a:t>
            </a:r>
            <a:endParaRPr lang="es-AR"/>
          </a:p>
        </p:txBody>
      </p:sp>
      <p:sp>
        <p:nvSpPr>
          <p:cNvPr id="4" name="CuadroTexto 3">
            <a:extLst>
              <a:ext uri="{FF2B5EF4-FFF2-40B4-BE49-F238E27FC236}">
                <a16:creationId xmlns:a16="http://schemas.microsoft.com/office/drawing/2014/main" id="{3D610BAA-1D2A-D8BE-2060-D4C4FAB8D95B}"/>
              </a:ext>
            </a:extLst>
          </p:cNvPr>
          <p:cNvSpPr txBox="1"/>
          <p:nvPr/>
        </p:nvSpPr>
        <p:spPr>
          <a:xfrm>
            <a:off x="336196" y="2180107"/>
            <a:ext cx="11133753" cy="2606867"/>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t> </a:t>
            </a:r>
            <a:r>
              <a:rPr lang="es-AR" altLang="es-AR" sz="2000" b="1">
                <a:solidFill>
                  <a:schemeClr val="accent1"/>
                </a:solidFill>
                <a:latin typeface="+mj-lt"/>
                <a:ea typeface="+mj-ea"/>
                <a:cs typeface="+mj-cs"/>
              </a:rPr>
              <a:t>Portabilidad:</a:t>
            </a:r>
          </a:p>
          <a:p>
            <a:pPr marL="0" marR="0" lvl="0" indent="0" algn="just" defTabSz="914400" rtl="0" eaLnBrk="0" fontAlgn="base" latinLnBrk="0" hangingPunct="0">
              <a:lnSpc>
                <a:spcPct val="100000"/>
              </a:lnSpc>
              <a:spcBef>
                <a:spcPct val="0"/>
              </a:spcBef>
              <a:spcAft>
                <a:spcPct val="0"/>
              </a:spcAft>
              <a:buClrTx/>
              <a:buSzTx/>
              <a:buFontTx/>
              <a:buNone/>
              <a:tabLst/>
            </a:pPr>
            <a:endParaRPr lang="es-AR" altLang="es-AR" sz="2000">
              <a:solidFill>
                <a:srgbClr val="333333"/>
              </a:solidFill>
              <a:latin typeface="Arial" panose="020B0604020202020204" pitchFamily="34" charset="0"/>
              <a:cs typeface="Arial" panose="020B0604020202020204" pitchFamily="34" charset="0"/>
            </a:endParaRPr>
          </a:p>
          <a:p>
            <a:pPr marR="0" lvl="0" indent="0" fontAlgn="base">
              <a:lnSpc>
                <a:spcPct val="100000"/>
              </a:lnSpc>
              <a:spcBef>
                <a:spcPct val="0"/>
              </a:spcBef>
              <a:spcAft>
                <a:spcPct val="0"/>
              </a:spcAft>
              <a:buClrTx/>
              <a:buSzTx/>
              <a:buFontTx/>
              <a:buNone/>
              <a:tabLst/>
            </a:pPr>
            <a:r>
              <a:rPr lang="es-AR" altLang="es-AR" sz="1600">
                <a:solidFill>
                  <a:schemeClr val="accent1"/>
                </a:solidFill>
                <a:latin typeface="+mj-lt"/>
                <a:ea typeface="+mj-ea"/>
                <a:cs typeface="+mj-cs"/>
              </a:rPr>
              <a:t>Conjunto de atributos relacionados con la capacidad de un sistema de software para ser transferido y adaptado desde una plataforma a otra.</a:t>
            </a:r>
          </a:p>
          <a:p>
            <a:pPr marR="0" lvl="0" indent="0" fontAlgn="base">
              <a:lnSpc>
                <a:spcPct val="100000"/>
              </a:lnSpc>
              <a:spcBef>
                <a:spcPct val="0"/>
              </a:spcBef>
              <a:spcAft>
                <a:spcPct val="0"/>
              </a:spcAft>
              <a:buClrTx/>
              <a:buSzTx/>
              <a:buFontTx/>
              <a:buNone/>
              <a:tabLst/>
            </a:pPr>
            <a:endParaRPr lang="es-AR" altLang="es-AR" sz="1600">
              <a:solidFill>
                <a:schemeClr val="accent1"/>
              </a:solidFill>
              <a:latin typeface="+mj-lt"/>
              <a:ea typeface="+mj-ea"/>
              <a:cs typeface="+mj-cs"/>
            </a:endParaRPr>
          </a:p>
          <a:p>
            <a:pPr marL="306000" marR="0" lvl="0" indent="-306000" defTabSz="739775" fontAlgn="base">
              <a:lnSpc>
                <a:spcPct val="100000"/>
              </a:lnSpc>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AR" altLang="es-AR" sz="1600">
                <a:solidFill>
                  <a:schemeClr val="accent1"/>
                </a:solidFill>
                <a:latin typeface="+mj-lt"/>
                <a:ea typeface="+mj-ea"/>
                <a:cs typeface="+mj-cs"/>
              </a:rPr>
              <a:t>Capacidad de instalación - Atributos del software relacionados con el esfuerzo necesario para instalar el software en un ambiente especificado.</a:t>
            </a:r>
          </a:p>
          <a:p>
            <a:pPr marL="306000" marR="0" lvl="0" indent="-306000" defTabSz="739775" fontAlgn="base">
              <a:lnSpc>
                <a:spcPct val="100000"/>
              </a:lnSpc>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AR" altLang="es-AR" sz="1600">
                <a:solidFill>
                  <a:schemeClr val="accent1"/>
                </a:solidFill>
                <a:latin typeface="+mj-lt"/>
                <a:ea typeface="+mj-ea"/>
                <a:cs typeface="+mj-cs"/>
              </a:rPr>
              <a:t>Capacidad de reemplazamiento - Atributos del software relacionados con la oportunidad y esfuerzo de usar el software en lugar de otro software especificado en el ambiente de dicho software especificado.</a:t>
            </a:r>
          </a:p>
        </p:txBody>
      </p:sp>
      <p:sp>
        <p:nvSpPr>
          <p:cNvPr id="3" name="Rectangle 1">
            <a:extLst>
              <a:ext uri="{FF2B5EF4-FFF2-40B4-BE49-F238E27FC236}">
                <a16:creationId xmlns:a16="http://schemas.microsoft.com/office/drawing/2014/main" id="{5F283E5E-D82C-CF3C-D1E5-81166EAE9254}"/>
              </a:ext>
            </a:extLst>
          </p:cNvPr>
          <p:cNvSpPr>
            <a:spLocks noChangeArrowheads="1"/>
          </p:cNvSpPr>
          <p:nvPr/>
        </p:nvSpPr>
        <p:spPr bwMode="auto">
          <a:xfrm>
            <a:off x="6662982" y="3455943"/>
            <a:ext cx="65" cy="3106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3332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4BB019AC-AD9D-877D-BF14-97D9F46305AA}"/>
              </a:ext>
            </a:extLst>
          </p:cNvPr>
          <p:cNvSpPr>
            <a:spLocks noChangeArrowheads="1"/>
          </p:cNvSpPr>
          <p:nvPr/>
        </p:nvSpPr>
        <p:spPr bwMode="auto">
          <a:xfrm>
            <a:off x="6095967" y="73274"/>
            <a:ext cx="65" cy="3106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3332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anose="020B0604020202020204" pitchFamily="34" charset="0"/>
            </a:endParaRPr>
          </a:p>
        </p:txBody>
      </p:sp>
      <p:sp>
        <p:nvSpPr>
          <p:cNvPr id="6" name="Marcador de número de diapositiva 5">
            <a:extLst>
              <a:ext uri="{FF2B5EF4-FFF2-40B4-BE49-F238E27FC236}">
                <a16:creationId xmlns:a16="http://schemas.microsoft.com/office/drawing/2014/main" id="{81F3FFB8-8E72-29DB-24E4-5409B12A3161}"/>
              </a:ext>
            </a:extLst>
          </p:cNvPr>
          <p:cNvSpPr>
            <a:spLocks noGrp="1"/>
          </p:cNvSpPr>
          <p:nvPr>
            <p:ph type="sldNum" sz="quarter" idx="12"/>
          </p:nvPr>
        </p:nvSpPr>
        <p:spPr/>
        <p:txBody>
          <a:bodyPr/>
          <a:lstStyle/>
          <a:p>
            <a:fld id="{0E40E506-8910-4A1D-9597-9E72BD293B97}" type="slidenum">
              <a:rPr lang="en-US" smtClean="0"/>
              <a:t>17</a:t>
            </a:fld>
            <a:endParaRPr lang="es-ES"/>
          </a:p>
        </p:txBody>
      </p:sp>
    </p:spTree>
    <p:extLst>
      <p:ext uri="{BB962C8B-B14F-4D97-AF65-F5344CB8AC3E}">
        <p14:creationId xmlns:p14="http://schemas.microsoft.com/office/powerpoint/2010/main" val="1878027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1A01FB-96EE-8B9A-63C8-4BF0385E1E8C}"/>
              </a:ext>
            </a:extLst>
          </p:cNvPr>
          <p:cNvSpPr>
            <a:spLocks noGrp="1"/>
          </p:cNvSpPr>
          <p:nvPr>
            <p:ph type="title"/>
          </p:nvPr>
        </p:nvSpPr>
        <p:spPr/>
        <p:txBody>
          <a:bodyPr/>
          <a:lstStyle/>
          <a:p>
            <a:r>
              <a:rPr lang="es-MX"/>
              <a:t>Calidad ISO 9126 </a:t>
            </a:r>
            <a:endParaRPr lang="es-AR"/>
          </a:p>
        </p:txBody>
      </p:sp>
      <p:sp>
        <p:nvSpPr>
          <p:cNvPr id="4" name="CuadroTexto 3">
            <a:extLst>
              <a:ext uri="{FF2B5EF4-FFF2-40B4-BE49-F238E27FC236}">
                <a16:creationId xmlns:a16="http://schemas.microsoft.com/office/drawing/2014/main" id="{608E1D91-94A9-E601-01BF-174E9D206268}"/>
              </a:ext>
            </a:extLst>
          </p:cNvPr>
          <p:cNvSpPr txBox="1"/>
          <p:nvPr/>
        </p:nvSpPr>
        <p:spPr>
          <a:xfrm>
            <a:off x="575894" y="1985093"/>
            <a:ext cx="11029616" cy="1884747"/>
          </a:xfrm>
          <a:prstGeom prst="rect">
            <a:avLst/>
          </a:prstGeom>
          <a:noFill/>
        </p:spPr>
        <p:txBody>
          <a:bodyPr wrap="square">
            <a:spAutoFit/>
          </a:bodyPr>
          <a:lstStyle/>
          <a:p>
            <a:r>
              <a:rPr lang="es-MX" sz="2000" b="1">
                <a:solidFill>
                  <a:schemeClr val="accent1"/>
                </a:solidFill>
                <a:latin typeface="+mj-lt"/>
                <a:ea typeface="+mj-ea"/>
                <a:cs typeface="+mj-cs"/>
              </a:rPr>
              <a:t>Facilidad de recibir mantenimiento:</a:t>
            </a:r>
          </a:p>
          <a:p>
            <a:endParaRPr lang="es-MX" sz="2000" b="1">
              <a:solidFill>
                <a:schemeClr val="accent1"/>
              </a:solidFill>
              <a:latin typeface="+mj-lt"/>
              <a:ea typeface="+mj-ea"/>
              <a:cs typeface="+mj-cs"/>
            </a:endParaRPr>
          </a:p>
          <a:p>
            <a:endParaRPr lang="es-MX" sz="2000" b="1">
              <a:solidFill>
                <a:schemeClr val="accent1"/>
              </a:solidFill>
              <a:latin typeface="+mj-lt"/>
              <a:ea typeface="+mj-ea"/>
              <a:cs typeface="+mj-cs"/>
            </a:endParaRPr>
          </a:p>
          <a:p>
            <a:pPr fontAlgn="base">
              <a:lnSpc>
                <a:spcPct val="150000"/>
              </a:lnSpc>
              <a:spcBef>
                <a:spcPct val="0"/>
              </a:spcBef>
              <a:spcAft>
                <a:spcPct val="0"/>
              </a:spcAft>
            </a:pPr>
            <a:r>
              <a:rPr lang="es-MX" sz="2000">
                <a:solidFill>
                  <a:schemeClr val="accent1"/>
                </a:solidFill>
                <a:latin typeface="+mj-lt"/>
                <a:ea typeface="+mj-ea"/>
                <a:cs typeface="+mj-cs"/>
              </a:rPr>
              <a:t>Facilidad con la que pueden efectuarse reparaciones al software, según lo indican los atributos que siguen: analizable, cambiable, estable, susceptible de someterse a pruebas.</a:t>
            </a:r>
            <a:endParaRPr lang="es-AR" sz="2000">
              <a:solidFill>
                <a:schemeClr val="accent1"/>
              </a:solidFill>
              <a:latin typeface="+mj-lt"/>
              <a:ea typeface="+mj-ea"/>
              <a:cs typeface="+mj-cs"/>
            </a:endParaRPr>
          </a:p>
        </p:txBody>
      </p:sp>
      <p:sp>
        <p:nvSpPr>
          <p:cNvPr id="3" name="Marcador de número de diapositiva 2">
            <a:extLst>
              <a:ext uri="{FF2B5EF4-FFF2-40B4-BE49-F238E27FC236}">
                <a16:creationId xmlns:a16="http://schemas.microsoft.com/office/drawing/2014/main" id="{4E1F922F-F0ED-0F3B-AB0D-8DBF5D095C3C}"/>
              </a:ext>
            </a:extLst>
          </p:cNvPr>
          <p:cNvSpPr>
            <a:spLocks noGrp="1"/>
          </p:cNvSpPr>
          <p:nvPr>
            <p:ph type="sldNum" sz="quarter" idx="12"/>
          </p:nvPr>
        </p:nvSpPr>
        <p:spPr/>
        <p:txBody>
          <a:bodyPr/>
          <a:lstStyle/>
          <a:p>
            <a:fld id="{0E40E506-8910-4A1D-9597-9E72BD293B97}" type="slidenum">
              <a:rPr lang="en-US" smtClean="0"/>
              <a:t>18</a:t>
            </a:fld>
            <a:endParaRPr lang="es-ES"/>
          </a:p>
        </p:txBody>
      </p:sp>
    </p:spTree>
    <p:extLst>
      <p:ext uri="{BB962C8B-B14F-4D97-AF65-F5344CB8AC3E}">
        <p14:creationId xmlns:p14="http://schemas.microsoft.com/office/powerpoint/2010/main" val="3579224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17EDA-2F82-2A99-D166-08EA98B3DCF1}"/>
              </a:ext>
            </a:extLst>
          </p:cNvPr>
          <p:cNvSpPr>
            <a:spLocks noGrp="1"/>
          </p:cNvSpPr>
          <p:nvPr>
            <p:ph type="title"/>
          </p:nvPr>
        </p:nvSpPr>
        <p:spPr/>
        <p:txBody>
          <a:bodyPr/>
          <a:lstStyle/>
          <a:p>
            <a:r>
              <a:rPr lang="es-MX"/>
              <a:t>COSTO DE la CALIDAD</a:t>
            </a:r>
            <a:endParaRPr lang="es-AR"/>
          </a:p>
        </p:txBody>
      </p:sp>
      <p:sp>
        <p:nvSpPr>
          <p:cNvPr id="4" name="CuadroTexto 3">
            <a:extLst>
              <a:ext uri="{FF2B5EF4-FFF2-40B4-BE49-F238E27FC236}">
                <a16:creationId xmlns:a16="http://schemas.microsoft.com/office/drawing/2014/main" id="{6AACB34B-1EC3-22A8-1480-A385EB519310}"/>
              </a:ext>
            </a:extLst>
          </p:cNvPr>
          <p:cNvSpPr txBox="1"/>
          <p:nvPr/>
        </p:nvSpPr>
        <p:spPr>
          <a:xfrm>
            <a:off x="476141" y="1835327"/>
            <a:ext cx="11029616" cy="5262979"/>
          </a:xfrm>
          <a:prstGeom prst="rect">
            <a:avLst/>
          </a:prstGeom>
          <a:noFill/>
        </p:spPr>
        <p:txBody>
          <a:bodyPr wrap="square">
            <a:spAutoFit/>
          </a:bodyPr>
          <a:lstStyle/>
          <a:p>
            <a:pPr algn="ctr" fontAlgn="base">
              <a:spcBef>
                <a:spcPct val="0"/>
              </a:spcBef>
              <a:spcAft>
                <a:spcPct val="0"/>
              </a:spcAft>
            </a:pPr>
            <a:r>
              <a:rPr lang="es-MX" sz="2000">
                <a:solidFill>
                  <a:schemeClr val="accent1"/>
                </a:solidFill>
                <a:latin typeface="+mj-lt"/>
                <a:ea typeface="+mj-ea"/>
                <a:cs typeface="+mj-cs"/>
              </a:rPr>
              <a:t>Costos de la calidad en el desarrollo de software, los diversos tipos de costos asociados con la calidad de software</a:t>
            </a:r>
          </a:p>
          <a:p>
            <a:pPr fontAlgn="base">
              <a:spcBef>
                <a:spcPct val="0"/>
              </a:spcBef>
              <a:spcAft>
                <a:spcPct val="0"/>
              </a:spcAft>
            </a:pPr>
            <a:endParaRPr lang="es-MX" sz="2000">
              <a:solidFill>
                <a:schemeClr val="accent1"/>
              </a:solidFill>
              <a:latin typeface="+mj-lt"/>
              <a:ea typeface="+mj-ea"/>
              <a:cs typeface="+mj-cs"/>
            </a:endParaRPr>
          </a:p>
          <a:p>
            <a:pPr fontAlgn="base">
              <a:spcBef>
                <a:spcPct val="0"/>
              </a:spcBef>
              <a:spcAft>
                <a:spcPct val="0"/>
              </a:spcAft>
            </a:pPr>
            <a:r>
              <a:rPr lang="es-MX" sz="2000" b="1">
                <a:solidFill>
                  <a:schemeClr val="accent1"/>
                </a:solidFill>
                <a:latin typeface="+mj-lt"/>
                <a:ea typeface="+mj-ea"/>
                <a:cs typeface="+mj-cs"/>
              </a:rPr>
              <a:t>1. Costos para asegurar la calidad o costos de conformidad </a:t>
            </a:r>
          </a:p>
          <a:p>
            <a:endParaRPr lang="es-MX" sz="2000">
              <a:solidFill>
                <a:schemeClr val="accent1"/>
              </a:solidFill>
              <a:latin typeface="+mj-lt"/>
              <a:ea typeface="+mj-ea"/>
              <a:cs typeface="+mj-cs"/>
            </a:endParaRPr>
          </a:p>
          <a:p>
            <a:pPr algn="just"/>
            <a:r>
              <a:rPr lang="es-MX" sz="2000" b="1">
                <a:solidFill>
                  <a:schemeClr val="accent1"/>
                </a:solidFill>
                <a:latin typeface="+mj-lt"/>
                <a:ea typeface="+mj-ea"/>
                <a:cs typeface="+mj-cs"/>
              </a:rPr>
              <a:t>Costos de Prevención </a:t>
            </a:r>
          </a:p>
          <a:p>
            <a:pPr algn="just"/>
            <a:endParaRPr lang="es-MX" sz="2000" b="1">
              <a:solidFill>
                <a:schemeClr val="accent1"/>
              </a:solidFill>
              <a:latin typeface="+mj-lt"/>
              <a:ea typeface="+mj-ea"/>
              <a:cs typeface="+mj-cs"/>
            </a:endParaRPr>
          </a:p>
          <a:p>
            <a:pPr algn="just"/>
            <a:r>
              <a:rPr lang="es-MX" sz="2000">
                <a:solidFill>
                  <a:schemeClr val="accent1"/>
                </a:solidFill>
                <a:latin typeface="+mj-lt"/>
                <a:ea typeface="+mj-ea"/>
                <a:cs typeface="+mj-cs"/>
              </a:rPr>
              <a:t>Costo de todos aquellos esfuerzos para asegurar la calidad del software y prevenir defectos en todas las fases del desarrollo de software. </a:t>
            </a:r>
          </a:p>
          <a:p>
            <a:pPr algn="just"/>
            <a:r>
              <a:rPr lang="es-MX" sz="2000">
                <a:solidFill>
                  <a:schemeClr val="accent1"/>
                </a:solidFill>
                <a:latin typeface="+mj-lt"/>
                <a:ea typeface="+mj-ea"/>
                <a:cs typeface="+mj-cs"/>
              </a:rPr>
              <a:t>Por ejemplo: </a:t>
            </a:r>
          </a:p>
          <a:p>
            <a:pPr marL="342900" indent="-342900" algn="just">
              <a:buFont typeface="Arial" panose="020B0604020202020204" pitchFamily="34" charset="0"/>
              <a:buChar char="•"/>
            </a:pPr>
            <a:r>
              <a:rPr lang="es-MX" sz="2000">
                <a:solidFill>
                  <a:schemeClr val="accent1"/>
                </a:solidFill>
                <a:latin typeface="+mj-lt"/>
                <a:ea typeface="+mj-ea"/>
                <a:cs typeface="+mj-cs"/>
              </a:rPr>
              <a:t>Aseguramiento de la calidad (planeación de la calidad, mejora de procesos, definición de procesos, políticas y estándares, obtención, análisis y uso de datos sobre la calidad, análisis de causa raíz), requerimientos (especificaciones y prototipos), administración del proyecto (planeación, capacitación, recopilación de métricas), librería de reúso (capacitación y herramientas), administración de la configuración (capacitación y herramientas), consultoría. </a:t>
            </a:r>
          </a:p>
          <a:p>
            <a:endParaRPr lang="es-MX"/>
          </a:p>
          <a:p>
            <a:endParaRPr lang="es-AR"/>
          </a:p>
        </p:txBody>
      </p:sp>
      <p:sp>
        <p:nvSpPr>
          <p:cNvPr id="3" name="Marcador de número de diapositiva 2">
            <a:extLst>
              <a:ext uri="{FF2B5EF4-FFF2-40B4-BE49-F238E27FC236}">
                <a16:creationId xmlns:a16="http://schemas.microsoft.com/office/drawing/2014/main" id="{B2D23719-B570-D3E5-19FD-1654E6D6AAC0}"/>
              </a:ext>
            </a:extLst>
          </p:cNvPr>
          <p:cNvSpPr>
            <a:spLocks noGrp="1"/>
          </p:cNvSpPr>
          <p:nvPr>
            <p:ph type="sldNum" sz="quarter" idx="12"/>
          </p:nvPr>
        </p:nvSpPr>
        <p:spPr/>
        <p:txBody>
          <a:bodyPr/>
          <a:lstStyle/>
          <a:p>
            <a:fld id="{0E40E506-8910-4A1D-9597-9E72BD293B97}" type="slidenum">
              <a:rPr lang="en-US" smtClean="0"/>
              <a:t>19</a:t>
            </a:fld>
            <a:endParaRPr lang="es-ES"/>
          </a:p>
        </p:txBody>
      </p:sp>
    </p:spTree>
    <p:extLst>
      <p:ext uri="{BB962C8B-B14F-4D97-AF65-F5344CB8AC3E}">
        <p14:creationId xmlns:p14="http://schemas.microsoft.com/office/powerpoint/2010/main" val="816021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433E9E-29DC-36AD-F753-F1964C49D8EC}"/>
              </a:ext>
            </a:extLst>
          </p:cNvPr>
          <p:cNvSpPr>
            <a:spLocks noGrp="1"/>
          </p:cNvSpPr>
          <p:nvPr>
            <p:ph type="title"/>
          </p:nvPr>
        </p:nvSpPr>
        <p:spPr/>
        <p:txBody>
          <a:bodyPr/>
          <a:lstStyle/>
          <a:p>
            <a:r>
              <a:rPr lang="es-MX"/>
              <a:t>COSTO DE la CALIDAD</a:t>
            </a:r>
            <a:endParaRPr lang="es-AR"/>
          </a:p>
        </p:txBody>
      </p:sp>
      <p:sp>
        <p:nvSpPr>
          <p:cNvPr id="4" name="CuadroTexto 3">
            <a:extLst>
              <a:ext uri="{FF2B5EF4-FFF2-40B4-BE49-F238E27FC236}">
                <a16:creationId xmlns:a16="http://schemas.microsoft.com/office/drawing/2014/main" id="{C07CAE2A-EB10-062C-76CF-EA25B8E42035}"/>
              </a:ext>
            </a:extLst>
          </p:cNvPr>
          <p:cNvSpPr txBox="1"/>
          <p:nvPr/>
        </p:nvSpPr>
        <p:spPr>
          <a:xfrm>
            <a:off x="575893" y="2473141"/>
            <a:ext cx="11228179" cy="2500300"/>
          </a:xfrm>
          <a:prstGeom prst="rect">
            <a:avLst/>
          </a:prstGeom>
          <a:noFill/>
        </p:spPr>
        <p:txBody>
          <a:bodyPr wrap="square">
            <a:spAutoFit/>
          </a:bodyPr>
          <a:lstStyle/>
          <a:p>
            <a:r>
              <a:rPr lang="es-MX" sz="2000" b="1">
                <a:solidFill>
                  <a:schemeClr val="accent1"/>
                </a:solidFill>
                <a:latin typeface="+mj-lt"/>
                <a:ea typeface="+mj-ea"/>
                <a:cs typeface="+mj-cs"/>
              </a:rPr>
              <a:t>Costos de evaluación</a:t>
            </a:r>
          </a:p>
          <a:p>
            <a:endParaRPr lang="es-MX" sz="2000">
              <a:solidFill>
                <a:schemeClr val="accent1"/>
              </a:solidFill>
              <a:latin typeface="+mj-lt"/>
              <a:ea typeface="+mj-ea"/>
              <a:cs typeface="+mj-cs"/>
            </a:endParaRPr>
          </a:p>
          <a:p>
            <a:pPr algn="just">
              <a:lnSpc>
                <a:spcPct val="150000"/>
              </a:lnSpc>
            </a:pPr>
            <a:r>
              <a:rPr lang="es-MX" sz="2000">
                <a:solidFill>
                  <a:schemeClr val="accent1"/>
                </a:solidFill>
                <a:latin typeface="+mj-lt"/>
                <a:ea typeface="+mj-ea"/>
                <a:cs typeface="+mj-cs"/>
              </a:rPr>
              <a:t>Costo del esfuerzo para descubrir la condición de la calidad del software (evaluaciones planeadas). Esto comprende, por ejemplo: evaluación de proyectos(revisión de especificaciones de requerimientos, diseño y componentes, verificaciones y validaciones en general, inspecciones, pruebas unitarias, de integración y de sistema), auditorías de calidad del producto, evaluaciones externas, pruebas de productos adquiridos. </a:t>
            </a:r>
            <a:endParaRPr lang="es-AR" sz="2000">
              <a:solidFill>
                <a:schemeClr val="accent1"/>
              </a:solidFill>
              <a:latin typeface="+mj-lt"/>
              <a:ea typeface="+mj-ea"/>
              <a:cs typeface="+mj-cs"/>
            </a:endParaRPr>
          </a:p>
        </p:txBody>
      </p:sp>
      <p:sp>
        <p:nvSpPr>
          <p:cNvPr id="3" name="Marcador de número de diapositiva 2">
            <a:extLst>
              <a:ext uri="{FF2B5EF4-FFF2-40B4-BE49-F238E27FC236}">
                <a16:creationId xmlns:a16="http://schemas.microsoft.com/office/drawing/2014/main" id="{4465668E-F91A-DD7C-BC76-F9717A011A56}"/>
              </a:ext>
            </a:extLst>
          </p:cNvPr>
          <p:cNvSpPr>
            <a:spLocks noGrp="1"/>
          </p:cNvSpPr>
          <p:nvPr>
            <p:ph type="sldNum" sz="quarter" idx="12"/>
          </p:nvPr>
        </p:nvSpPr>
        <p:spPr/>
        <p:txBody>
          <a:bodyPr/>
          <a:lstStyle/>
          <a:p>
            <a:fld id="{0E40E506-8910-4A1D-9597-9E72BD293B97}" type="slidenum">
              <a:rPr lang="en-US" smtClean="0"/>
              <a:t>20</a:t>
            </a:fld>
            <a:endParaRPr lang="es-ES"/>
          </a:p>
        </p:txBody>
      </p:sp>
    </p:spTree>
    <p:extLst>
      <p:ext uri="{BB962C8B-B14F-4D97-AF65-F5344CB8AC3E}">
        <p14:creationId xmlns:p14="http://schemas.microsoft.com/office/powerpoint/2010/main" val="10255375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2573FD-7484-1B24-9F11-B2E37E82E6A3}"/>
              </a:ext>
            </a:extLst>
          </p:cNvPr>
          <p:cNvSpPr>
            <a:spLocks noGrp="1"/>
          </p:cNvSpPr>
          <p:nvPr>
            <p:ph type="title"/>
          </p:nvPr>
        </p:nvSpPr>
        <p:spPr/>
        <p:txBody>
          <a:bodyPr/>
          <a:lstStyle/>
          <a:p>
            <a:r>
              <a:rPr lang="es-MX"/>
              <a:t>COSTO DE la CALIDAD</a:t>
            </a:r>
            <a:endParaRPr lang="es-AR"/>
          </a:p>
        </p:txBody>
      </p:sp>
      <p:sp>
        <p:nvSpPr>
          <p:cNvPr id="4" name="CuadroTexto 3">
            <a:extLst>
              <a:ext uri="{FF2B5EF4-FFF2-40B4-BE49-F238E27FC236}">
                <a16:creationId xmlns:a16="http://schemas.microsoft.com/office/drawing/2014/main" id="{B06EEBAA-F4A0-09DB-9443-7985D0B5D737}"/>
              </a:ext>
            </a:extLst>
          </p:cNvPr>
          <p:cNvSpPr txBox="1"/>
          <p:nvPr/>
        </p:nvSpPr>
        <p:spPr>
          <a:xfrm>
            <a:off x="293261" y="1935080"/>
            <a:ext cx="11029616" cy="2492990"/>
          </a:xfrm>
          <a:prstGeom prst="rect">
            <a:avLst/>
          </a:prstGeom>
          <a:noFill/>
        </p:spPr>
        <p:txBody>
          <a:bodyPr wrap="square">
            <a:spAutoFit/>
          </a:bodyPr>
          <a:lstStyle/>
          <a:p>
            <a:pPr fontAlgn="base">
              <a:spcBef>
                <a:spcPct val="0"/>
              </a:spcBef>
              <a:spcAft>
                <a:spcPct val="0"/>
              </a:spcAft>
            </a:pPr>
            <a:r>
              <a:rPr lang="es-AR" sz="2000" b="1">
                <a:solidFill>
                  <a:schemeClr val="accent1"/>
                </a:solidFill>
                <a:latin typeface="+mj-lt"/>
                <a:ea typeface="+mj-ea"/>
                <a:cs typeface="+mj-cs"/>
              </a:rPr>
              <a:t>2. Costos por falta de calidad o costos de no conformidad</a:t>
            </a:r>
          </a:p>
          <a:p>
            <a:endParaRPr lang="es-AR"/>
          </a:p>
          <a:p>
            <a:endParaRPr lang="es-AR"/>
          </a:p>
          <a:p>
            <a:r>
              <a:rPr lang="es-MX" sz="2000" b="1">
                <a:solidFill>
                  <a:schemeClr val="accent1"/>
                </a:solidFill>
                <a:latin typeface="+mj-lt"/>
                <a:ea typeface="+mj-ea"/>
                <a:cs typeface="+mj-cs"/>
              </a:rPr>
              <a:t>Costos de fallas internas</a:t>
            </a:r>
          </a:p>
          <a:p>
            <a:endParaRPr lang="es-MX" sz="2000" b="1">
              <a:solidFill>
                <a:schemeClr val="accent1"/>
              </a:solidFill>
              <a:latin typeface="+mj-lt"/>
              <a:ea typeface="+mj-ea"/>
              <a:cs typeface="+mj-cs"/>
            </a:endParaRPr>
          </a:p>
          <a:p>
            <a:r>
              <a:rPr lang="es-MX" sz="2000">
                <a:solidFill>
                  <a:schemeClr val="accent1"/>
                </a:solidFill>
                <a:latin typeface="+mj-lt"/>
                <a:ea typeface="+mj-ea"/>
                <a:cs typeface="+mj-cs"/>
              </a:rPr>
              <a:t>Costo del esfuerzo para detectar y corregir problemas previos a que el usuario los detecte, por ejemplo, </a:t>
            </a:r>
          </a:p>
          <a:p>
            <a:endParaRPr lang="es-MX" sz="2000">
              <a:solidFill>
                <a:schemeClr val="accent1"/>
              </a:solidFill>
              <a:latin typeface="+mj-lt"/>
              <a:ea typeface="+mj-ea"/>
              <a:cs typeface="+mj-cs"/>
            </a:endParaRPr>
          </a:p>
          <a:p>
            <a:r>
              <a:rPr lang="es-MX" sz="2000">
                <a:solidFill>
                  <a:schemeClr val="accent1"/>
                </a:solidFill>
                <a:latin typeface="+mj-lt"/>
                <a:ea typeface="+mj-ea"/>
                <a:cs typeface="+mj-cs"/>
              </a:rPr>
              <a:t>corregir defectos y el retrabajo correctivo en todas las etapas. </a:t>
            </a:r>
            <a:r>
              <a:rPr lang="es-AR" sz="2000">
                <a:solidFill>
                  <a:schemeClr val="accent1"/>
                </a:solidFill>
                <a:latin typeface="+mj-lt"/>
                <a:ea typeface="+mj-ea"/>
                <a:cs typeface="+mj-cs"/>
              </a:rPr>
              <a:t> </a:t>
            </a:r>
          </a:p>
        </p:txBody>
      </p:sp>
      <p:sp>
        <p:nvSpPr>
          <p:cNvPr id="3" name="Marcador de número de diapositiva 2">
            <a:extLst>
              <a:ext uri="{FF2B5EF4-FFF2-40B4-BE49-F238E27FC236}">
                <a16:creationId xmlns:a16="http://schemas.microsoft.com/office/drawing/2014/main" id="{31CCB126-1990-C1DF-FF4B-A57C0FDB3014}"/>
              </a:ext>
            </a:extLst>
          </p:cNvPr>
          <p:cNvSpPr>
            <a:spLocks noGrp="1"/>
          </p:cNvSpPr>
          <p:nvPr>
            <p:ph type="sldNum" sz="quarter" idx="12"/>
          </p:nvPr>
        </p:nvSpPr>
        <p:spPr/>
        <p:txBody>
          <a:bodyPr/>
          <a:lstStyle/>
          <a:p>
            <a:fld id="{0E40E506-8910-4A1D-9597-9E72BD293B97}" type="slidenum">
              <a:rPr lang="en-US" smtClean="0"/>
              <a:t>21</a:t>
            </a:fld>
            <a:endParaRPr lang="es-ES"/>
          </a:p>
        </p:txBody>
      </p:sp>
    </p:spTree>
    <p:extLst>
      <p:ext uri="{BB962C8B-B14F-4D97-AF65-F5344CB8AC3E}">
        <p14:creationId xmlns:p14="http://schemas.microsoft.com/office/powerpoint/2010/main" val="1081967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F92BE-3369-7A9B-0ED4-A873892FDE32}"/>
              </a:ext>
            </a:extLst>
          </p:cNvPr>
          <p:cNvSpPr>
            <a:spLocks noGrp="1"/>
          </p:cNvSpPr>
          <p:nvPr>
            <p:ph type="title"/>
          </p:nvPr>
        </p:nvSpPr>
        <p:spPr/>
        <p:txBody>
          <a:bodyPr/>
          <a:lstStyle/>
          <a:p>
            <a:r>
              <a:rPr lang="es-MX"/>
              <a:t>Riesgo</a:t>
            </a:r>
            <a:endParaRPr lang="es-AR"/>
          </a:p>
        </p:txBody>
      </p:sp>
      <p:sp>
        <p:nvSpPr>
          <p:cNvPr id="4" name="CuadroTexto 3">
            <a:extLst>
              <a:ext uri="{FF2B5EF4-FFF2-40B4-BE49-F238E27FC236}">
                <a16:creationId xmlns:a16="http://schemas.microsoft.com/office/drawing/2014/main" id="{E1D3650C-699C-B3FE-242E-76962A5944A5}"/>
              </a:ext>
            </a:extLst>
          </p:cNvPr>
          <p:cNvSpPr txBox="1"/>
          <p:nvPr/>
        </p:nvSpPr>
        <p:spPr>
          <a:xfrm>
            <a:off x="293262" y="1908429"/>
            <a:ext cx="11444309" cy="4770537"/>
          </a:xfrm>
          <a:prstGeom prst="rect">
            <a:avLst/>
          </a:prstGeom>
          <a:noFill/>
        </p:spPr>
        <p:txBody>
          <a:bodyPr wrap="square">
            <a:spAutoFit/>
          </a:bodyPr>
          <a:lstStyle/>
          <a:p>
            <a:pPr algn="just"/>
            <a:r>
              <a:rPr lang="es-MX" sz="2000">
                <a:solidFill>
                  <a:schemeClr val="accent1"/>
                </a:solidFill>
                <a:latin typeface="+mj-lt"/>
                <a:ea typeface="+mj-ea"/>
                <a:cs typeface="+mj-cs"/>
              </a:rPr>
              <a:t>En el mes de noviembre de 2000, en un hospital de Panamá, 28 pacientes recibieron dosis masivas de rayos gama durante su tratamiento contra diversos tipos de cáncer. En los meses que siguieron, 5 de estos pacientes murieron por envenenamiento radiactivo y 15 más sufrieron complicaciones serias. ¿Qué fue lo que ocasionó esta tragedia? Un paquete de software, desarrollado por una compañía estadounidense, que fue modificado por técnicos del hospital para calcular las dosis de radiación para cada paciente. Los tres médicos panameños que “pellizcaron” el software para que diera capacidad adicional fueron acusados de asesinato en segundo grado. La empresa de Estados Unidos enfrentó litigios serios en los dos países. </a:t>
            </a:r>
            <a:r>
              <a:rPr lang="es-MX" sz="2000" err="1">
                <a:solidFill>
                  <a:schemeClr val="accent1"/>
                </a:solidFill>
                <a:latin typeface="+mj-lt"/>
                <a:ea typeface="+mj-ea"/>
                <a:cs typeface="+mj-cs"/>
              </a:rPr>
              <a:t>Gage</a:t>
            </a:r>
            <a:r>
              <a:rPr lang="es-MX" sz="2000">
                <a:solidFill>
                  <a:schemeClr val="accent1"/>
                </a:solidFill>
                <a:latin typeface="+mj-lt"/>
                <a:ea typeface="+mj-ea"/>
                <a:cs typeface="+mj-cs"/>
              </a:rPr>
              <a:t> y McCormick comentan lo siguiente: Éste no es un relato para prevenir a los médicos, aun cuando luchen por estar fuera de la cárcel si no entienden o hacen mal uso de la tecnología. Tampoco es la narración de cómo pueden salir heridos, o algo peor, los seres humanos a causa del software mal diseñado o poco explicado, aunque hay muchos ejemplos al respecto. Ésta es la alerta para cualquier creador de programas de cómputo: la calidad del software importa, las aplicaciones deben ser a prueba de tontos y el código mal desplegado —ya sea incrustado en el motor de un automóvil, un brazo robótico o un dispositivo de curación en un hospital— puede matar. </a:t>
            </a:r>
          </a:p>
          <a:p>
            <a:pPr algn="ctr"/>
            <a:r>
              <a:rPr lang="es-MX" sz="2400" b="1">
                <a:solidFill>
                  <a:schemeClr val="accent1"/>
                </a:solidFill>
                <a:latin typeface="+mj-lt"/>
                <a:ea typeface="+mj-ea"/>
                <a:cs typeface="+mj-cs"/>
              </a:rPr>
              <a:t>La mala calidad conlleva riesgos, algunos muy serios.</a:t>
            </a:r>
            <a:endParaRPr lang="es-AR" sz="2400" b="1">
              <a:solidFill>
                <a:schemeClr val="accent1"/>
              </a:solidFill>
              <a:latin typeface="+mj-lt"/>
              <a:ea typeface="+mj-ea"/>
              <a:cs typeface="+mj-cs"/>
            </a:endParaRPr>
          </a:p>
        </p:txBody>
      </p:sp>
      <p:sp>
        <p:nvSpPr>
          <p:cNvPr id="3" name="Marcador de número de diapositiva 2">
            <a:extLst>
              <a:ext uri="{FF2B5EF4-FFF2-40B4-BE49-F238E27FC236}">
                <a16:creationId xmlns:a16="http://schemas.microsoft.com/office/drawing/2014/main" id="{ABF42488-496F-E179-87A7-1C1E6EA0996A}"/>
              </a:ext>
            </a:extLst>
          </p:cNvPr>
          <p:cNvSpPr>
            <a:spLocks noGrp="1"/>
          </p:cNvSpPr>
          <p:nvPr>
            <p:ph type="sldNum" sz="quarter" idx="12"/>
          </p:nvPr>
        </p:nvSpPr>
        <p:spPr/>
        <p:txBody>
          <a:bodyPr/>
          <a:lstStyle/>
          <a:p>
            <a:fld id="{0E40E506-8910-4A1D-9597-9E72BD293B97}" type="slidenum">
              <a:rPr lang="en-US" smtClean="0"/>
              <a:t>22</a:t>
            </a:fld>
            <a:endParaRPr lang="es-ES"/>
          </a:p>
        </p:txBody>
      </p:sp>
    </p:spTree>
    <p:extLst>
      <p:ext uri="{BB962C8B-B14F-4D97-AF65-F5344CB8AC3E}">
        <p14:creationId xmlns:p14="http://schemas.microsoft.com/office/powerpoint/2010/main" val="1995109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51EB14-FE1F-8438-9EDE-6603D89132F0}"/>
              </a:ext>
            </a:extLst>
          </p:cNvPr>
          <p:cNvSpPr>
            <a:spLocks noGrp="1"/>
          </p:cNvSpPr>
          <p:nvPr>
            <p:ph type="title"/>
          </p:nvPr>
        </p:nvSpPr>
        <p:spPr/>
        <p:txBody>
          <a:bodyPr/>
          <a:lstStyle/>
          <a:p>
            <a:r>
              <a:rPr lang="es-MX"/>
              <a:t>Riesgo –negligencia y responsabilidad-</a:t>
            </a:r>
            <a:endParaRPr lang="es-AR"/>
          </a:p>
        </p:txBody>
      </p:sp>
      <p:sp>
        <p:nvSpPr>
          <p:cNvPr id="3" name="CuadroTexto 2">
            <a:extLst>
              <a:ext uri="{FF2B5EF4-FFF2-40B4-BE49-F238E27FC236}">
                <a16:creationId xmlns:a16="http://schemas.microsoft.com/office/drawing/2014/main" id="{CD852439-2F21-F8B5-030E-A152C2FF23C2}"/>
              </a:ext>
            </a:extLst>
          </p:cNvPr>
          <p:cNvSpPr txBox="1"/>
          <p:nvPr/>
        </p:nvSpPr>
        <p:spPr>
          <a:xfrm>
            <a:off x="5606613" y="2266171"/>
            <a:ext cx="6138544" cy="3754874"/>
          </a:xfrm>
          <a:prstGeom prst="rect">
            <a:avLst/>
          </a:prstGeom>
          <a:noFill/>
        </p:spPr>
        <p:txBody>
          <a:bodyPr wrap="square" rtlCol="0">
            <a:spAutoFit/>
          </a:bodyPr>
          <a:lstStyle/>
          <a:p>
            <a:pPr marL="306000"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2000">
                <a:solidFill>
                  <a:schemeClr val="accent1"/>
                </a:solidFill>
                <a:latin typeface="+mj-lt"/>
                <a:ea typeface="+mj-ea"/>
                <a:cs typeface="+mj-cs"/>
              </a:rPr>
              <a:t>Se comienzan con las mejores intenciones, por ambas partes, clientes y el equipo de desarrollo de SW.</a:t>
            </a:r>
          </a:p>
          <a:p>
            <a:pPr marL="285750" indent="-285750">
              <a:buFont typeface="Arial" panose="020B0604020202020204" pitchFamily="34" charset="0"/>
              <a:buChar char="•"/>
            </a:pPr>
            <a:endParaRPr lang="es-MX"/>
          </a:p>
          <a:p>
            <a:pPr marL="306000"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Retraso en la/s entrega/s.</a:t>
            </a:r>
          </a:p>
          <a:p>
            <a:pPr marL="306000"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No da los resultados esperados.</a:t>
            </a:r>
          </a:p>
          <a:p>
            <a:pPr marL="306000"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No cuenta con la aprobación del cliente.</a:t>
            </a:r>
          </a:p>
          <a:p>
            <a:pPr marL="306000"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Comienzan los litigios legales</a:t>
            </a:r>
          </a:p>
          <a:p>
            <a:pPr marL="306000"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endParaRPr lang="es-MX" sz="1600">
              <a:solidFill>
                <a:schemeClr val="accent1"/>
              </a:solidFill>
              <a:latin typeface="+mj-lt"/>
              <a:ea typeface="+mj-ea"/>
              <a:cs typeface="+mj-cs"/>
            </a:endParaRPr>
          </a:p>
          <a:p>
            <a:pPr marL="285750" indent="-285750">
              <a:buFont typeface="Arial" panose="020B0604020202020204" pitchFamily="34" charset="0"/>
              <a:buChar char="•"/>
            </a:pPr>
            <a:endParaRPr lang="es-MX"/>
          </a:p>
          <a:p>
            <a:pPr marL="285750" indent="-285750">
              <a:buFont typeface="Arial" panose="020B0604020202020204" pitchFamily="34" charset="0"/>
              <a:buChar char="•"/>
            </a:pPr>
            <a:endParaRPr lang="es-MX"/>
          </a:p>
          <a:p>
            <a:pPr marL="285750" indent="-285750">
              <a:buFont typeface="Arial" panose="020B0604020202020204" pitchFamily="34" charset="0"/>
              <a:buChar char="•"/>
            </a:pPr>
            <a:endParaRPr lang="es-AR"/>
          </a:p>
        </p:txBody>
      </p:sp>
      <p:pic>
        <p:nvPicPr>
          <p:cNvPr id="4" name="Imagen 3">
            <a:extLst>
              <a:ext uri="{FF2B5EF4-FFF2-40B4-BE49-F238E27FC236}">
                <a16:creationId xmlns:a16="http://schemas.microsoft.com/office/drawing/2014/main" id="{37411CA6-4EEE-E506-DCB5-E58CFE3CDF6A}"/>
              </a:ext>
            </a:extLst>
          </p:cNvPr>
          <p:cNvPicPr>
            <a:picLocks noChangeAspect="1"/>
          </p:cNvPicPr>
          <p:nvPr/>
        </p:nvPicPr>
        <p:blipFill>
          <a:blip r:embed="rId2"/>
          <a:stretch>
            <a:fillRect/>
          </a:stretch>
        </p:blipFill>
        <p:spPr>
          <a:xfrm>
            <a:off x="575894" y="1949988"/>
            <a:ext cx="4594559" cy="4594559"/>
          </a:xfrm>
          <a:prstGeom prst="rect">
            <a:avLst/>
          </a:prstGeom>
        </p:spPr>
      </p:pic>
      <p:sp>
        <p:nvSpPr>
          <p:cNvPr id="5" name="Marcador de número de diapositiva 4">
            <a:extLst>
              <a:ext uri="{FF2B5EF4-FFF2-40B4-BE49-F238E27FC236}">
                <a16:creationId xmlns:a16="http://schemas.microsoft.com/office/drawing/2014/main" id="{B86E6E30-29E7-0A4F-07E1-34B259A87BA2}"/>
              </a:ext>
            </a:extLst>
          </p:cNvPr>
          <p:cNvSpPr>
            <a:spLocks noGrp="1"/>
          </p:cNvSpPr>
          <p:nvPr>
            <p:ph type="sldNum" sz="quarter" idx="12"/>
          </p:nvPr>
        </p:nvSpPr>
        <p:spPr/>
        <p:txBody>
          <a:bodyPr/>
          <a:lstStyle/>
          <a:p>
            <a:fld id="{0E40E506-8910-4A1D-9597-9E72BD293B97}" type="slidenum">
              <a:rPr lang="en-US" smtClean="0"/>
              <a:t>23</a:t>
            </a:fld>
            <a:endParaRPr lang="es-ES"/>
          </a:p>
        </p:txBody>
      </p:sp>
    </p:spTree>
    <p:extLst>
      <p:ext uri="{BB962C8B-B14F-4D97-AF65-F5344CB8AC3E}">
        <p14:creationId xmlns:p14="http://schemas.microsoft.com/office/powerpoint/2010/main" val="1862377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194711-7722-102F-6F46-282FC0EA11B2}"/>
              </a:ext>
            </a:extLst>
          </p:cNvPr>
          <p:cNvSpPr>
            <a:spLocks noGrp="1"/>
          </p:cNvSpPr>
          <p:nvPr>
            <p:ph type="title"/>
          </p:nvPr>
        </p:nvSpPr>
        <p:spPr/>
        <p:txBody>
          <a:bodyPr/>
          <a:lstStyle/>
          <a:p>
            <a:r>
              <a:rPr lang="es-MX"/>
              <a:t>Calidad  Vs.  seguridad</a:t>
            </a:r>
            <a:endParaRPr lang="es-AR"/>
          </a:p>
        </p:txBody>
      </p:sp>
      <p:sp>
        <p:nvSpPr>
          <p:cNvPr id="3" name="CuadroTexto 2">
            <a:extLst>
              <a:ext uri="{FF2B5EF4-FFF2-40B4-BE49-F238E27FC236}">
                <a16:creationId xmlns:a16="http://schemas.microsoft.com/office/drawing/2014/main" id="{1AEB169D-B4B4-A758-8166-59ED28373816}"/>
              </a:ext>
            </a:extLst>
          </p:cNvPr>
          <p:cNvSpPr txBox="1"/>
          <p:nvPr/>
        </p:nvSpPr>
        <p:spPr>
          <a:xfrm>
            <a:off x="575894" y="2627791"/>
            <a:ext cx="8101385" cy="3576364"/>
          </a:xfrm>
          <a:prstGeom prst="rect">
            <a:avLst/>
          </a:prstGeom>
          <a:noFill/>
        </p:spPr>
        <p:txBody>
          <a:bodyPr wrap="none" rtlCol="0">
            <a:spAutoFit/>
          </a:bodyPr>
          <a:lstStyle/>
          <a:p>
            <a:pPr marL="306000"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La Calidad en el SW garantiza seguridad.</a:t>
            </a:r>
          </a:p>
          <a:p>
            <a:pPr marL="306000"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El SW que no cuenta con Calidad es fácilmente vulnerado.</a:t>
            </a:r>
          </a:p>
          <a:p>
            <a:pPr marL="306000"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En el CVP debe planificarse los términos de Seguridad que debemos aplicar para garantizar:</a:t>
            </a:r>
          </a:p>
          <a:p>
            <a:pPr marL="763200" lvl="2"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Confiabilidad</a:t>
            </a:r>
          </a:p>
          <a:p>
            <a:pPr marL="763200" lvl="2"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Disponibilidad</a:t>
            </a:r>
          </a:p>
          <a:p>
            <a:pPr marL="763200" lvl="2"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Integridad</a:t>
            </a:r>
          </a:p>
          <a:p>
            <a:pPr marL="742950" lvl="1" indent="-285750">
              <a:buClr>
                <a:schemeClr val="accent2"/>
              </a:buClr>
              <a:buFont typeface="Wingdings" panose="05000000000000000000" pitchFamily="2" charset="2"/>
              <a:buChar char="§"/>
            </a:pPr>
            <a:endParaRPr lang="es-MX"/>
          </a:p>
          <a:p>
            <a:pPr marL="306000" lvl="1"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r>
              <a:rPr lang="es-MX" sz="1600">
                <a:solidFill>
                  <a:schemeClr val="accent1"/>
                </a:solidFill>
                <a:latin typeface="+mj-lt"/>
                <a:ea typeface="+mj-ea"/>
                <a:cs typeface="+mj-cs"/>
              </a:rPr>
              <a:t>Garantizar sus respectivas pruebas, sobre las fallas en la implementación y/o errores.</a:t>
            </a:r>
          </a:p>
          <a:p>
            <a:pPr marL="306000" lvl="1" indent="-306000" defTabSz="739775" fontAlgn="base">
              <a:spcBef>
                <a:spcPct val="20000"/>
              </a:spcBef>
              <a:spcAft>
                <a:spcPts val="600"/>
              </a:spcAft>
              <a:buClr>
                <a:schemeClr val="accent2"/>
              </a:buClr>
              <a:buSzPct val="92000"/>
              <a:buFont typeface="Wingdings 2" panose="05020102010507070707" pitchFamily="18" charset="2"/>
              <a:buChar char=""/>
              <a:tabLst>
                <a:tab pos="6921500" algn="l"/>
                <a:tab pos="7091363" algn="l"/>
              </a:tabLst>
            </a:pPr>
            <a:endParaRPr lang="es-MX" sz="1600">
              <a:solidFill>
                <a:schemeClr val="accent1"/>
              </a:solidFill>
              <a:latin typeface="+mj-lt"/>
              <a:ea typeface="+mj-ea"/>
              <a:cs typeface="+mj-cs"/>
            </a:endParaRPr>
          </a:p>
          <a:p>
            <a:pPr marL="285750" indent="-285750">
              <a:buClr>
                <a:schemeClr val="accent2"/>
              </a:buClr>
              <a:buFont typeface="Wingdings" panose="05000000000000000000" pitchFamily="2" charset="2"/>
              <a:buChar char="§"/>
            </a:pPr>
            <a:endParaRPr lang="es-AR"/>
          </a:p>
        </p:txBody>
      </p:sp>
      <p:sp>
        <p:nvSpPr>
          <p:cNvPr id="4" name="Marcador de número de diapositiva 3">
            <a:extLst>
              <a:ext uri="{FF2B5EF4-FFF2-40B4-BE49-F238E27FC236}">
                <a16:creationId xmlns:a16="http://schemas.microsoft.com/office/drawing/2014/main" id="{5A6840B8-FC3B-5879-62CD-588F2AE9A862}"/>
              </a:ext>
            </a:extLst>
          </p:cNvPr>
          <p:cNvSpPr>
            <a:spLocks noGrp="1"/>
          </p:cNvSpPr>
          <p:nvPr>
            <p:ph type="sldNum" sz="quarter" idx="12"/>
          </p:nvPr>
        </p:nvSpPr>
        <p:spPr/>
        <p:txBody>
          <a:bodyPr/>
          <a:lstStyle/>
          <a:p>
            <a:fld id="{0E40E506-8910-4A1D-9597-9E72BD293B97}" type="slidenum">
              <a:rPr lang="en-US" smtClean="0"/>
              <a:t>24</a:t>
            </a:fld>
            <a:endParaRPr lang="es-ES"/>
          </a:p>
        </p:txBody>
      </p:sp>
    </p:spTree>
    <p:extLst>
      <p:ext uri="{BB962C8B-B14F-4D97-AF65-F5344CB8AC3E}">
        <p14:creationId xmlns:p14="http://schemas.microsoft.com/office/powerpoint/2010/main" val="4777163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0D83AD-7148-FF14-3A59-6152CBD2D4A1}"/>
              </a:ext>
            </a:extLst>
          </p:cNvPr>
          <p:cNvSpPr>
            <a:spLocks noGrp="1"/>
          </p:cNvSpPr>
          <p:nvPr>
            <p:ph type="title"/>
          </p:nvPr>
        </p:nvSpPr>
        <p:spPr/>
        <p:txBody>
          <a:bodyPr/>
          <a:lstStyle/>
          <a:p>
            <a:r>
              <a:rPr lang="es-MX"/>
              <a:t>CALIDAD</a:t>
            </a:r>
            <a:endParaRPr lang="es-AR"/>
          </a:p>
        </p:txBody>
      </p:sp>
      <p:sp>
        <p:nvSpPr>
          <p:cNvPr id="4" name="CuadroTexto 3">
            <a:extLst>
              <a:ext uri="{FF2B5EF4-FFF2-40B4-BE49-F238E27FC236}">
                <a16:creationId xmlns:a16="http://schemas.microsoft.com/office/drawing/2014/main" id="{D4961AA8-4589-E10D-B36A-F635407DEA02}"/>
              </a:ext>
            </a:extLst>
          </p:cNvPr>
          <p:cNvSpPr txBox="1"/>
          <p:nvPr/>
        </p:nvSpPr>
        <p:spPr>
          <a:xfrm>
            <a:off x="656948" y="2277057"/>
            <a:ext cx="10582182" cy="2677656"/>
          </a:xfrm>
          <a:prstGeom prst="rect">
            <a:avLst/>
          </a:prstGeom>
          <a:noFill/>
        </p:spPr>
        <p:txBody>
          <a:bodyPr wrap="square">
            <a:spAutoFit/>
          </a:bodyPr>
          <a:lstStyle/>
          <a:p>
            <a:pPr algn="ctr"/>
            <a:r>
              <a:rPr lang="es-MX" sz="2400">
                <a:solidFill>
                  <a:schemeClr val="accent1"/>
                </a:solidFill>
              </a:rPr>
              <a:t>Sin importar el enfoque que se elija, la calidad tiene un costo que puede estudiarse en términos de prevención, evaluación y falla. Los costos de prevención incluyen todas las acciones de la ingeniería de software diseñadas para prevenir los defectos. Los costos de evaluación están asociados con aquellas acciones que evalúan los productos del trabajo de software para determinar su calidad. Los costos de falla incluyen el precio interno de fallar y los efectos externos que precipitan la mala calidad.</a:t>
            </a:r>
            <a:endParaRPr lang="es-AR" sz="2400">
              <a:solidFill>
                <a:schemeClr val="accent1"/>
              </a:solidFill>
            </a:endParaRPr>
          </a:p>
        </p:txBody>
      </p:sp>
      <p:sp>
        <p:nvSpPr>
          <p:cNvPr id="3" name="Marcador de número de diapositiva 2">
            <a:extLst>
              <a:ext uri="{FF2B5EF4-FFF2-40B4-BE49-F238E27FC236}">
                <a16:creationId xmlns:a16="http://schemas.microsoft.com/office/drawing/2014/main" id="{D7C59D9A-7EAC-DAF3-BB99-01ED8C15CA67}"/>
              </a:ext>
            </a:extLst>
          </p:cNvPr>
          <p:cNvSpPr>
            <a:spLocks noGrp="1"/>
          </p:cNvSpPr>
          <p:nvPr>
            <p:ph type="sldNum" sz="quarter" idx="12"/>
          </p:nvPr>
        </p:nvSpPr>
        <p:spPr/>
        <p:txBody>
          <a:bodyPr/>
          <a:lstStyle/>
          <a:p>
            <a:fld id="{0E40E506-8910-4A1D-9597-9E72BD293B97}" type="slidenum">
              <a:rPr lang="en-US" smtClean="0"/>
              <a:t>25</a:t>
            </a:fld>
            <a:endParaRPr lang="es-ES"/>
          </a:p>
        </p:txBody>
      </p:sp>
    </p:spTree>
    <p:extLst>
      <p:ext uri="{BB962C8B-B14F-4D97-AF65-F5344CB8AC3E}">
        <p14:creationId xmlns:p14="http://schemas.microsoft.com/office/powerpoint/2010/main" val="6216851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CBC98A8-9C8C-8912-4569-80C23EB011D6}"/>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5" name="Title 1">
            <a:extLst>
              <a:ext uri="{FF2B5EF4-FFF2-40B4-BE49-F238E27FC236}">
                <a16:creationId xmlns:a16="http://schemas.microsoft.com/office/drawing/2014/main" id="{D0C82B2A-0D97-4C8D-9679-E52CD92D0CAE}"/>
              </a:ext>
            </a:extLst>
          </p:cNvPr>
          <p:cNvSpPr>
            <a:spLocks noGrp="1"/>
          </p:cNvSpPr>
          <p:nvPr>
            <p:ph type="title"/>
          </p:nvPr>
        </p:nvSpPr>
        <p:spPr>
          <a:xfrm>
            <a:off x="1274322" y="1085610"/>
            <a:ext cx="4494179" cy="553998"/>
          </a:xfrm>
        </p:spPr>
        <p:txBody>
          <a:bodyPr>
            <a:normAutofit fontScale="90000"/>
          </a:bodyPr>
          <a:lstStyle/>
          <a:p>
            <a:pPr algn="ctr"/>
            <a:r>
              <a:rPr lang="es-AR" sz="3500" b="1" spc="300">
                <a:latin typeface="Amasis MT Pro Medium" panose="02040604050005020304" pitchFamily="18" charset="0"/>
              </a:rPr>
              <a:t>Dudas ?</a:t>
            </a:r>
            <a:endParaRPr lang="en-US" sz="3500" b="1" spc="300">
              <a:latin typeface="Amasis MT Pro Medium" panose="02040604050005020304" pitchFamily="18" charset="0"/>
            </a:endParaRPr>
          </a:p>
        </p:txBody>
      </p:sp>
      <p:pic>
        <p:nvPicPr>
          <p:cNvPr id="17" name="Marcador de contenido 16" descr="Sala de alumnos levantando la mano frente a un profesor">
            <a:extLst>
              <a:ext uri="{FF2B5EF4-FFF2-40B4-BE49-F238E27FC236}">
                <a16:creationId xmlns:a16="http://schemas.microsoft.com/office/drawing/2014/main" id="{B1BF6732-AAB2-4368-81BD-4FF4065C2917}"/>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1494046" y="1901291"/>
            <a:ext cx="5276499" cy="3594100"/>
          </a:xfrm>
          <a:noFill/>
        </p:spPr>
      </p:pic>
      <p:sp>
        <p:nvSpPr>
          <p:cNvPr id="6" name="CuadroTexto 5">
            <a:extLst>
              <a:ext uri="{FF2B5EF4-FFF2-40B4-BE49-F238E27FC236}">
                <a16:creationId xmlns:a16="http://schemas.microsoft.com/office/drawing/2014/main" id="{D9AE80C0-B675-8279-4262-B98445D72064}"/>
              </a:ext>
            </a:extLst>
          </p:cNvPr>
          <p:cNvSpPr txBox="1"/>
          <p:nvPr/>
        </p:nvSpPr>
        <p:spPr>
          <a:xfrm>
            <a:off x="2102809" y="5696714"/>
            <a:ext cx="6094378" cy="600164"/>
          </a:xfrm>
          <a:prstGeom prst="rect">
            <a:avLst/>
          </a:prstGeom>
          <a:noFill/>
        </p:spPr>
        <p:txBody>
          <a:bodyPr wrap="square">
            <a:spAutoFit/>
          </a:bodyPr>
          <a:lstStyle/>
          <a:p>
            <a:r>
              <a:rPr lang="en-US" sz="3300" b="1" cap="all" spc="300" err="1">
                <a:solidFill>
                  <a:schemeClr val="accent1">
                    <a:lumMod val="75000"/>
                  </a:schemeClr>
                </a:solidFill>
                <a:latin typeface="Amasis MT Pro Medium" panose="02040604050005020304" pitchFamily="18" charset="0"/>
                <a:ea typeface="+mj-ea"/>
                <a:cs typeface="+mj-cs"/>
              </a:rPr>
              <a:t>Comentarios</a:t>
            </a:r>
            <a:r>
              <a:rPr lang="en-US" sz="3300" b="1" cap="all" spc="300">
                <a:solidFill>
                  <a:schemeClr val="accent1">
                    <a:lumMod val="75000"/>
                  </a:schemeClr>
                </a:solidFill>
                <a:latin typeface="Amasis MT Pro Medium" panose="02040604050005020304" pitchFamily="18" charset="0"/>
                <a:ea typeface="+mj-ea"/>
                <a:cs typeface="+mj-cs"/>
              </a:rPr>
              <a:t>?</a:t>
            </a:r>
            <a:endParaRPr lang="es-AR" sz="3300" b="1" cap="all" spc="300">
              <a:solidFill>
                <a:schemeClr val="accent1">
                  <a:lumMod val="75000"/>
                </a:schemeClr>
              </a:solidFill>
              <a:latin typeface="Amasis MT Pro Medium" panose="02040604050005020304" pitchFamily="18" charset="0"/>
              <a:ea typeface="+mj-ea"/>
              <a:cs typeface="+mj-cs"/>
            </a:endParaRPr>
          </a:p>
        </p:txBody>
      </p:sp>
      <p:sp>
        <p:nvSpPr>
          <p:cNvPr id="2" name="Title 1">
            <a:extLst>
              <a:ext uri="{FF2B5EF4-FFF2-40B4-BE49-F238E27FC236}">
                <a16:creationId xmlns:a16="http://schemas.microsoft.com/office/drawing/2014/main" id="{CB79A6AB-6996-D6D3-6AEF-1360E76EA5DE}"/>
              </a:ext>
            </a:extLst>
          </p:cNvPr>
          <p:cNvSpPr txBox="1">
            <a:spLocks/>
          </p:cNvSpPr>
          <p:nvPr/>
        </p:nvSpPr>
        <p:spPr>
          <a:xfrm>
            <a:off x="6426740" y="3338418"/>
            <a:ext cx="4494179" cy="553998"/>
          </a:xfrm>
          <a:prstGeom prst="rect">
            <a:avLst/>
          </a:prstGeom>
        </p:spPr>
        <p:txBody>
          <a:bodyPr vert="horz" lIns="91440" tIns="45720" rIns="91440" bIns="45720" rtlCol="0" anchor="t">
            <a:normAutofit fontScale="250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gn="ctr"/>
            <a:r>
              <a:rPr lang="en-US" sz="13300" b="1" spc="300" err="1">
                <a:solidFill>
                  <a:schemeClr val="accent1">
                    <a:lumMod val="75000"/>
                  </a:schemeClr>
                </a:solidFill>
                <a:latin typeface="Amasis MT Pro Medium" panose="02040604050005020304" pitchFamily="18" charset="0"/>
              </a:rPr>
              <a:t>Preguntas</a:t>
            </a:r>
            <a:r>
              <a:rPr lang="en-US" sz="13300" b="1" spc="300">
                <a:solidFill>
                  <a:schemeClr val="accent1">
                    <a:lumMod val="75000"/>
                  </a:schemeClr>
                </a:solidFill>
                <a:latin typeface="Amasis MT Pro Medium" panose="02040604050005020304" pitchFamily="18" charset="0"/>
              </a:rPr>
              <a:t>?</a:t>
            </a:r>
            <a:br>
              <a:rPr lang="en-US" sz="3500" b="1" spc="300">
                <a:latin typeface="Amasis MT Pro Medium" panose="02040604050005020304" pitchFamily="18" charset="0"/>
              </a:rPr>
            </a:br>
            <a:br>
              <a:rPr lang="en-US" sz="3500" b="1" spc="300">
                <a:solidFill>
                  <a:schemeClr val="accent1"/>
                </a:solidFill>
                <a:latin typeface="Amasis MT Pro Medium" panose="02040604050005020304" pitchFamily="18" charset="0"/>
              </a:rPr>
            </a:br>
            <a:endParaRPr lang="en-US" sz="3500" b="1" spc="300">
              <a:solidFill>
                <a:schemeClr val="accent1"/>
              </a:solidFill>
              <a:latin typeface="Amasis MT Pro Medium" panose="02040604050005020304" pitchFamily="18" charset="0"/>
            </a:endParaRPr>
          </a:p>
        </p:txBody>
      </p:sp>
      <p:sp>
        <p:nvSpPr>
          <p:cNvPr id="4" name="Marcador de número de diapositiva 3">
            <a:extLst>
              <a:ext uri="{FF2B5EF4-FFF2-40B4-BE49-F238E27FC236}">
                <a16:creationId xmlns:a16="http://schemas.microsoft.com/office/drawing/2014/main" id="{4A8614CB-B2EF-60C2-1AA7-6ABC31807839}"/>
              </a:ext>
            </a:extLst>
          </p:cNvPr>
          <p:cNvSpPr>
            <a:spLocks noGrp="1"/>
          </p:cNvSpPr>
          <p:nvPr>
            <p:ph type="sldNum" sz="quarter" idx="12"/>
          </p:nvPr>
        </p:nvSpPr>
        <p:spPr/>
        <p:txBody>
          <a:bodyPr/>
          <a:lstStyle/>
          <a:p>
            <a:fld id="{0E40E506-8910-4A1D-9597-9E72BD293B97}" type="slidenum">
              <a:rPr lang="en-US" smtClean="0"/>
              <a:t>26</a:t>
            </a:fld>
            <a:endParaRPr lang="es-ES"/>
          </a:p>
        </p:txBody>
      </p:sp>
    </p:spTree>
    <p:extLst>
      <p:ext uri="{BB962C8B-B14F-4D97-AF65-F5344CB8AC3E}">
        <p14:creationId xmlns:p14="http://schemas.microsoft.com/office/powerpoint/2010/main" val="226480781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3" ma:contentTypeDescription="Crear nuevo documento." ma:contentTypeScope="" ma:versionID="9afc5c629d1fa4daa758eae5c0ffce08">
  <xsd:schema xmlns:xsd="http://www.w3.org/2001/XMLSchema" xmlns:xs="http://www.w3.org/2001/XMLSchema" xmlns:p="http://schemas.microsoft.com/office/2006/metadata/properties" xmlns:ns2="0fd8070d-56ff-4b43-b705-64ae6a394890" targetNamespace="http://schemas.microsoft.com/office/2006/metadata/properties" ma:root="true" ma:fieldsID="e452753519e258a995a8d5047b5119ca" ns2:_="">
    <xsd:import namespace="0fd8070d-56ff-4b43-b705-64ae6a39489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8070d-56ff-4b43-b705-64ae6a3948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C5DFA8E-BF35-4096-8DB4-9C9AEF7CFB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d8070d-56ff-4b43-b705-64ae6a3948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378CAF-8504-4AB9-9B3A-B8C1E407235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5D54A35-7DB5-45D5-B0D8-068255EEDF9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TM03457464[[fn=Dividend]]</Template>
  <Application>Microsoft Office PowerPoint</Application>
  <PresentationFormat>Panorámica</PresentationFormat>
  <Slides>26</Slides>
  <Notes>3</Notes>
  <HiddenSlides>0</HiddenSlides>
  <ScaleCrop>false</ScaleCrop>
  <HeadingPairs>
    <vt:vector size="4" baseType="variant">
      <vt:variant>
        <vt:lpstr>Tema</vt:lpstr>
      </vt:variant>
      <vt:variant>
        <vt:i4>1</vt:i4>
      </vt:variant>
      <vt:variant>
        <vt:lpstr>Títulos de diapositiva</vt:lpstr>
      </vt:variant>
      <vt:variant>
        <vt:i4>26</vt:i4>
      </vt:variant>
    </vt:vector>
  </HeadingPairs>
  <TitlesOfParts>
    <vt:vector size="27" baseType="lpstr">
      <vt:lpstr>Dividend</vt:lpstr>
      <vt:lpstr>Presentación de PowerPoint</vt:lpstr>
      <vt:lpstr>Ingeniería del Software</vt:lpstr>
      <vt:lpstr>CALIDAD</vt:lpstr>
      <vt:lpstr>CALIDAD</vt:lpstr>
      <vt:lpstr>proceso eficaz de software</vt:lpstr>
      <vt:lpstr>producto útil</vt:lpstr>
      <vt:lpstr>agregar valor</vt:lpstr>
      <vt:lpstr>CALIDAD</vt:lpstr>
      <vt:lpstr>CALIDAD</vt:lpstr>
      <vt:lpstr>Calidad ISO 9126</vt:lpstr>
      <vt:lpstr>Calidad ISO 9126</vt:lpstr>
      <vt:lpstr>Calidad ISO 9126 </vt:lpstr>
      <vt:lpstr>Calidad ISO 9126 </vt:lpstr>
      <vt:lpstr>Calidad ISO 9126 </vt:lpstr>
      <vt:lpstr>Calidad ISO 9126 </vt:lpstr>
      <vt:lpstr>Calidad ISO 9126 </vt:lpstr>
      <vt:lpstr>Calidad ISO 9126 </vt:lpstr>
      <vt:lpstr>Calidad ISO 9126 </vt:lpstr>
      <vt:lpstr>COSTO DE la CALIDAD</vt:lpstr>
      <vt:lpstr>COSTO DE la CALIDAD</vt:lpstr>
      <vt:lpstr>COSTO DE la CALIDAD</vt:lpstr>
      <vt:lpstr>Riesgo</vt:lpstr>
      <vt:lpstr>Riesgo –negligencia y responsabilidad-</vt:lpstr>
      <vt:lpstr>Calidad  Vs.  seguridad</vt:lpstr>
      <vt:lpstr>CALIDAD</vt:lpstr>
      <vt:lpstr>Dudas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FERNANDEZ MARY AUXILIADORA</dc:creator>
  <cp:revision>5</cp:revision>
  <cp:lastPrinted>2024-08-21T17:29:34Z</cp:lastPrinted>
  <dcterms:created xsi:type="dcterms:W3CDTF">2024-02-12T22:14:11Z</dcterms:created>
  <dcterms:modified xsi:type="dcterms:W3CDTF">2026-08-24T09:17:09Z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ies>
</file>